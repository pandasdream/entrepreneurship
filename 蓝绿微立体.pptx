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4" r:id="rId2"/>
  </p:sldMasterIdLst>
  <p:notesMasterIdLst>
    <p:notesMasterId r:id="rId34"/>
  </p:notesMasterIdLst>
  <p:sldIdLst>
    <p:sldId id="379" r:id="rId3"/>
    <p:sldId id="378" r:id="rId4"/>
    <p:sldId id="377" r:id="rId5"/>
    <p:sldId id="376" r:id="rId6"/>
    <p:sldId id="375" r:id="rId7"/>
    <p:sldId id="374" r:id="rId8"/>
    <p:sldId id="373" r:id="rId9"/>
    <p:sldId id="372" r:id="rId10"/>
    <p:sldId id="371" r:id="rId11"/>
    <p:sldId id="370" r:id="rId12"/>
    <p:sldId id="369" r:id="rId13"/>
    <p:sldId id="368" r:id="rId14"/>
    <p:sldId id="367" r:id="rId15"/>
    <p:sldId id="366" r:id="rId16"/>
    <p:sldId id="365" r:id="rId17"/>
    <p:sldId id="364" r:id="rId18"/>
    <p:sldId id="363" r:id="rId19"/>
    <p:sldId id="362" r:id="rId20"/>
    <p:sldId id="361" r:id="rId21"/>
    <p:sldId id="360" r:id="rId22"/>
    <p:sldId id="359" r:id="rId23"/>
    <p:sldId id="358" r:id="rId24"/>
    <p:sldId id="357" r:id="rId25"/>
    <p:sldId id="356" r:id="rId26"/>
    <p:sldId id="355" r:id="rId27"/>
    <p:sldId id="354" r:id="rId28"/>
    <p:sldId id="353" r:id="rId29"/>
    <p:sldId id="352" r:id="rId30"/>
    <p:sldId id="351" r:id="rId31"/>
    <p:sldId id="350" r:id="rId32"/>
    <p:sldId id="380" r:id="rId33"/>
  </p:sldIdLst>
  <p:sldSz cx="9144000" cy="5143500" type="screen16x9"/>
  <p:notesSz cx="6858000" cy="9144000"/>
  <p:custDataLst>
    <p:tags r:id="rId35"/>
  </p:custDataLst>
  <p:defaultText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defaultTextStyle>
  <p:extLst>
    <p:ext uri="{EFAFB233-063F-42B5-8137-9DF3F51BA10A}">
      <p15:sldGuideLst xmlns:p15="http://schemas.microsoft.com/office/powerpoint/2012/main">
        <p15:guide id="1" pos="7333" userDrawn="1">
          <p15:clr>
            <a:srgbClr val="A4A3A4"/>
          </p15:clr>
        </p15:guide>
        <p15:guide id="2" orient="horz" pos="1888" userDrawn="1">
          <p15:clr>
            <a:srgbClr val="A4A3A4"/>
          </p15:clr>
        </p15:guide>
        <p15:guide id="3" orient="horz" pos="3906" userDrawn="1">
          <p15:clr>
            <a:srgbClr val="A4A3A4"/>
          </p15:clr>
        </p15:guide>
        <p15:guide id="4" orient="horz" pos="1416">
          <p15:clr>
            <a:srgbClr val="A4A3A4"/>
          </p15:clr>
        </p15:guide>
        <p15:guide id="5" orient="horz" pos="2940">
          <p15:clr>
            <a:srgbClr val="A4A3A4"/>
          </p15:clr>
        </p15:guide>
        <p15:guide id="6" pos="5500">
          <p15:clr>
            <a:srgbClr val="A4A3A4"/>
          </p15:clr>
        </p15:guide>
        <p15:guide id="7" pos="283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6C9A"/>
    <a:srgbClr val="FEA702"/>
    <a:srgbClr val="F7F8FA"/>
    <a:srgbClr val="CDCDCD"/>
    <a:srgbClr val="E2E2E2"/>
    <a:srgbClr val="EAEAEA"/>
    <a:srgbClr val="F7F7F9"/>
    <a:srgbClr val="E8E8E8"/>
    <a:srgbClr val="E0E0E0"/>
    <a:srgbClr val="ECEC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755" autoAdjust="0"/>
    <p:restoredTop sz="95334" autoAdjust="0"/>
  </p:normalViewPr>
  <p:slideViewPr>
    <p:cSldViewPr snapToGrid="0" showGuides="1">
      <p:cViewPr varScale="1">
        <p:scale>
          <a:sx n="108" d="100"/>
          <a:sy n="108" d="100"/>
        </p:scale>
        <p:origin x="907" y="62"/>
      </p:cViewPr>
      <p:guideLst>
        <p:guide pos="7333"/>
        <p:guide orient="horz" pos="1888"/>
        <p:guide orient="horz" pos="3906"/>
        <p:guide orient="horz" pos="1416"/>
        <p:guide orient="horz" pos="2940"/>
        <p:guide pos="5500"/>
        <p:guide pos="2835"/>
      </p:guideLst>
    </p:cSldViewPr>
  </p:slideViewPr>
  <p:notesTextViewPr>
    <p:cViewPr>
      <p:scale>
        <a:sx n="75" d="100"/>
        <a:sy n="75" d="100"/>
      </p:scale>
      <p:origin x="0" y="0"/>
    </p:cViewPr>
  </p:notesTextViewPr>
  <p:sorterViewPr>
    <p:cViewPr>
      <p:scale>
        <a:sx n="150" d="100"/>
        <a:sy n="15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gs" Target="tags/tag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cat>
            <c:strRef>
              <c:f>Sheet1!$A$2:$A$7</c:f>
              <c:strCache>
                <c:ptCount val="6"/>
                <c:pt idx="0">
                  <c:v>1月份</c:v>
                </c:pt>
                <c:pt idx="1">
                  <c:v>2月份</c:v>
                </c:pt>
                <c:pt idx="2">
                  <c:v>3月份</c:v>
                </c:pt>
                <c:pt idx="3">
                  <c:v>4月份</c:v>
                </c:pt>
                <c:pt idx="4">
                  <c:v>5月份</c:v>
                </c:pt>
                <c:pt idx="5">
                  <c:v>6月份</c:v>
                </c:pt>
              </c:strCache>
            </c:strRef>
          </c:cat>
          <c:val>
            <c:numRef>
              <c:f>Sheet1!$B$2:$B$7</c:f>
              <c:numCache>
                <c:formatCode>General</c:formatCode>
                <c:ptCount val="6"/>
                <c:pt idx="0">
                  <c:v>1.5</c:v>
                </c:pt>
                <c:pt idx="1">
                  <c:v>2.5</c:v>
                </c:pt>
                <c:pt idx="2">
                  <c:v>3.5</c:v>
                </c:pt>
                <c:pt idx="3">
                  <c:v>4.5</c:v>
                </c:pt>
                <c:pt idx="4">
                  <c:v>3.1</c:v>
                </c:pt>
                <c:pt idx="5">
                  <c:v>3.9</c:v>
                </c:pt>
              </c:numCache>
            </c:numRef>
          </c:val>
          <c:extLst>
            <c:ext xmlns:c16="http://schemas.microsoft.com/office/drawing/2014/chart" uri="{C3380CC4-5D6E-409C-BE32-E72D297353CC}">
              <c16:uniqueId val="{00000000-F4F2-4BED-86F8-268F9E2B389F}"/>
            </c:ext>
          </c:extLst>
        </c:ser>
        <c:dLbls>
          <c:showLegendKey val="0"/>
          <c:showVal val="0"/>
          <c:showCatName val="0"/>
          <c:showSerName val="0"/>
          <c:showPercent val="0"/>
          <c:showBubbleSize val="0"/>
        </c:dLbls>
        <c:gapWidth val="175"/>
        <c:overlap val="-27"/>
        <c:axId val="83303040"/>
        <c:axId val="115654016"/>
      </c:barChart>
      <c:catAx>
        <c:axId val="83303040"/>
        <c:scaling>
          <c:orientation val="minMax"/>
        </c:scaling>
        <c:delete val="0"/>
        <c:axPos val="b"/>
        <c:numFmt formatCode="General" sourceLinked="1"/>
        <c:majorTickMark val="out"/>
        <c:minorTickMark val="none"/>
        <c:tickLblPos val="nextTo"/>
        <c:spPr>
          <a:noFill/>
          <a:ln w="9525" cap="flat" cmpd="sng" algn="ctr">
            <a:noFill/>
            <a:round/>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ITC Avant Garde Std Bk" panose="020B0502020202020204" pitchFamily="34" charset="0"/>
                <a:ea typeface="方正正纤黑简体" panose="02000000000000000000" pitchFamily="2" charset="-122"/>
                <a:cs typeface="+mn-cs"/>
              </a:defRPr>
            </a:pPr>
            <a:endParaRPr lang="zh-CN"/>
          </a:p>
        </c:txPr>
        <c:crossAx val="115654016"/>
        <c:crosses val="autoZero"/>
        <c:auto val="1"/>
        <c:lblAlgn val="ctr"/>
        <c:lblOffset val="100"/>
        <c:noMultiLvlLbl val="0"/>
      </c:catAx>
      <c:valAx>
        <c:axId val="115654016"/>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ITC Avant Garde Std Bk" panose="020B0502020202020204" pitchFamily="34" charset="0"/>
                <a:ea typeface="+mn-ea"/>
                <a:cs typeface="+mn-cs"/>
              </a:defRPr>
            </a:pPr>
            <a:endParaRPr lang="zh-CN"/>
          </a:p>
        </c:txPr>
        <c:crossAx val="8330304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chemeClr val="accent2"/>
            </a:solidFill>
            <a:ln>
              <a:noFill/>
            </a:ln>
            <a:effectLst/>
          </c:spPr>
          <c:invertIfNegative val="0"/>
          <c:dPt>
            <c:idx val="3"/>
            <c:invertIfNegative val="0"/>
            <c:bubble3D val="0"/>
            <c:extLst>
              <c:ext xmlns:c16="http://schemas.microsoft.com/office/drawing/2014/chart" uri="{C3380CC4-5D6E-409C-BE32-E72D297353CC}">
                <c16:uniqueId val="{00000001-D2BD-4FA8-9935-52A8D011680C}"/>
              </c:ext>
            </c:extLst>
          </c:dPt>
          <c:cat>
            <c:strRef>
              <c:f>Sheet1!$A$2:$A$7</c:f>
              <c:strCache>
                <c:ptCount val="6"/>
                <c:pt idx="0">
                  <c:v>7月份</c:v>
                </c:pt>
                <c:pt idx="1">
                  <c:v>8月份</c:v>
                </c:pt>
                <c:pt idx="2">
                  <c:v>9月份</c:v>
                </c:pt>
                <c:pt idx="3">
                  <c:v>10月份</c:v>
                </c:pt>
                <c:pt idx="4">
                  <c:v>11月份</c:v>
                </c:pt>
                <c:pt idx="5">
                  <c:v>12月份</c:v>
                </c:pt>
              </c:strCache>
            </c:strRef>
          </c:cat>
          <c:val>
            <c:numRef>
              <c:f>Sheet1!$B$2:$B$7</c:f>
              <c:numCache>
                <c:formatCode>General</c:formatCode>
                <c:ptCount val="6"/>
                <c:pt idx="0">
                  <c:v>1.5</c:v>
                </c:pt>
                <c:pt idx="1">
                  <c:v>2.5</c:v>
                </c:pt>
                <c:pt idx="2">
                  <c:v>3.5</c:v>
                </c:pt>
                <c:pt idx="3">
                  <c:v>4.5</c:v>
                </c:pt>
                <c:pt idx="4">
                  <c:v>3.1</c:v>
                </c:pt>
                <c:pt idx="5">
                  <c:v>3.9</c:v>
                </c:pt>
              </c:numCache>
            </c:numRef>
          </c:val>
          <c:extLst>
            <c:ext xmlns:c16="http://schemas.microsoft.com/office/drawing/2014/chart" uri="{C3380CC4-5D6E-409C-BE32-E72D297353CC}">
              <c16:uniqueId val="{00000002-D2BD-4FA8-9935-52A8D011680C}"/>
            </c:ext>
          </c:extLst>
        </c:ser>
        <c:dLbls>
          <c:showLegendKey val="0"/>
          <c:showVal val="0"/>
          <c:showCatName val="0"/>
          <c:showSerName val="0"/>
          <c:showPercent val="0"/>
          <c:showBubbleSize val="0"/>
        </c:dLbls>
        <c:gapWidth val="175"/>
        <c:overlap val="-27"/>
        <c:axId val="115657344"/>
        <c:axId val="115667328"/>
      </c:barChart>
      <c:catAx>
        <c:axId val="115657344"/>
        <c:scaling>
          <c:orientation val="minMax"/>
        </c:scaling>
        <c:delete val="0"/>
        <c:axPos val="b"/>
        <c:numFmt formatCode="General" sourceLinked="1"/>
        <c:majorTickMark val="out"/>
        <c:minorTickMark val="none"/>
        <c:tickLblPos val="nextTo"/>
        <c:spPr>
          <a:noFill/>
          <a:ln w="9525" cap="flat" cmpd="sng" algn="ctr">
            <a:noFill/>
            <a:round/>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ITC Avant Garde Std Bk" panose="020B0502020202020204" pitchFamily="34" charset="0"/>
                <a:ea typeface="方正正纤黑简体" panose="02000000000000000000" pitchFamily="2" charset="-122"/>
                <a:cs typeface="+mn-cs"/>
              </a:defRPr>
            </a:pPr>
            <a:endParaRPr lang="zh-CN"/>
          </a:p>
        </c:txPr>
        <c:crossAx val="115667328"/>
        <c:crosses val="autoZero"/>
        <c:auto val="1"/>
        <c:lblAlgn val="ctr"/>
        <c:lblOffset val="100"/>
        <c:noMultiLvlLbl val="0"/>
      </c:catAx>
      <c:valAx>
        <c:axId val="115667328"/>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ITC Avant Garde Std Bk" panose="020B0502020202020204" pitchFamily="34" charset="0"/>
                <a:ea typeface="+mn-ea"/>
                <a:cs typeface="+mn-cs"/>
              </a:defRPr>
            </a:pPr>
            <a:endParaRPr lang="zh-CN"/>
          </a:p>
        </c:txPr>
        <c:crossAx val="11565734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CN"/>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ln>
              <a:noFill/>
            </a:ln>
            <a:effectLst>
              <a:innerShdw blurRad="127000" dist="50800" dir="13500000">
                <a:prstClr val="black">
                  <a:alpha val="30000"/>
                </a:prstClr>
              </a:innerShdw>
            </a:effectLst>
          </c:spPr>
          <c:dPt>
            <c:idx val="0"/>
            <c:bubble3D val="0"/>
            <c:spPr>
              <a:solidFill>
                <a:schemeClr val="accent1"/>
              </a:solidFill>
              <a:ln w="19050">
                <a:noFill/>
              </a:ln>
              <a:effectLst>
                <a:innerShdw blurRad="127000" dist="50800" dir="13500000">
                  <a:prstClr val="black">
                    <a:alpha val="30000"/>
                  </a:prstClr>
                </a:innerShdw>
              </a:effectLst>
            </c:spPr>
            <c:extLst>
              <c:ext xmlns:c16="http://schemas.microsoft.com/office/drawing/2014/chart" uri="{C3380CC4-5D6E-409C-BE32-E72D297353CC}">
                <c16:uniqueId val="{00000001-9C3F-4017-8A67-8B5768340F52}"/>
              </c:ext>
            </c:extLst>
          </c:dPt>
          <c:dPt>
            <c:idx val="1"/>
            <c:bubble3D val="0"/>
            <c:spPr>
              <a:solidFill>
                <a:schemeClr val="bg1">
                  <a:lumMod val="85000"/>
                </a:schemeClr>
              </a:solidFill>
              <a:ln w="19050">
                <a:noFill/>
              </a:ln>
              <a:effectLst>
                <a:innerShdw blurRad="127000" dist="50800" dir="13500000">
                  <a:prstClr val="black">
                    <a:alpha val="30000"/>
                  </a:prstClr>
                </a:innerShdw>
              </a:effectLst>
            </c:spPr>
            <c:extLst>
              <c:ext xmlns:c16="http://schemas.microsoft.com/office/drawing/2014/chart" uri="{C3380CC4-5D6E-409C-BE32-E72D297353CC}">
                <c16:uniqueId val="{00000001-EFD6-47F8-B702-73B365F017C6}"/>
              </c:ext>
            </c:extLst>
          </c:dPt>
          <c:cat>
            <c:strRef>
              <c:f>Sheet1!$A$2:$A$3</c:f>
              <c:strCache>
                <c:ptCount val="2"/>
                <c:pt idx="0">
                  <c:v>第一季度</c:v>
                </c:pt>
                <c:pt idx="1">
                  <c:v>第二季度</c:v>
                </c:pt>
              </c:strCache>
            </c:strRef>
          </c:cat>
          <c:val>
            <c:numRef>
              <c:f>Sheet1!$B$2:$B$3</c:f>
              <c:numCache>
                <c:formatCode>General</c:formatCode>
                <c:ptCount val="2"/>
                <c:pt idx="0">
                  <c:v>60</c:v>
                </c:pt>
                <c:pt idx="1">
                  <c:v>40</c:v>
                </c:pt>
              </c:numCache>
            </c:numRef>
          </c:val>
          <c:extLst>
            <c:ext xmlns:c16="http://schemas.microsoft.com/office/drawing/2014/chart" uri="{C3380CC4-5D6E-409C-BE32-E72D297353CC}">
              <c16:uniqueId val="{00000000-EFD6-47F8-B702-73B365F017C6}"/>
            </c:ext>
          </c:extLst>
        </c:ser>
        <c:dLbls>
          <c:showLegendKey val="0"/>
          <c:showVal val="0"/>
          <c:showCatName val="0"/>
          <c:showSerName val="0"/>
          <c:showPercent val="0"/>
          <c:showBubbleSize val="0"/>
          <c:showLeaderLines val="1"/>
        </c:dLbls>
        <c:firstSliceAng val="0"/>
        <c:holeSize val="86"/>
      </c:doughnutChart>
      <c:spPr>
        <a:noFill/>
        <a:ln>
          <a:noFill/>
        </a:ln>
        <a:effectLst/>
      </c:spPr>
    </c:plotArea>
    <c:plotVisOnly val="1"/>
    <c:dispBlanksAs val="gap"/>
    <c:showDLblsOverMax val="0"/>
  </c:chart>
  <c:spPr>
    <a:noFill/>
    <a:ln>
      <a:noFill/>
    </a:ln>
    <a:effectLst>
      <a:innerShdw blurRad="63500" dist="50800" dir="13500000">
        <a:prstClr val="black">
          <a:alpha val="50000"/>
        </a:prstClr>
      </a:innerShdw>
    </a:effectLst>
  </c:spPr>
  <c:txPr>
    <a:bodyPr/>
    <a:lstStyle/>
    <a:p>
      <a:pPr>
        <a:defRPr/>
      </a:pPr>
      <a:endParaRPr lang="zh-CN"/>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ln>
              <a:noFill/>
            </a:ln>
            <a:effectLst>
              <a:innerShdw blurRad="127000" dist="50800" dir="13500000">
                <a:prstClr val="black">
                  <a:alpha val="30000"/>
                </a:prstClr>
              </a:innerShdw>
            </a:effectLst>
          </c:spPr>
          <c:dPt>
            <c:idx val="0"/>
            <c:bubble3D val="0"/>
            <c:spPr>
              <a:solidFill>
                <a:schemeClr val="accent2"/>
              </a:solidFill>
              <a:ln w="19050">
                <a:noFill/>
              </a:ln>
              <a:effectLst>
                <a:innerShdw blurRad="127000" dist="50800" dir="13500000">
                  <a:prstClr val="black">
                    <a:alpha val="30000"/>
                  </a:prstClr>
                </a:innerShdw>
              </a:effectLst>
            </c:spPr>
            <c:extLst>
              <c:ext xmlns:c16="http://schemas.microsoft.com/office/drawing/2014/chart" uri="{C3380CC4-5D6E-409C-BE32-E72D297353CC}">
                <c16:uniqueId val="{00000001-E47C-43A3-9C8D-96D65DEA273D}"/>
              </c:ext>
            </c:extLst>
          </c:dPt>
          <c:dPt>
            <c:idx val="1"/>
            <c:bubble3D val="0"/>
            <c:spPr>
              <a:solidFill>
                <a:schemeClr val="bg1">
                  <a:lumMod val="85000"/>
                </a:schemeClr>
              </a:solidFill>
              <a:ln w="19050">
                <a:noFill/>
              </a:ln>
              <a:effectLst>
                <a:innerShdw blurRad="127000" dist="50800" dir="13500000">
                  <a:prstClr val="black">
                    <a:alpha val="30000"/>
                  </a:prstClr>
                </a:innerShdw>
              </a:effectLst>
            </c:spPr>
            <c:extLst>
              <c:ext xmlns:c16="http://schemas.microsoft.com/office/drawing/2014/chart" uri="{C3380CC4-5D6E-409C-BE32-E72D297353CC}">
                <c16:uniqueId val="{00000001-EFD6-47F8-B702-73B365F017C6}"/>
              </c:ext>
            </c:extLst>
          </c:dPt>
          <c:cat>
            <c:strRef>
              <c:f>Sheet1!$A$2:$A$3</c:f>
              <c:strCache>
                <c:ptCount val="2"/>
                <c:pt idx="0">
                  <c:v>第一季度</c:v>
                </c:pt>
                <c:pt idx="1">
                  <c:v>第二季度</c:v>
                </c:pt>
              </c:strCache>
            </c:strRef>
          </c:cat>
          <c:val>
            <c:numRef>
              <c:f>Sheet1!$B$2:$B$3</c:f>
              <c:numCache>
                <c:formatCode>General</c:formatCode>
                <c:ptCount val="2"/>
                <c:pt idx="0">
                  <c:v>75</c:v>
                </c:pt>
                <c:pt idx="1">
                  <c:v>25</c:v>
                </c:pt>
              </c:numCache>
            </c:numRef>
          </c:val>
          <c:extLst>
            <c:ext xmlns:c16="http://schemas.microsoft.com/office/drawing/2014/chart" uri="{C3380CC4-5D6E-409C-BE32-E72D297353CC}">
              <c16:uniqueId val="{00000000-EFD6-47F8-B702-73B365F017C6}"/>
            </c:ext>
          </c:extLst>
        </c:ser>
        <c:dLbls>
          <c:showLegendKey val="0"/>
          <c:showVal val="0"/>
          <c:showCatName val="0"/>
          <c:showSerName val="0"/>
          <c:showPercent val="0"/>
          <c:showBubbleSize val="0"/>
          <c:showLeaderLines val="1"/>
        </c:dLbls>
        <c:firstSliceAng val="0"/>
        <c:holeSize val="86"/>
      </c:doughnutChart>
      <c:spPr>
        <a:noFill/>
        <a:ln>
          <a:noFill/>
        </a:ln>
        <a:effectLst/>
      </c:spPr>
    </c:plotArea>
    <c:plotVisOnly val="1"/>
    <c:dispBlanksAs val="gap"/>
    <c:showDLblsOverMax val="0"/>
  </c:chart>
  <c:spPr>
    <a:noFill/>
    <a:ln>
      <a:noFill/>
    </a:ln>
    <a:effectLst>
      <a:innerShdw blurRad="63500" dist="50800" dir="13500000">
        <a:prstClr val="black">
          <a:alpha val="50000"/>
        </a:prstClr>
      </a:innerShdw>
    </a:effectLst>
  </c:spPr>
  <c:txPr>
    <a:bodyPr/>
    <a:lstStyle/>
    <a:p>
      <a:pPr>
        <a:defRPr/>
      </a:pPr>
      <a:endParaRPr lang="zh-CN"/>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ln>
              <a:noFill/>
            </a:ln>
            <a:effectLst>
              <a:innerShdw blurRad="127000" dist="50800" dir="13500000">
                <a:prstClr val="black">
                  <a:alpha val="30000"/>
                </a:prstClr>
              </a:innerShdw>
            </a:effectLst>
          </c:spPr>
          <c:dPt>
            <c:idx val="0"/>
            <c:bubble3D val="0"/>
            <c:spPr>
              <a:solidFill>
                <a:schemeClr val="bg1">
                  <a:lumMod val="75000"/>
                </a:schemeClr>
              </a:solidFill>
              <a:ln w="19050">
                <a:noFill/>
              </a:ln>
              <a:effectLst>
                <a:innerShdw blurRad="127000" dist="50800" dir="13500000">
                  <a:prstClr val="black">
                    <a:alpha val="30000"/>
                  </a:prstClr>
                </a:innerShdw>
              </a:effectLst>
            </c:spPr>
            <c:extLst>
              <c:ext xmlns:c16="http://schemas.microsoft.com/office/drawing/2014/chart" uri="{C3380CC4-5D6E-409C-BE32-E72D297353CC}">
                <c16:uniqueId val="{00000001-BCDE-46DE-9ED0-246AA9C593D0}"/>
              </c:ext>
            </c:extLst>
          </c:dPt>
          <c:dPt>
            <c:idx val="1"/>
            <c:bubble3D val="0"/>
            <c:spPr>
              <a:solidFill>
                <a:schemeClr val="bg1">
                  <a:lumMod val="85000"/>
                </a:schemeClr>
              </a:solidFill>
              <a:ln w="19050">
                <a:noFill/>
              </a:ln>
              <a:effectLst>
                <a:innerShdw blurRad="127000" dist="50800" dir="13500000">
                  <a:prstClr val="black">
                    <a:alpha val="30000"/>
                  </a:prstClr>
                </a:innerShdw>
              </a:effectLst>
            </c:spPr>
            <c:extLst>
              <c:ext xmlns:c16="http://schemas.microsoft.com/office/drawing/2014/chart" uri="{C3380CC4-5D6E-409C-BE32-E72D297353CC}">
                <c16:uniqueId val="{00000001-EFD6-47F8-B702-73B365F017C6}"/>
              </c:ext>
            </c:extLst>
          </c:dPt>
          <c:cat>
            <c:strRef>
              <c:f>Sheet1!$A$2:$A$3</c:f>
              <c:strCache>
                <c:ptCount val="2"/>
                <c:pt idx="0">
                  <c:v>第一季度</c:v>
                </c:pt>
                <c:pt idx="1">
                  <c:v>第二季度</c:v>
                </c:pt>
              </c:strCache>
            </c:strRef>
          </c:cat>
          <c:val>
            <c:numRef>
              <c:f>Sheet1!$B$2:$B$3</c:f>
              <c:numCache>
                <c:formatCode>General</c:formatCode>
                <c:ptCount val="2"/>
                <c:pt idx="0">
                  <c:v>60</c:v>
                </c:pt>
                <c:pt idx="1">
                  <c:v>40</c:v>
                </c:pt>
              </c:numCache>
            </c:numRef>
          </c:val>
          <c:extLst>
            <c:ext xmlns:c16="http://schemas.microsoft.com/office/drawing/2014/chart" uri="{C3380CC4-5D6E-409C-BE32-E72D297353CC}">
              <c16:uniqueId val="{00000000-EFD6-47F8-B702-73B365F017C6}"/>
            </c:ext>
          </c:extLst>
        </c:ser>
        <c:dLbls>
          <c:showLegendKey val="0"/>
          <c:showVal val="0"/>
          <c:showCatName val="0"/>
          <c:showSerName val="0"/>
          <c:showPercent val="0"/>
          <c:showBubbleSize val="0"/>
          <c:showLeaderLines val="1"/>
        </c:dLbls>
        <c:firstSliceAng val="0"/>
        <c:holeSize val="86"/>
      </c:doughnutChart>
      <c:spPr>
        <a:noFill/>
        <a:ln>
          <a:noFill/>
        </a:ln>
        <a:effectLst/>
      </c:spPr>
    </c:plotArea>
    <c:plotVisOnly val="1"/>
    <c:dispBlanksAs val="gap"/>
    <c:showDLblsOverMax val="0"/>
  </c:chart>
  <c:spPr>
    <a:noFill/>
    <a:ln>
      <a:noFill/>
    </a:ln>
    <a:effectLst>
      <a:innerShdw blurRad="63500" dist="50800" dir="13500000">
        <a:prstClr val="black">
          <a:alpha val="50000"/>
        </a:prstClr>
      </a:innerShdw>
    </a:effectLst>
  </c:spPr>
  <c:txPr>
    <a:bodyPr/>
    <a:lstStyle/>
    <a:p>
      <a:pPr>
        <a:defRPr/>
      </a:pPr>
      <a:endParaRPr lang="zh-CN"/>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F28D13-26FC-4530-9D3A-9D0CA85A8CBA}" type="datetimeFigureOut">
              <a:rPr lang="zh-CN" altLang="en-US" smtClean="0"/>
              <a:t>2021/3/21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C9B631-81E8-4019-838E-748D95B68351}" type="slidenum">
              <a:rPr lang="zh-CN" altLang="en-US" smtClean="0"/>
              <a:t>‹#›</a:t>
            </a:fld>
            <a:endParaRPr lang="zh-CN" altLang="en-US"/>
          </a:p>
        </p:txBody>
      </p:sp>
    </p:spTree>
    <p:extLst>
      <p:ext uri="{BB962C8B-B14F-4D97-AF65-F5344CB8AC3E}">
        <p14:creationId xmlns:p14="http://schemas.microsoft.com/office/powerpoint/2010/main" val="390179327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1</a:t>
            </a:fld>
            <a:endParaRPr lang="zh-CN" altLang="en-US"/>
          </a:p>
        </p:txBody>
      </p:sp>
    </p:spTree>
    <p:extLst>
      <p:ext uri="{BB962C8B-B14F-4D97-AF65-F5344CB8AC3E}">
        <p14:creationId xmlns:p14="http://schemas.microsoft.com/office/powerpoint/2010/main" val="558055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2</a:t>
            </a:fld>
            <a:endParaRPr lang="zh-CN" altLang="en-US"/>
          </a:p>
        </p:txBody>
      </p:sp>
    </p:spTree>
    <p:extLst>
      <p:ext uri="{BB962C8B-B14F-4D97-AF65-F5344CB8AC3E}">
        <p14:creationId xmlns:p14="http://schemas.microsoft.com/office/powerpoint/2010/main" val="5631275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3</a:t>
            </a:fld>
            <a:endParaRPr lang="zh-CN" altLang="en-US"/>
          </a:p>
        </p:txBody>
      </p:sp>
    </p:spTree>
    <p:extLst>
      <p:ext uri="{BB962C8B-B14F-4D97-AF65-F5344CB8AC3E}">
        <p14:creationId xmlns:p14="http://schemas.microsoft.com/office/powerpoint/2010/main" val="32382649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4</a:t>
            </a:fld>
            <a:endParaRPr lang="zh-CN" altLang="en-US"/>
          </a:p>
        </p:txBody>
      </p:sp>
    </p:spTree>
    <p:extLst>
      <p:ext uri="{BB962C8B-B14F-4D97-AF65-F5344CB8AC3E}">
        <p14:creationId xmlns:p14="http://schemas.microsoft.com/office/powerpoint/2010/main" val="41627261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5</a:t>
            </a:fld>
            <a:endParaRPr lang="zh-CN" altLang="en-US"/>
          </a:p>
        </p:txBody>
      </p:sp>
    </p:spTree>
    <p:extLst>
      <p:ext uri="{BB962C8B-B14F-4D97-AF65-F5344CB8AC3E}">
        <p14:creationId xmlns:p14="http://schemas.microsoft.com/office/powerpoint/2010/main" val="39793262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6</a:t>
            </a:fld>
            <a:endParaRPr lang="zh-CN" altLang="en-US"/>
          </a:p>
        </p:txBody>
      </p:sp>
    </p:spTree>
    <p:extLst>
      <p:ext uri="{BB962C8B-B14F-4D97-AF65-F5344CB8AC3E}">
        <p14:creationId xmlns:p14="http://schemas.microsoft.com/office/powerpoint/2010/main" val="28563647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7</a:t>
            </a:fld>
            <a:endParaRPr lang="zh-CN" altLang="en-US"/>
          </a:p>
        </p:txBody>
      </p:sp>
    </p:spTree>
    <p:extLst>
      <p:ext uri="{BB962C8B-B14F-4D97-AF65-F5344CB8AC3E}">
        <p14:creationId xmlns:p14="http://schemas.microsoft.com/office/powerpoint/2010/main" val="37589679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8</a:t>
            </a:fld>
            <a:endParaRPr lang="zh-CN" altLang="en-US"/>
          </a:p>
        </p:txBody>
      </p:sp>
    </p:spTree>
    <p:extLst>
      <p:ext uri="{BB962C8B-B14F-4D97-AF65-F5344CB8AC3E}">
        <p14:creationId xmlns:p14="http://schemas.microsoft.com/office/powerpoint/2010/main" val="41100098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9</a:t>
            </a:fld>
            <a:endParaRPr lang="zh-CN" altLang="en-US"/>
          </a:p>
        </p:txBody>
      </p:sp>
    </p:spTree>
    <p:extLst>
      <p:ext uri="{BB962C8B-B14F-4D97-AF65-F5344CB8AC3E}">
        <p14:creationId xmlns:p14="http://schemas.microsoft.com/office/powerpoint/2010/main" val="31803262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10</a:t>
            </a:fld>
            <a:endParaRPr lang="zh-CN" altLang="en-US"/>
          </a:p>
        </p:txBody>
      </p:sp>
    </p:spTree>
    <p:extLst>
      <p:ext uri="{BB962C8B-B14F-4D97-AF65-F5344CB8AC3E}">
        <p14:creationId xmlns:p14="http://schemas.microsoft.com/office/powerpoint/2010/main" val="23832593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11</a:t>
            </a:fld>
            <a:endParaRPr lang="zh-CN" altLang="en-US"/>
          </a:p>
        </p:txBody>
      </p:sp>
    </p:spTree>
    <p:extLst>
      <p:ext uri="{BB962C8B-B14F-4D97-AF65-F5344CB8AC3E}">
        <p14:creationId xmlns:p14="http://schemas.microsoft.com/office/powerpoint/2010/main" val="35246772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12</a:t>
            </a:fld>
            <a:endParaRPr lang="zh-CN" altLang="en-US"/>
          </a:p>
        </p:txBody>
      </p:sp>
    </p:spTree>
    <p:extLst>
      <p:ext uri="{BB962C8B-B14F-4D97-AF65-F5344CB8AC3E}">
        <p14:creationId xmlns:p14="http://schemas.microsoft.com/office/powerpoint/2010/main" val="36433023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13</a:t>
            </a:fld>
            <a:endParaRPr lang="zh-CN" altLang="en-US"/>
          </a:p>
        </p:txBody>
      </p:sp>
    </p:spTree>
    <p:extLst>
      <p:ext uri="{BB962C8B-B14F-4D97-AF65-F5344CB8AC3E}">
        <p14:creationId xmlns:p14="http://schemas.microsoft.com/office/powerpoint/2010/main" val="28112478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14</a:t>
            </a:fld>
            <a:endParaRPr lang="zh-CN" altLang="en-US"/>
          </a:p>
        </p:txBody>
      </p:sp>
    </p:spTree>
    <p:extLst>
      <p:ext uri="{BB962C8B-B14F-4D97-AF65-F5344CB8AC3E}">
        <p14:creationId xmlns:p14="http://schemas.microsoft.com/office/powerpoint/2010/main" val="28671421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15</a:t>
            </a:fld>
            <a:endParaRPr lang="zh-CN" altLang="en-US"/>
          </a:p>
        </p:txBody>
      </p:sp>
    </p:spTree>
    <p:extLst>
      <p:ext uri="{BB962C8B-B14F-4D97-AF65-F5344CB8AC3E}">
        <p14:creationId xmlns:p14="http://schemas.microsoft.com/office/powerpoint/2010/main" val="31349587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16</a:t>
            </a:fld>
            <a:endParaRPr lang="zh-CN" altLang="en-US"/>
          </a:p>
        </p:txBody>
      </p:sp>
    </p:spTree>
    <p:extLst>
      <p:ext uri="{BB962C8B-B14F-4D97-AF65-F5344CB8AC3E}">
        <p14:creationId xmlns:p14="http://schemas.microsoft.com/office/powerpoint/2010/main" val="12925828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17</a:t>
            </a:fld>
            <a:endParaRPr lang="zh-CN" altLang="en-US"/>
          </a:p>
        </p:txBody>
      </p:sp>
    </p:spTree>
    <p:extLst>
      <p:ext uri="{BB962C8B-B14F-4D97-AF65-F5344CB8AC3E}">
        <p14:creationId xmlns:p14="http://schemas.microsoft.com/office/powerpoint/2010/main" val="13192748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18</a:t>
            </a:fld>
            <a:endParaRPr lang="zh-CN" altLang="en-US"/>
          </a:p>
        </p:txBody>
      </p:sp>
    </p:spTree>
    <p:extLst>
      <p:ext uri="{BB962C8B-B14F-4D97-AF65-F5344CB8AC3E}">
        <p14:creationId xmlns:p14="http://schemas.microsoft.com/office/powerpoint/2010/main" val="17321471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19</a:t>
            </a:fld>
            <a:endParaRPr lang="zh-CN" altLang="en-US"/>
          </a:p>
        </p:txBody>
      </p:sp>
    </p:spTree>
    <p:extLst>
      <p:ext uri="{BB962C8B-B14F-4D97-AF65-F5344CB8AC3E}">
        <p14:creationId xmlns:p14="http://schemas.microsoft.com/office/powerpoint/2010/main" val="16893576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20</a:t>
            </a:fld>
            <a:endParaRPr lang="zh-CN" altLang="en-US"/>
          </a:p>
        </p:txBody>
      </p:sp>
    </p:spTree>
    <p:extLst>
      <p:ext uri="{BB962C8B-B14F-4D97-AF65-F5344CB8AC3E}">
        <p14:creationId xmlns:p14="http://schemas.microsoft.com/office/powerpoint/2010/main" val="13164918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21</a:t>
            </a:fld>
            <a:endParaRPr lang="zh-CN" altLang="en-US"/>
          </a:p>
        </p:txBody>
      </p:sp>
    </p:spTree>
    <p:extLst>
      <p:ext uri="{BB962C8B-B14F-4D97-AF65-F5344CB8AC3E}">
        <p14:creationId xmlns:p14="http://schemas.microsoft.com/office/powerpoint/2010/main" val="17861606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22</a:t>
            </a:fld>
            <a:endParaRPr lang="zh-CN" altLang="en-US"/>
          </a:p>
        </p:txBody>
      </p:sp>
    </p:spTree>
    <p:extLst>
      <p:ext uri="{BB962C8B-B14F-4D97-AF65-F5344CB8AC3E}">
        <p14:creationId xmlns:p14="http://schemas.microsoft.com/office/powerpoint/2010/main" val="27110023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23</a:t>
            </a:fld>
            <a:endParaRPr lang="zh-CN" altLang="en-US"/>
          </a:p>
        </p:txBody>
      </p:sp>
    </p:spTree>
    <p:extLst>
      <p:ext uri="{BB962C8B-B14F-4D97-AF65-F5344CB8AC3E}">
        <p14:creationId xmlns:p14="http://schemas.microsoft.com/office/powerpoint/2010/main" val="34057721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24</a:t>
            </a:fld>
            <a:endParaRPr lang="zh-CN" altLang="en-US"/>
          </a:p>
        </p:txBody>
      </p:sp>
    </p:spTree>
    <p:extLst>
      <p:ext uri="{BB962C8B-B14F-4D97-AF65-F5344CB8AC3E}">
        <p14:creationId xmlns:p14="http://schemas.microsoft.com/office/powerpoint/2010/main" val="20199074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25</a:t>
            </a:fld>
            <a:endParaRPr lang="zh-CN" altLang="en-US"/>
          </a:p>
        </p:txBody>
      </p:sp>
    </p:spTree>
    <p:extLst>
      <p:ext uri="{BB962C8B-B14F-4D97-AF65-F5344CB8AC3E}">
        <p14:creationId xmlns:p14="http://schemas.microsoft.com/office/powerpoint/2010/main" val="22353266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26</a:t>
            </a:fld>
            <a:endParaRPr lang="zh-CN" altLang="en-US"/>
          </a:p>
        </p:txBody>
      </p:sp>
    </p:spTree>
    <p:extLst>
      <p:ext uri="{BB962C8B-B14F-4D97-AF65-F5344CB8AC3E}">
        <p14:creationId xmlns:p14="http://schemas.microsoft.com/office/powerpoint/2010/main" val="36289840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27</a:t>
            </a:fld>
            <a:endParaRPr lang="zh-CN" altLang="en-US"/>
          </a:p>
        </p:txBody>
      </p:sp>
    </p:spTree>
    <p:extLst>
      <p:ext uri="{BB962C8B-B14F-4D97-AF65-F5344CB8AC3E}">
        <p14:creationId xmlns:p14="http://schemas.microsoft.com/office/powerpoint/2010/main" val="30069026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28</a:t>
            </a:fld>
            <a:endParaRPr lang="zh-CN" altLang="en-US"/>
          </a:p>
        </p:txBody>
      </p:sp>
    </p:spTree>
    <p:extLst>
      <p:ext uri="{BB962C8B-B14F-4D97-AF65-F5344CB8AC3E}">
        <p14:creationId xmlns:p14="http://schemas.microsoft.com/office/powerpoint/2010/main" val="40444372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29</a:t>
            </a:fld>
            <a:endParaRPr lang="zh-CN" altLang="en-US"/>
          </a:p>
        </p:txBody>
      </p:sp>
    </p:spTree>
    <p:extLst>
      <p:ext uri="{BB962C8B-B14F-4D97-AF65-F5344CB8AC3E}">
        <p14:creationId xmlns:p14="http://schemas.microsoft.com/office/powerpoint/2010/main" val="11225764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a:t>
            </a:r>
            <a:r>
              <a:rPr lang="en-US" altLang="zh-CN" dirty="0"/>
              <a:t>http://www.1ppt.com</a:t>
            </a:r>
            <a:r>
              <a:rPr lang="zh-CN" altLang="en-US" dirty="0"/>
              <a:t>（复制链接到浏览器打开）</a:t>
            </a:r>
          </a:p>
        </p:txBody>
      </p:sp>
      <p:sp>
        <p:nvSpPr>
          <p:cNvPr id="4" name="灯片编号占位符 3"/>
          <p:cNvSpPr>
            <a:spLocks noGrp="1"/>
          </p:cNvSpPr>
          <p:nvPr>
            <p:ph type="sldNum" sz="quarter" idx="10"/>
          </p:nvPr>
        </p:nvSpPr>
        <p:spPr/>
        <p:txBody>
          <a:bodyPr/>
          <a:lstStyle/>
          <a:p>
            <a:fld id="{82C9B631-81E8-4019-838E-748D95B68351}" type="slidenum">
              <a:rPr lang="zh-CN" altLang="en-US" smtClean="0"/>
              <a:t>30</a:t>
            </a:fld>
            <a:endParaRPr lang="zh-CN" altLang="en-US"/>
          </a:p>
        </p:txBody>
      </p:sp>
    </p:spTree>
    <p:extLst>
      <p:ext uri="{BB962C8B-B14F-4D97-AF65-F5344CB8AC3E}">
        <p14:creationId xmlns:p14="http://schemas.microsoft.com/office/powerpoint/2010/main" val="1500886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1"/>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a:defRPr/>
            </a:pPr>
            <a:fld id="{406E9206-D2D6-4057-92D4-39C87A03E66D}" type="datetime1">
              <a:rPr lang="en-US" altLang="zh-CN" smtClean="0">
                <a:solidFill>
                  <a:prstClr val="black">
                    <a:tint val="75000"/>
                  </a:prstClr>
                </a:solidFill>
              </a:rPr>
              <a:pPr>
                <a:defRPr/>
              </a:pPr>
              <a:t>3/21/2021</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9568851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C052E9E1-D97D-4C90-BB96-FA1ED58B786F}" type="datetime1">
              <a:rPr lang="en-US" altLang="zh-CN" smtClean="0">
                <a:solidFill>
                  <a:prstClr val="black">
                    <a:tint val="75000"/>
                  </a:prstClr>
                </a:solidFill>
              </a:rPr>
              <a:pPr>
                <a:defRPr/>
              </a:pPr>
              <a:t>3/21/2021</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766227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8"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2"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814779EE-1E16-4CC5-A459-C716090F6017}" type="datetime1">
              <a:rPr lang="en-US" altLang="zh-CN" smtClean="0">
                <a:solidFill>
                  <a:prstClr val="black">
                    <a:tint val="75000"/>
                  </a:prstClr>
                </a:solidFill>
              </a:rPr>
              <a:pPr>
                <a:defRPr/>
              </a:pPr>
              <a:t>3/21/2021</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41239966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fld id="{A3311C9F-D64E-4824-A709-CF61DE4E0BDD}" type="datetime1">
              <a:rPr lang="en-US" altLang="zh-CN" smtClean="0">
                <a:solidFill>
                  <a:prstClr val="black">
                    <a:tint val="75000"/>
                  </a:prstClr>
                </a:solidFill>
              </a:rPr>
              <a:pPr>
                <a:defRPr/>
              </a:pPr>
              <a:t>3/21/2021</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899171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189" indent="0">
              <a:buNone/>
              <a:defRPr sz="2000" b="1"/>
            </a:lvl2pPr>
            <a:lvl3pPr marL="914378" indent="0">
              <a:buNone/>
              <a:defRPr sz="1800" b="1"/>
            </a:lvl3pPr>
            <a:lvl4pPr marL="1371566" indent="0">
              <a:buNone/>
              <a:defRPr sz="1600" b="1"/>
            </a:lvl4pPr>
            <a:lvl5pPr marL="1828754" indent="0">
              <a:buNone/>
              <a:defRPr sz="1600" b="1"/>
            </a:lvl5pPr>
            <a:lvl6pPr marL="2285943" indent="0">
              <a:buNone/>
              <a:defRPr sz="1600" b="1"/>
            </a:lvl6pPr>
            <a:lvl7pPr marL="2743132"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9" y="1151335"/>
            <a:ext cx="4041775" cy="479822"/>
          </a:xfrm>
        </p:spPr>
        <p:txBody>
          <a:bodyPr anchor="b"/>
          <a:lstStyle>
            <a:lvl1pPr marL="0" indent="0">
              <a:buNone/>
              <a:defRPr sz="2400" b="1"/>
            </a:lvl1pPr>
            <a:lvl2pPr marL="457189" indent="0">
              <a:buNone/>
              <a:defRPr sz="2000" b="1"/>
            </a:lvl2pPr>
            <a:lvl3pPr marL="914378" indent="0">
              <a:buNone/>
              <a:defRPr sz="1800" b="1"/>
            </a:lvl3pPr>
            <a:lvl4pPr marL="1371566" indent="0">
              <a:buNone/>
              <a:defRPr sz="1600" b="1"/>
            </a:lvl4pPr>
            <a:lvl5pPr marL="1828754" indent="0">
              <a:buNone/>
              <a:defRPr sz="1600" b="1"/>
            </a:lvl5pPr>
            <a:lvl6pPr marL="2285943" indent="0">
              <a:buNone/>
              <a:defRPr sz="1600" b="1"/>
            </a:lvl6pPr>
            <a:lvl7pPr marL="2743132"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9"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fld id="{0A4318BD-B3C6-4D4B-B871-C29490A2E55A}" type="datetime1">
              <a:rPr lang="en-US" altLang="zh-CN" smtClean="0">
                <a:solidFill>
                  <a:prstClr val="black">
                    <a:tint val="75000"/>
                  </a:prstClr>
                </a:solidFill>
              </a:rPr>
              <a:pPr>
                <a:defRPr/>
              </a:pPr>
              <a:t>3/21/2021</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pPr>
              <a:defRPr/>
            </a:pPr>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939021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fld id="{E14CAFC4-799C-4CDE-B92B-8C262F06CF3E}" type="datetime1">
              <a:rPr lang="en-US" altLang="zh-CN" smtClean="0">
                <a:solidFill>
                  <a:prstClr val="black">
                    <a:tint val="75000"/>
                  </a:prstClr>
                </a:solidFill>
              </a:rPr>
              <a:pPr>
                <a:defRPr/>
              </a:pPr>
              <a:t>3/21/2021</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pPr>
              <a:defRPr/>
            </a:pPr>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1812333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圆角矩形 4"/>
          <p:cNvSpPr/>
          <p:nvPr userDrawn="1"/>
        </p:nvSpPr>
        <p:spPr>
          <a:xfrm>
            <a:off x="854725" y="773443"/>
            <a:ext cx="7434551" cy="32168"/>
          </a:xfrm>
          <a:prstGeom prst="roundRect">
            <a:avLst>
              <a:gd name="adj" fmla="val 50000"/>
            </a:avLst>
          </a:prstGeom>
          <a:gradFill>
            <a:gsLst>
              <a:gs pos="0">
                <a:schemeClr val="bg1">
                  <a:lumMod val="75000"/>
                </a:schemeClr>
              </a:gs>
              <a:gs pos="100000">
                <a:schemeClr val="bg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srgbClr val="FFFFFF"/>
              </a:solidFill>
              <a:effectLst/>
              <a:uLnTx/>
              <a:uFillTx/>
              <a:latin typeface="Calibri"/>
              <a:ea typeface="宋体" panose="02010600030101010101" pitchFamily="2" charset="-122"/>
              <a:cs typeface="+mn-cs"/>
            </a:endParaRPr>
          </a:p>
        </p:txBody>
      </p:sp>
      <p:sp>
        <p:nvSpPr>
          <p:cNvPr id="6" name="圆角矩形 5"/>
          <p:cNvSpPr/>
          <p:nvPr userDrawn="1"/>
        </p:nvSpPr>
        <p:spPr>
          <a:xfrm>
            <a:off x="4425042" y="4838923"/>
            <a:ext cx="293917" cy="16508"/>
          </a:xfrm>
          <a:prstGeom prst="roundRect">
            <a:avLst>
              <a:gd name="adj" fmla="val 50000"/>
            </a:avLst>
          </a:prstGeom>
          <a:gradFill>
            <a:gsLst>
              <a:gs pos="0">
                <a:schemeClr val="bg1">
                  <a:lumMod val="75000"/>
                </a:schemeClr>
              </a:gs>
              <a:gs pos="100000">
                <a:schemeClr val="bg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srgbClr val="FFFFFF"/>
              </a:solidFill>
              <a:effectLst/>
              <a:uLnTx/>
              <a:uFillTx/>
              <a:latin typeface="Calibri"/>
              <a:ea typeface="宋体" panose="02010600030101010101" pitchFamily="2" charset="-122"/>
              <a:cs typeface="+mn-cs"/>
            </a:endParaRPr>
          </a:p>
        </p:txBody>
      </p:sp>
      <p:sp>
        <p:nvSpPr>
          <p:cNvPr id="7" name="日期占位符 6"/>
          <p:cNvSpPr>
            <a:spLocks noGrp="1"/>
          </p:cNvSpPr>
          <p:nvPr>
            <p:ph type="dt" sz="half" idx="10"/>
          </p:nvPr>
        </p:nvSpPr>
        <p:spPr/>
        <p:txBody>
          <a:bodyPr/>
          <a:lstStyle/>
          <a:p>
            <a:pPr>
              <a:defRPr/>
            </a:pPr>
            <a:fld id="{3E729073-8FFE-4F18-B513-07581FC6638E}" type="datetime1">
              <a:rPr lang="en-US" altLang="zh-CN" smtClean="0">
                <a:solidFill>
                  <a:prstClr val="black">
                    <a:tint val="75000"/>
                  </a:prstClr>
                </a:solidFill>
              </a:rPr>
              <a:pPr>
                <a:defRPr/>
              </a:pPr>
              <a:t>3/21/2021</a:t>
            </a:fld>
            <a:endParaRPr lang="en-US">
              <a:solidFill>
                <a:prstClr val="black">
                  <a:tint val="75000"/>
                </a:prstClr>
              </a:solidFill>
            </a:endParaRPr>
          </a:p>
        </p:txBody>
      </p:sp>
      <p:sp>
        <p:nvSpPr>
          <p:cNvPr id="9" name="灯片编号占位符 8"/>
          <p:cNvSpPr>
            <a:spLocks noGrp="1"/>
          </p:cNvSpPr>
          <p:nvPr>
            <p:ph type="sldNum" sz="quarter" idx="12"/>
          </p:nvPr>
        </p:nvSpPr>
        <p:spPr>
          <a:xfrm>
            <a:off x="3505200" y="4797170"/>
            <a:ext cx="2133600" cy="273844"/>
          </a:xfrm>
        </p:spPr>
        <p:txBody>
          <a:bodyPr/>
          <a:lstStyle>
            <a:lvl1pPr algn="ctr">
              <a:defRPr>
                <a:latin typeface="ITC Avant Garde Std Bk" panose="020B0502020202020204" pitchFamily="34" charset="0"/>
              </a:defRPr>
            </a:lvl1pPr>
          </a:lstStyle>
          <a:p>
            <a:pPr>
              <a:defRPr/>
            </a:pPr>
            <a:fld id="{601EE9E8-4134-49B0-9AA7-3089E6521627}"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322153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7146379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90"/>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076328"/>
            <a:ext cx="3008313" cy="3518297"/>
          </a:xfrm>
        </p:spPr>
        <p:txBody>
          <a:bodyPr/>
          <a:lstStyle>
            <a:lvl1pPr marL="0" indent="0">
              <a:buNone/>
              <a:defRPr sz="1400"/>
            </a:lvl1pPr>
            <a:lvl2pPr marL="457189" indent="0">
              <a:buNone/>
              <a:defRPr sz="1200"/>
            </a:lvl2pPr>
            <a:lvl3pPr marL="914378" indent="0">
              <a:buNone/>
              <a:defRPr sz="1000"/>
            </a:lvl3pPr>
            <a:lvl4pPr marL="1371566" indent="0">
              <a:buNone/>
              <a:defRPr sz="900"/>
            </a:lvl4pPr>
            <a:lvl5pPr marL="1828754" indent="0">
              <a:buNone/>
              <a:defRPr sz="900"/>
            </a:lvl5pPr>
            <a:lvl6pPr marL="2285943" indent="0">
              <a:buNone/>
              <a:defRPr sz="900"/>
            </a:lvl6pPr>
            <a:lvl7pPr marL="2743132"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43C7FCF6-76BD-4495-B08F-4C059D2BA31F}" type="datetime1">
              <a:rPr lang="en-US" altLang="zh-CN" smtClean="0">
                <a:solidFill>
                  <a:prstClr val="black">
                    <a:tint val="75000"/>
                  </a:prstClr>
                </a:solidFill>
              </a:rPr>
              <a:pPr>
                <a:defRPr/>
              </a:pPr>
              <a:t>3/21/2021</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862565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189" indent="0">
              <a:buNone/>
              <a:defRPr sz="2800"/>
            </a:lvl2pPr>
            <a:lvl3pPr marL="914378" indent="0">
              <a:buNone/>
              <a:defRPr sz="2400"/>
            </a:lvl3pPr>
            <a:lvl4pPr marL="1371566" indent="0">
              <a:buNone/>
              <a:defRPr sz="2000"/>
            </a:lvl4pPr>
            <a:lvl5pPr marL="1828754" indent="0">
              <a:buNone/>
              <a:defRPr sz="2000"/>
            </a:lvl5pPr>
            <a:lvl6pPr marL="2285943" indent="0">
              <a:buNone/>
              <a:defRPr sz="2000"/>
            </a:lvl6pPr>
            <a:lvl7pPr marL="2743132" indent="0">
              <a:buNone/>
              <a:defRPr sz="2000"/>
            </a:lvl7pPr>
            <a:lvl8pPr marL="3200320" indent="0">
              <a:buNone/>
              <a:defRPr sz="2000"/>
            </a:lvl8pPr>
            <a:lvl9pPr marL="3657509" indent="0">
              <a:buNone/>
              <a:defRPr sz="2000"/>
            </a:lvl9pPr>
          </a:lstStyle>
          <a:p>
            <a:endParaRPr lang="en-US"/>
          </a:p>
        </p:txBody>
      </p:sp>
      <p:sp>
        <p:nvSpPr>
          <p:cNvPr id="4" name="Text Placeholder 3"/>
          <p:cNvSpPr>
            <a:spLocks noGrp="1"/>
          </p:cNvSpPr>
          <p:nvPr>
            <p:ph type="body" sz="half" idx="2"/>
          </p:nvPr>
        </p:nvSpPr>
        <p:spPr>
          <a:xfrm>
            <a:off x="1792288" y="4025505"/>
            <a:ext cx="5486400" cy="603647"/>
          </a:xfrm>
        </p:spPr>
        <p:txBody>
          <a:bodyPr/>
          <a:lstStyle>
            <a:lvl1pPr marL="0" indent="0">
              <a:buNone/>
              <a:defRPr sz="1400"/>
            </a:lvl1pPr>
            <a:lvl2pPr marL="457189" indent="0">
              <a:buNone/>
              <a:defRPr sz="1200"/>
            </a:lvl2pPr>
            <a:lvl3pPr marL="914378" indent="0">
              <a:buNone/>
              <a:defRPr sz="1000"/>
            </a:lvl3pPr>
            <a:lvl4pPr marL="1371566" indent="0">
              <a:buNone/>
              <a:defRPr sz="900"/>
            </a:lvl4pPr>
            <a:lvl5pPr marL="1828754" indent="0">
              <a:buNone/>
              <a:defRPr sz="900"/>
            </a:lvl5pPr>
            <a:lvl6pPr marL="2285943" indent="0">
              <a:buNone/>
              <a:defRPr sz="900"/>
            </a:lvl6pPr>
            <a:lvl7pPr marL="2743132"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E257577C-F53D-4BB9-9408-EB84DEB3CD80}" type="datetime1">
              <a:rPr lang="en-US" altLang="zh-CN" smtClean="0">
                <a:solidFill>
                  <a:prstClr val="black">
                    <a:tint val="75000"/>
                  </a:prstClr>
                </a:solidFill>
              </a:rPr>
              <a:pPr>
                <a:defRPr/>
              </a:pPr>
              <a:t>3/21/2021</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712335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77D58058-BD14-4845-947D-4A9B79A00D09}" type="datetime1">
              <a:rPr lang="en-US" altLang="zh-CN" smtClean="0">
                <a:solidFill>
                  <a:prstClr val="black">
                    <a:tint val="75000"/>
                  </a:prstClr>
                </a:solidFill>
              </a:rPr>
              <a:pPr>
                <a:defRPr/>
              </a:pPr>
              <a:t>3/21/2021</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42085289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0"/>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80"/>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18ECB469-C949-4E3F-B0CB-0C15DA7B7F92}" type="datetime1">
              <a:rPr lang="en-US" altLang="zh-CN" smtClean="0">
                <a:solidFill>
                  <a:prstClr val="black">
                    <a:tint val="75000"/>
                  </a:prstClr>
                </a:solidFill>
              </a:rPr>
              <a:pPr>
                <a:defRPr/>
              </a:pPr>
              <a:t>3/21/2021</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2162487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7798101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2021/3/21</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2328866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2021/3/21</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0675350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2021/3/21</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1439729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2021/3/21</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4323006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2021/3/21</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7561148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2021/3/21</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6134252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2021/3/21</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654654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2021/3/21</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6154218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2021/3/21</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3642723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2021/3/21</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32955177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2021/3/21</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8272209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68580" tIns="34290" rIns="68580" bIns="34290" rtlCol="0" anchor="ctr">
            <a:normAutofit/>
          </a:bodyPr>
          <a:lstStyle/>
          <a:p>
            <a:r>
              <a:rPr lang="en-US" dirty="0"/>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68580" tIns="34290" rIns="68580" bIns="3429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lIns="68580" tIns="34290" rIns="68580" bIns="34290" rtlCol="0" anchor="ctr"/>
          <a:lstStyle>
            <a:lvl1pPr algn="l">
              <a:defRPr sz="1200">
                <a:solidFill>
                  <a:schemeClr val="tx1">
                    <a:tint val="75000"/>
                  </a:schemeClr>
                </a:solidFill>
              </a:defRPr>
            </a:lvl1pPr>
          </a:lstStyle>
          <a:p>
            <a:pPr>
              <a:defRPr/>
            </a:pPr>
            <a:fld id="{9196EC2F-0988-4314-AD4B-24FF16D7B45E}" type="datetime1">
              <a:rPr lang="en-US" altLang="zh-CN" smtClean="0">
                <a:solidFill>
                  <a:prstClr val="black">
                    <a:tint val="75000"/>
                  </a:prstClr>
                </a:solidFill>
              </a:rPr>
              <a:pPr>
                <a:defRPr/>
              </a:pPr>
              <a:t>3/21/2021</a:t>
            </a:fld>
            <a:endParaRPr lang="en-US">
              <a:solidFill>
                <a:prstClr val="black">
                  <a:tint val="75000"/>
                </a:prstClr>
              </a:solidFill>
            </a:endParaRPr>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68580" tIns="34290" rIns="68580" bIns="34290" rtlCol="0" anchor="ctr"/>
          <a:lstStyle>
            <a:lvl1pPr algn="ctr">
              <a:defRPr sz="1200">
                <a:solidFill>
                  <a:schemeClr val="tx1">
                    <a:tint val="75000"/>
                  </a:schemeClr>
                </a:solidFill>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68580" tIns="34290" rIns="68580" bIns="34290" rtlCol="0" anchor="ctr"/>
          <a:lstStyle>
            <a:lvl1pPr algn="r">
              <a:defRPr sz="1200">
                <a:solidFill>
                  <a:schemeClr val="tx1">
                    <a:tint val="75000"/>
                  </a:schemeClr>
                </a:solidFill>
              </a:defRPr>
            </a:lvl1pPr>
          </a:lstStyle>
          <a:p>
            <a:pPr>
              <a:defRPr/>
            </a:pPr>
            <a:fld id="{601EE9E8-4134-49B0-9AA7-3089E6521627}"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3501332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73" r:id="rId8"/>
    <p:sldLayoutId id="2147483668" r:id="rId9"/>
    <p:sldLayoutId id="2147483669" r:id="rId10"/>
    <p:sldLayoutId id="2147483670" r:id="rId11"/>
    <p:sldLayoutId id="2147483671" r:id="rId12"/>
    <p:sldLayoutId id="2147483672" r:id="rId13"/>
  </p:sldLayoutIdLst>
  <p:hf hdr="0" ftr="0" dt="0"/>
  <p:txStyles>
    <p:titleStyle>
      <a:lvl1pPr algn="ctr" defTabSz="914378" rtl="0" eaLnBrk="1" latinLnBrk="0" hangingPunct="1">
        <a:spcBef>
          <a:spcPct val="0"/>
        </a:spcBef>
        <a:buNone/>
        <a:defRPr sz="4400" kern="1200">
          <a:solidFill>
            <a:schemeClr val="tx1"/>
          </a:solidFill>
          <a:latin typeface="+mj-lt"/>
          <a:ea typeface="+mj-ea"/>
          <a:cs typeface="+mj-cs"/>
        </a:defRPr>
      </a:lvl1pPr>
    </p:titleStyle>
    <p:bodyStyle>
      <a:lvl1pPr marL="342892" indent="-342892" algn="l" defTabSz="914378"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31" indent="-285743" algn="l" defTabSz="914378"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972" indent="-228594" algn="l" defTabSz="914378"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160"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348"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537"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5"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pPr defTabSz="914400"/>
            <a:fld id="{530820CF-B880-4189-942D-D702A7CBA730}" type="datetimeFigureOut">
              <a:rPr lang="zh-CN" altLang="en-US" smtClean="0">
                <a:solidFill>
                  <a:prstClr val="black">
                    <a:tint val="75000"/>
                  </a:prstClr>
                </a:solidFill>
              </a:rPr>
              <a:pPr defTabSz="914400"/>
              <a:t>2021/3/21</a:t>
            </a:fld>
            <a:endParaRPr lang="zh-CN" altLang="en-US">
              <a:solidFill>
                <a:prstClr val="black">
                  <a:tint val="75000"/>
                </a:prstClr>
              </a:solidFill>
            </a:endParaRPr>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914400"/>
            <a:endParaRPr lang="zh-CN" altLang="en-US">
              <a:solidFill>
                <a:prstClr val="black">
                  <a:tint val="75000"/>
                </a:prstClr>
              </a:solidFill>
            </a:endParaRPr>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pPr defTabSz="914400"/>
            <a:fld id="{0C913308-F349-4B6D-A68A-DD1791B4A57B}" type="slidenum">
              <a:rPr lang="zh-CN" altLang="en-US" smtClean="0">
                <a:solidFill>
                  <a:prstClr val="black">
                    <a:tint val="75000"/>
                  </a:prstClr>
                </a:solidFill>
              </a:rPr>
              <a:pPr defTabSz="914400"/>
              <a:t>‹#›</a:t>
            </a:fld>
            <a:endParaRPr lang="zh-CN" altLang="en-US">
              <a:solidFill>
                <a:prstClr val="black">
                  <a:tint val="75000"/>
                </a:prstClr>
              </a:solidFill>
            </a:endParaRPr>
          </a:p>
        </p:txBody>
      </p:sp>
    </p:spTree>
    <p:extLst>
      <p:ext uri="{BB962C8B-B14F-4D97-AF65-F5344CB8AC3E}">
        <p14:creationId xmlns:p14="http://schemas.microsoft.com/office/powerpoint/2010/main" val="3855163020"/>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notesSlide" Target="../notesSlides/notesSlide1.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slideLayout" Target="../slideLayouts/slideLayout13.xml"/><Relationship Id="rId2" Type="http://schemas.openxmlformats.org/officeDocument/2006/relationships/tags" Target="../tags/tag3.xml"/><Relationship Id="rId16" Type="http://schemas.openxmlformats.org/officeDocument/2006/relationships/tags" Target="../tags/tag17.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tags" Target="../tags/tag16.xml"/><Relationship Id="rId10" Type="http://schemas.openxmlformats.org/officeDocument/2006/relationships/tags" Target="../tags/tag11.xml"/><Relationship Id="rId19" Type="http://schemas.openxmlformats.org/officeDocument/2006/relationships/image" Target="../media/image2.png"/><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chart" Target="../charts/char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chart" Target="../charts/chart5.xml"/><Relationship Id="rId4" Type="http://schemas.openxmlformats.org/officeDocument/2006/relationships/chart" Target="../charts/chart4.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tags" Target="../tags/tag30.xml"/><Relationship Id="rId18" Type="http://schemas.openxmlformats.org/officeDocument/2006/relationships/notesSlide" Target="../notesSlides/notesSlide30.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tags" Target="../tags/tag29.xml"/><Relationship Id="rId17" Type="http://schemas.openxmlformats.org/officeDocument/2006/relationships/slideLayout" Target="../slideLayouts/slideLayout13.xml"/><Relationship Id="rId2" Type="http://schemas.openxmlformats.org/officeDocument/2006/relationships/tags" Target="../tags/tag19.xml"/><Relationship Id="rId16" Type="http://schemas.openxmlformats.org/officeDocument/2006/relationships/tags" Target="../tags/tag33.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tags" Target="../tags/tag28.xml"/><Relationship Id="rId5" Type="http://schemas.openxmlformats.org/officeDocument/2006/relationships/tags" Target="../tags/tag22.xml"/><Relationship Id="rId15" Type="http://schemas.openxmlformats.org/officeDocument/2006/relationships/tags" Target="../tags/tag32.xml"/><Relationship Id="rId10" Type="http://schemas.openxmlformats.org/officeDocument/2006/relationships/tags" Target="../tags/tag27.xml"/><Relationship Id="rId19" Type="http://schemas.openxmlformats.org/officeDocument/2006/relationships/image" Target="../media/image2.png"/><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tags" Target="../tags/tag31.xml"/></Relationships>
</file>

<file path=ppt/slides/_rels/slide31.xml.rels><?xml version="1.0" encoding="UTF-8" standalone="yes"?>
<Relationships xmlns="http://schemas.openxmlformats.org/package/2006/relationships"><Relationship Id="rId8" Type="http://schemas.openxmlformats.org/officeDocument/2006/relationships/hyperlink" Target="http://www.1ppt.com/xiazai/" TargetMode="External"/><Relationship Id="rId13" Type="http://schemas.openxmlformats.org/officeDocument/2006/relationships/hyperlink" Target="http://www.1ppt.com/kejian/" TargetMode="External"/><Relationship Id="rId18" Type="http://schemas.openxmlformats.org/officeDocument/2006/relationships/image" Target="../media/image3.png"/><Relationship Id="rId3" Type="http://schemas.openxmlformats.org/officeDocument/2006/relationships/hyperlink" Target="http://www.1ppt.com/hangye/" TargetMode="External"/><Relationship Id="rId7" Type="http://schemas.openxmlformats.org/officeDocument/2006/relationships/hyperlink" Target="http://www.1ppt.com/tubiao/" TargetMode="External"/><Relationship Id="rId12" Type="http://schemas.openxmlformats.org/officeDocument/2006/relationships/hyperlink" Target="http://www.1ppt.com/ziliao/" TargetMode="External"/><Relationship Id="rId17" Type="http://schemas.openxmlformats.org/officeDocument/2006/relationships/hyperlink" Target="http://www.1ppt.cn/" TargetMode="External"/><Relationship Id="rId2" Type="http://schemas.openxmlformats.org/officeDocument/2006/relationships/hyperlink" Target="http://www.1ppt.com/moban/" TargetMode="External"/><Relationship Id="rId16" Type="http://schemas.openxmlformats.org/officeDocument/2006/relationships/hyperlink" Target="http://www.1ppt.com/jiaoan/" TargetMode="External"/><Relationship Id="rId20" Type="http://schemas.openxmlformats.org/officeDocument/2006/relationships/image" Target="../media/image5.png"/><Relationship Id="rId1" Type="http://schemas.openxmlformats.org/officeDocument/2006/relationships/slideLayout" Target="../slideLayouts/slideLayout15.xml"/><Relationship Id="rId6" Type="http://schemas.openxmlformats.org/officeDocument/2006/relationships/hyperlink" Target="http://www.1ppt.com/beijing/" TargetMode="External"/><Relationship Id="rId11" Type="http://schemas.openxmlformats.org/officeDocument/2006/relationships/hyperlink" Target="http://www.1ppt.com/excel/" TargetMode="External"/><Relationship Id="rId5" Type="http://schemas.openxmlformats.org/officeDocument/2006/relationships/hyperlink" Target="http://www.1ppt.com/sucai/" TargetMode="External"/><Relationship Id="rId15" Type="http://schemas.openxmlformats.org/officeDocument/2006/relationships/hyperlink" Target="http://www.1ppt.com/shiti/" TargetMode="External"/><Relationship Id="rId10" Type="http://schemas.openxmlformats.org/officeDocument/2006/relationships/hyperlink" Target="http://www.1ppt.com/word/" TargetMode="External"/><Relationship Id="rId19" Type="http://schemas.openxmlformats.org/officeDocument/2006/relationships/image" Target="../media/image4.png"/><Relationship Id="rId4" Type="http://schemas.openxmlformats.org/officeDocument/2006/relationships/hyperlink" Target="http://www.1ppt.com/jieri/" TargetMode="External"/><Relationship Id="rId9" Type="http://schemas.openxmlformats.org/officeDocument/2006/relationships/hyperlink" Target="http://www.1ppt.com/powerpoint/" TargetMode="External"/><Relationship Id="rId14" Type="http://schemas.openxmlformats.org/officeDocument/2006/relationships/hyperlink" Target="http://www.1ppt.com/fanwe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原创设计师QQ598969553          _1"/>
          <p:cNvSpPr/>
          <p:nvPr>
            <p:custDataLst>
              <p:tags r:id="rId1"/>
            </p:custDataLst>
          </p:nvPr>
        </p:nvSpPr>
        <p:spPr>
          <a:xfrm>
            <a:off x="6808720" y="2095346"/>
            <a:ext cx="189834" cy="189834"/>
          </a:xfrm>
          <a:prstGeom prst="ellipse">
            <a:avLst/>
          </a:prstGeom>
          <a:gradFill>
            <a:gsLst>
              <a:gs pos="0">
                <a:srgbClr val="DEDEDE"/>
              </a:gs>
              <a:gs pos="100000">
                <a:srgbClr val="FBFBFB"/>
              </a:gs>
            </a:gsLst>
            <a:lin ang="5400000" scaled="1"/>
          </a:gradFill>
          <a:ln w="31750" cap="flat">
            <a:gradFill>
              <a:gsLst>
                <a:gs pos="0">
                  <a:schemeClr val="bg1"/>
                </a:gs>
                <a:gs pos="100000">
                  <a:srgbClr val="DDDDDD"/>
                </a:gs>
              </a:gsLst>
              <a:lin ang="5400000" scaled="1"/>
            </a:gradFill>
            <a:prstDash val="solid"/>
            <a:miter lim="800000"/>
            <a:headEnd/>
            <a:tailEnd/>
          </a:ln>
          <a:effectLst>
            <a:outerShdw blurRad="228600" dist="101600" dir="5400000" algn="t" rotWithShape="0">
              <a:schemeClr val="tx1">
                <a:lumMod val="85000"/>
                <a:lumOff val="15000"/>
                <a:alpha val="33000"/>
              </a:schemeClr>
            </a:outerShdw>
          </a:effec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Agency FB Bold" panose="020B0804020202020204" pitchFamily="34" charset="0"/>
              <a:ea typeface="微软雅黑" panose="020B0503020204020204" pitchFamily="34" charset="-122"/>
            </a:endParaRPr>
          </a:p>
        </p:txBody>
      </p:sp>
      <p:sp>
        <p:nvSpPr>
          <p:cNvPr id="47" name="原创设计师QQ598969553          _2"/>
          <p:cNvSpPr/>
          <p:nvPr>
            <p:custDataLst>
              <p:tags r:id="rId2"/>
            </p:custDataLst>
          </p:nvPr>
        </p:nvSpPr>
        <p:spPr>
          <a:xfrm>
            <a:off x="6744360" y="1231748"/>
            <a:ext cx="189834" cy="189834"/>
          </a:xfrm>
          <a:prstGeom prst="ellipse">
            <a:avLst/>
          </a:prstGeom>
          <a:gradFill>
            <a:gsLst>
              <a:gs pos="0">
                <a:srgbClr val="DEDEDE"/>
              </a:gs>
              <a:gs pos="100000">
                <a:srgbClr val="FBFBFB"/>
              </a:gs>
            </a:gsLst>
            <a:lin ang="5400000" scaled="1"/>
          </a:gradFill>
          <a:ln w="31750" cap="flat">
            <a:gradFill>
              <a:gsLst>
                <a:gs pos="0">
                  <a:schemeClr val="bg1"/>
                </a:gs>
                <a:gs pos="100000">
                  <a:srgbClr val="DDDDDD"/>
                </a:gs>
              </a:gsLst>
              <a:lin ang="5400000" scaled="1"/>
            </a:gradFill>
            <a:prstDash val="solid"/>
            <a:miter lim="800000"/>
            <a:headEnd/>
            <a:tailEnd/>
          </a:ln>
          <a:effectLst>
            <a:outerShdw blurRad="228600" dist="101600" dir="5400000" algn="t" rotWithShape="0">
              <a:schemeClr val="tx1">
                <a:lumMod val="85000"/>
                <a:lumOff val="15000"/>
                <a:alpha val="33000"/>
              </a:schemeClr>
            </a:outerShdw>
          </a:effec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Agency FB Bold" panose="020B0804020202020204" pitchFamily="34" charset="0"/>
              <a:ea typeface="微软雅黑" panose="020B0503020204020204" pitchFamily="34" charset="-122"/>
            </a:endParaRPr>
          </a:p>
        </p:txBody>
      </p:sp>
      <p:sp>
        <p:nvSpPr>
          <p:cNvPr id="48" name="原创设计师QQ598969553          _3"/>
          <p:cNvSpPr/>
          <p:nvPr>
            <p:custDataLst>
              <p:tags r:id="rId3"/>
            </p:custDataLst>
          </p:nvPr>
        </p:nvSpPr>
        <p:spPr>
          <a:xfrm>
            <a:off x="5418233" y="1240475"/>
            <a:ext cx="189834" cy="189834"/>
          </a:xfrm>
          <a:prstGeom prst="ellipse">
            <a:avLst/>
          </a:prstGeom>
          <a:gradFill>
            <a:gsLst>
              <a:gs pos="0">
                <a:srgbClr val="DEDEDE"/>
              </a:gs>
              <a:gs pos="100000">
                <a:srgbClr val="FBFBFB"/>
              </a:gs>
            </a:gsLst>
            <a:lin ang="5400000" scaled="1"/>
          </a:gradFill>
          <a:ln w="31750" cap="flat">
            <a:gradFill>
              <a:gsLst>
                <a:gs pos="0">
                  <a:schemeClr val="bg1"/>
                </a:gs>
                <a:gs pos="100000">
                  <a:srgbClr val="DDDDDD"/>
                </a:gs>
              </a:gsLst>
              <a:lin ang="5400000" scaled="1"/>
            </a:gradFill>
            <a:prstDash val="solid"/>
            <a:miter lim="800000"/>
            <a:headEnd/>
            <a:tailEnd/>
          </a:ln>
          <a:effectLst>
            <a:outerShdw blurRad="228600" dist="101600" dir="5400000" algn="t" rotWithShape="0">
              <a:schemeClr val="tx1">
                <a:lumMod val="85000"/>
                <a:lumOff val="15000"/>
                <a:alpha val="33000"/>
              </a:schemeClr>
            </a:outerShdw>
          </a:effec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Agency FB Bold" panose="020B0804020202020204" pitchFamily="34" charset="0"/>
              <a:ea typeface="微软雅黑" panose="020B0503020204020204" pitchFamily="34" charset="-122"/>
            </a:endParaRPr>
          </a:p>
        </p:txBody>
      </p:sp>
      <p:sp>
        <p:nvSpPr>
          <p:cNvPr id="49" name="原创设计师QQ598969553          _4"/>
          <p:cNvSpPr/>
          <p:nvPr>
            <p:custDataLst>
              <p:tags r:id="rId4"/>
            </p:custDataLst>
          </p:nvPr>
        </p:nvSpPr>
        <p:spPr>
          <a:xfrm>
            <a:off x="4758344" y="2094065"/>
            <a:ext cx="189834" cy="189834"/>
          </a:xfrm>
          <a:prstGeom prst="ellipse">
            <a:avLst/>
          </a:prstGeom>
          <a:gradFill>
            <a:gsLst>
              <a:gs pos="0">
                <a:srgbClr val="DEDEDE"/>
              </a:gs>
              <a:gs pos="100000">
                <a:srgbClr val="FBFBFB"/>
              </a:gs>
            </a:gsLst>
            <a:lin ang="5400000" scaled="1"/>
          </a:gradFill>
          <a:ln w="31750" cap="flat">
            <a:gradFill>
              <a:gsLst>
                <a:gs pos="0">
                  <a:schemeClr val="bg1"/>
                </a:gs>
                <a:gs pos="100000">
                  <a:srgbClr val="DDDDDD"/>
                </a:gs>
              </a:gsLst>
              <a:lin ang="5400000" scaled="1"/>
            </a:gradFill>
            <a:prstDash val="solid"/>
            <a:miter lim="800000"/>
            <a:headEnd/>
            <a:tailEnd/>
          </a:ln>
          <a:effectLst>
            <a:outerShdw blurRad="228600" dist="101600" dir="5400000" algn="t" rotWithShape="0">
              <a:schemeClr val="tx1">
                <a:lumMod val="85000"/>
                <a:lumOff val="15000"/>
                <a:alpha val="33000"/>
              </a:schemeClr>
            </a:outerShdw>
          </a:effec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Agency FB Bold" panose="020B0804020202020204" pitchFamily="34" charset="0"/>
              <a:ea typeface="微软雅黑" panose="020B0503020204020204" pitchFamily="34" charset="-122"/>
            </a:endParaRPr>
          </a:p>
        </p:txBody>
      </p:sp>
      <p:sp>
        <p:nvSpPr>
          <p:cNvPr id="50" name="原创设计师QQ598969553          _5"/>
          <p:cNvSpPr/>
          <p:nvPr>
            <p:custDataLst>
              <p:tags r:id="rId5"/>
            </p:custDataLst>
          </p:nvPr>
        </p:nvSpPr>
        <p:spPr>
          <a:xfrm>
            <a:off x="4109900" y="2034313"/>
            <a:ext cx="189834" cy="189834"/>
          </a:xfrm>
          <a:prstGeom prst="ellipse">
            <a:avLst/>
          </a:prstGeom>
          <a:gradFill>
            <a:gsLst>
              <a:gs pos="0">
                <a:srgbClr val="DEDEDE"/>
              </a:gs>
              <a:gs pos="100000">
                <a:srgbClr val="FBFBFB"/>
              </a:gs>
            </a:gsLst>
            <a:lin ang="5400000" scaled="1"/>
          </a:gradFill>
          <a:ln w="31750" cap="flat">
            <a:gradFill>
              <a:gsLst>
                <a:gs pos="0">
                  <a:schemeClr val="bg1"/>
                </a:gs>
                <a:gs pos="100000">
                  <a:srgbClr val="DDDDDD"/>
                </a:gs>
              </a:gsLst>
              <a:lin ang="5400000" scaled="1"/>
            </a:gradFill>
            <a:prstDash val="solid"/>
            <a:miter lim="800000"/>
            <a:headEnd/>
            <a:tailEnd/>
          </a:ln>
          <a:effectLst>
            <a:outerShdw blurRad="228600" dist="101600" dir="5400000" algn="t" rotWithShape="0">
              <a:schemeClr val="tx1">
                <a:lumMod val="85000"/>
                <a:lumOff val="15000"/>
                <a:alpha val="33000"/>
              </a:schemeClr>
            </a:outerShdw>
          </a:effec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Agency FB Bold" panose="020B0804020202020204" pitchFamily="34" charset="0"/>
              <a:ea typeface="微软雅黑" panose="020B0503020204020204" pitchFamily="34" charset="-122"/>
            </a:endParaRPr>
          </a:p>
        </p:txBody>
      </p:sp>
      <p:sp>
        <p:nvSpPr>
          <p:cNvPr id="51" name="原创设计师QQ598969553          _6"/>
          <p:cNvSpPr/>
          <p:nvPr>
            <p:custDataLst>
              <p:tags r:id="rId6"/>
            </p:custDataLst>
          </p:nvPr>
        </p:nvSpPr>
        <p:spPr>
          <a:xfrm>
            <a:off x="3415968" y="1356360"/>
            <a:ext cx="189834" cy="189834"/>
          </a:xfrm>
          <a:prstGeom prst="ellipse">
            <a:avLst/>
          </a:prstGeom>
          <a:gradFill>
            <a:gsLst>
              <a:gs pos="0">
                <a:srgbClr val="DEDEDE"/>
              </a:gs>
              <a:gs pos="100000">
                <a:srgbClr val="FBFBFB"/>
              </a:gs>
            </a:gsLst>
            <a:lin ang="5400000" scaled="1"/>
          </a:gradFill>
          <a:ln w="31750" cap="flat">
            <a:gradFill>
              <a:gsLst>
                <a:gs pos="0">
                  <a:schemeClr val="bg1"/>
                </a:gs>
                <a:gs pos="100000">
                  <a:srgbClr val="DDDDDD"/>
                </a:gs>
              </a:gsLst>
              <a:lin ang="5400000" scaled="1"/>
            </a:gradFill>
            <a:prstDash val="solid"/>
            <a:miter lim="800000"/>
            <a:headEnd/>
            <a:tailEnd/>
          </a:ln>
          <a:effectLst>
            <a:outerShdw blurRad="228600" dist="101600" dir="5400000" algn="t" rotWithShape="0">
              <a:schemeClr val="tx1">
                <a:lumMod val="85000"/>
                <a:lumOff val="15000"/>
                <a:alpha val="33000"/>
              </a:schemeClr>
            </a:outerShdw>
          </a:effec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Agency FB Bold" panose="020B0804020202020204" pitchFamily="34" charset="0"/>
              <a:ea typeface="微软雅黑" panose="020B0503020204020204" pitchFamily="34" charset="-122"/>
            </a:endParaRPr>
          </a:p>
        </p:txBody>
      </p:sp>
      <p:sp>
        <p:nvSpPr>
          <p:cNvPr id="52" name="原创设计师QQ598969553          _7"/>
          <p:cNvSpPr/>
          <p:nvPr>
            <p:custDataLst>
              <p:tags r:id="rId7"/>
            </p:custDataLst>
          </p:nvPr>
        </p:nvSpPr>
        <p:spPr>
          <a:xfrm>
            <a:off x="2777792" y="1356360"/>
            <a:ext cx="189834" cy="189834"/>
          </a:xfrm>
          <a:prstGeom prst="ellipse">
            <a:avLst/>
          </a:prstGeom>
          <a:gradFill>
            <a:gsLst>
              <a:gs pos="0">
                <a:srgbClr val="DEDEDE"/>
              </a:gs>
              <a:gs pos="100000">
                <a:srgbClr val="FBFBFB"/>
              </a:gs>
            </a:gsLst>
            <a:lin ang="5400000" scaled="1"/>
          </a:gradFill>
          <a:ln w="31750" cap="flat">
            <a:gradFill>
              <a:gsLst>
                <a:gs pos="0">
                  <a:schemeClr val="bg1"/>
                </a:gs>
                <a:gs pos="100000">
                  <a:srgbClr val="DDDDDD"/>
                </a:gs>
              </a:gsLst>
              <a:lin ang="5400000" scaled="1"/>
            </a:gradFill>
            <a:prstDash val="solid"/>
            <a:miter lim="800000"/>
            <a:headEnd/>
            <a:tailEnd/>
          </a:ln>
          <a:effectLst>
            <a:outerShdw blurRad="228600" dist="101600" dir="5400000" algn="t" rotWithShape="0">
              <a:schemeClr val="tx1">
                <a:lumMod val="85000"/>
                <a:lumOff val="15000"/>
                <a:alpha val="33000"/>
              </a:schemeClr>
            </a:outerShdw>
          </a:effec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Agency FB Bold" panose="020B0804020202020204" pitchFamily="34" charset="0"/>
              <a:ea typeface="微软雅黑" panose="020B0503020204020204" pitchFamily="34" charset="-122"/>
            </a:endParaRPr>
          </a:p>
        </p:txBody>
      </p:sp>
      <p:sp>
        <p:nvSpPr>
          <p:cNvPr id="53" name="原创设计师QQ598969553          _8"/>
          <p:cNvSpPr/>
          <p:nvPr>
            <p:custDataLst>
              <p:tags r:id="rId8"/>
            </p:custDataLst>
          </p:nvPr>
        </p:nvSpPr>
        <p:spPr>
          <a:xfrm>
            <a:off x="2084880" y="2044901"/>
            <a:ext cx="189834" cy="189834"/>
          </a:xfrm>
          <a:prstGeom prst="ellipse">
            <a:avLst/>
          </a:prstGeom>
          <a:gradFill>
            <a:gsLst>
              <a:gs pos="0">
                <a:srgbClr val="DEDEDE"/>
              </a:gs>
              <a:gs pos="100000">
                <a:srgbClr val="FBFBFB"/>
              </a:gs>
            </a:gsLst>
            <a:lin ang="5400000" scaled="1"/>
          </a:gradFill>
          <a:ln w="31750" cap="flat">
            <a:gradFill>
              <a:gsLst>
                <a:gs pos="0">
                  <a:schemeClr val="bg1"/>
                </a:gs>
                <a:gs pos="100000">
                  <a:srgbClr val="DDDDDD"/>
                </a:gs>
              </a:gsLst>
              <a:lin ang="5400000" scaled="1"/>
            </a:gradFill>
            <a:prstDash val="solid"/>
            <a:miter lim="800000"/>
            <a:headEnd/>
            <a:tailEnd/>
          </a:ln>
          <a:effectLst>
            <a:outerShdw blurRad="228600" dist="101600" dir="5400000" algn="t" rotWithShape="0">
              <a:schemeClr val="tx1">
                <a:lumMod val="85000"/>
                <a:lumOff val="15000"/>
                <a:alpha val="33000"/>
              </a:schemeClr>
            </a:outerShdw>
          </a:effec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Agency FB Bold" panose="020B0804020202020204" pitchFamily="34" charset="0"/>
              <a:ea typeface="微软雅黑" panose="020B0503020204020204" pitchFamily="34" charset="-122"/>
            </a:endParaRPr>
          </a:p>
        </p:txBody>
      </p:sp>
      <p:grpSp>
        <p:nvGrpSpPr>
          <p:cNvPr id="20" name="原创设计师QQ598969553          _10"/>
          <p:cNvGrpSpPr/>
          <p:nvPr/>
        </p:nvGrpSpPr>
        <p:grpSpPr>
          <a:xfrm>
            <a:off x="1881605" y="1123053"/>
            <a:ext cx="1319292" cy="1319292"/>
            <a:chOff x="2380201" y="1546167"/>
            <a:chExt cx="1800343" cy="1800344"/>
          </a:xfrm>
        </p:grpSpPr>
        <p:sp>
          <p:nvSpPr>
            <p:cNvPr id="24" name="菱形 23"/>
            <p:cNvSpPr/>
            <p:nvPr>
              <p:custDataLst>
                <p:tags r:id="rId15"/>
              </p:custDataLst>
            </p:nvPr>
          </p:nvSpPr>
          <p:spPr>
            <a:xfrm>
              <a:off x="2380201" y="1546167"/>
              <a:ext cx="1800343" cy="1800344"/>
            </a:xfrm>
            <a:prstGeom prst="diamond">
              <a:avLst/>
            </a:prstGeom>
            <a:gradFill>
              <a:gsLst>
                <a:gs pos="0">
                  <a:srgbClr val="DEDEDE"/>
                </a:gs>
                <a:gs pos="100000">
                  <a:srgbClr val="FBFBFB"/>
                </a:gs>
              </a:gsLst>
              <a:lin ang="5400000" scaled="1"/>
            </a:gradFill>
            <a:ln w="31750" cap="flat">
              <a:gradFill>
                <a:gsLst>
                  <a:gs pos="0">
                    <a:schemeClr val="bg1"/>
                  </a:gs>
                  <a:gs pos="100000">
                    <a:srgbClr val="DDDDDD"/>
                  </a:gs>
                </a:gsLst>
                <a:lin ang="5400000" scaled="1"/>
              </a:gradFill>
              <a:prstDash val="solid"/>
              <a:miter lim="800000"/>
              <a:headEnd/>
              <a:tailEnd/>
            </a:ln>
            <a:effectLst>
              <a:outerShdw blurRad="228600" dist="101600" dir="5400000" algn="t" rotWithShape="0">
                <a:schemeClr val="tx1">
                  <a:lumMod val="85000"/>
                  <a:lumOff val="15000"/>
                  <a:alpha val="33000"/>
                </a:schemeClr>
              </a:outerShdw>
            </a:effec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Agency FB Bold" panose="020B0804020202020204" pitchFamily="34" charset="0"/>
                <a:ea typeface="微软雅黑" panose="020B0503020204020204" pitchFamily="34" charset="-122"/>
              </a:endParaRPr>
            </a:p>
          </p:txBody>
        </p:sp>
        <p:sp>
          <p:nvSpPr>
            <p:cNvPr id="25" name="菱形 24"/>
            <p:cNvSpPr/>
            <p:nvPr>
              <p:custDataLst>
                <p:tags r:id="rId16"/>
              </p:custDataLst>
            </p:nvPr>
          </p:nvSpPr>
          <p:spPr>
            <a:xfrm>
              <a:off x="2668216" y="1834183"/>
              <a:ext cx="1223439" cy="1223439"/>
            </a:xfrm>
            <a:prstGeom prst="diamond">
              <a:avLst/>
            </a:prstGeom>
            <a:solidFill>
              <a:schemeClr val="accent1"/>
            </a:solidFill>
            <a:ln>
              <a:noFill/>
            </a:ln>
            <a:effectLst>
              <a:innerShdw blurRad="63500" dist="25400">
                <a:prstClr val="black">
                  <a:alpha val="2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4000" dirty="0">
                  <a:solidFill>
                    <a:srgbClr val="FFFFFF"/>
                  </a:solidFill>
                  <a:latin typeface="Agency FB Bold" panose="020B0804020202020204" pitchFamily="34" charset="0"/>
                  <a:ea typeface="微软雅黑" panose="020B0503020204020204" pitchFamily="34" charset="-122"/>
                </a:rPr>
                <a:t>2</a:t>
              </a:r>
              <a:endParaRPr lang="zh-CN" altLang="en-US" sz="4000" dirty="0">
                <a:solidFill>
                  <a:srgbClr val="FFFFFF"/>
                </a:solidFill>
                <a:latin typeface="Agency FB Bold" panose="020B0804020202020204" pitchFamily="34" charset="0"/>
                <a:ea typeface="微软雅黑" panose="020B0503020204020204" pitchFamily="34" charset="-122"/>
              </a:endParaRPr>
            </a:p>
          </p:txBody>
        </p:sp>
      </p:grpSp>
      <p:grpSp>
        <p:nvGrpSpPr>
          <p:cNvPr id="26" name="原创设计师QQ598969553          _11"/>
          <p:cNvGrpSpPr/>
          <p:nvPr/>
        </p:nvGrpSpPr>
        <p:grpSpPr>
          <a:xfrm>
            <a:off x="3198747" y="1123053"/>
            <a:ext cx="1317694" cy="1319292"/>
            <a:chOff x="4261190" y="1546167"/>
            <a:chExt cx="1798163" cy="1800344"/>
          </a:xfrm>
        </p:grpSpPr>
        <p:sp>
          <p:nvSpPr>
            <p:cNvPr id="27" name="菱形 26"/>
            <p:cNvSpPr/>
            <p:nvPr>
              <p:custDataLst>
                <p:tags r:id="rId13"/>
              </p:custDataLst>
            </p:nvPr>
          </p:nvSpPr>
          <p:spPr>
            <a:xfrm>
              <a:off x="4261190" y="1546167"/>
              <a:ext cx="1798163" cy="1800344"/>
            </a:xfrm>
            <a:prstGeom prst="diamond">
              <a:avLst/>
            </a:prstGeom>
            <a:gradFill>
              <a:gsLst>
                <a:gs pos="0">
                  <a:srgbClr val="DEDEDE"/>
                </a:gs>
                <a:gs pos="100000">
                  <a:srgbClr val="FBFBFB"/>
                </a:gs>
              </a:gsLst>
              <a:lin ang="5400000" scaled="1"/>
            </a:gradFill>
            <a:ln w="31750" cap="flat">
              <a:gradFill>
                <a:gsLst>
                  <a:gs pos="0">
                    <a:schemeClr val="bg1"/>
                  </a:gs>
                  <a:gs pos="100000">
                    <a:srgbClr val="DDDDDD"/>
                  </a:gs>
                </a:gsLst>
                <a:lin ang="5400000" scaled="1"/>
              </a:gradFill>
              <a:prstDash val="solid"/>
              <a:miter lim="800000"/>
              <a:headEnd/>
              <a:tailEnd/>
            </a:ln>
            <a:effectLst>
              <a:outerShdw blurRad="228600" dist="101600" dir="5400000" algn="t" rotWithShape="0">
                <a:schemeClr val="tx1">
                  <a:lumMod val="85000"/>
                  <a:lumOff val="15000"/>
                  <a:alpha val="33000"/>
                </a:schemeClr>
              </a:outerShdw>
            </a:effec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Agency FB Bold" panose="020B0804020202020204" pitchFamily="34" charset="0"/>
                <a:ea typeface="微软雅黑" panose="020B0503020204020204" pitchFamily="34" charset="-122"/>
              </a:endParaRPr>
            </a:p>
          </p:txBody>
        </p:sp>
        <p:sp>
          <p:nvSpPr>
            <p:cNvPr id="28" name="菱形 27"/>
            <p:cNvSpPr/>
            <p:nvPr>
              <p:custDataLst>
                <p:tags r:id="rId14"/>
              </p:custDataLst>
            </p:nvPr>
          </p:nvSpPr>
          <p:spPr>
            <a:xfrm>
              <a:off x="4548548" y="1834183"/>
              <a:ext cx="1223439" cy="1223439"/>
            </a:xfrm>
            <a:prstGeom prst="diamond">
              <a:avLst/>
            </a:prstGeom>
            <a:solidFill>
              <a:schemeClr val="accent2"/>
            </a:solidFill>
            <a:ln>
              <a:noFill/>
            </a:ln>
            <a:effectLst>
              <a:innerShdw blurRad="63500" dist="25400">
                <a:prstClr val="black">
                  <a:alpha val="2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4000" dirty="0">
                  <a:solidFill>
                    <a:srgbClr val="FFFFFF"/>
                  </a:solidFill>
                  <a:latin typeface="Agency FB Bold" panose="020B0804020202020204" pitchFamily="34" charset="0"/>
                  <a:ea typeface="微软雅黑" panose="020B0503020204020204" pitchFamily="34" charset="-122"/>
                </a:rPr>
                <a:t>0</a:t>
              </a:r>
              <a:endParaRPr lang="zh-CN" altLang="en-US" sz="4000" dirty="0">
                <a:solidFill>
                  <a:srgbClr val="FFFFFF"/>
                </a:solidFill>
                <a:latin typeface="Agency FB Bold" panose="020B0804020202020204" pitchFamily="34" charset="0"/>
                <a:ea typeface="微软雅黑" panose="020B0503020204020204" pitchFamily="34" charset="-122"/>
              </a:endParaRPr>
            </a:p>
          </p:txBody>
        </p:sp>
      </p:grpSp>
      <p:grpSp>
        <p:nvGrpSpPr>
          <p:cNvPr id="30" name="原创设计师QQ598969553          _12"/>
          <p:cNvGrpSpPr/>
          <p:nvPr/>
        </p:nvGrpSpPr>
        <p:grpSpPr>
          <a:xfrm>
            <a:off x="4514285" y="1123053"/>
            <a:ext cx="1319292" cy="1319292"/>
            <a:chOff x="6139997" y="1546167"/>
            <a:chExt cx="1800343" cy="1800344"/>
          </a:xfrm>
        </p:grpSpPr>
        <p:sp>
          <p:nvSpPr>
            <p:cNvPr id="31" name="菱形 30"/>
            <p:cNvSpPr/>
            <p:nvPr>
              <p:custDataLst>
                <p:tags r:id="rId11"/>
              </p:custDataLst>
            </p:nvPr>
          </p:nvSpPr>
          <p:spPr>
            <a:xfrm>
              <a:off x="6139997" y="1546167"/>
              <a:ext cx="1800343" cy="1800344"/>
            </a:xfrm>
            <a:prstGeom prst="diamond">
              <a:avLst/>
            </a:prstGeom>
            <a:gradFill>
              <a:gsLst>
                <a:gs pos="0">
                  <a:srgbClr val="DEDEDE"/>
                </a:gs>
                <a:gs pos="100000">
                  <a:srgbClr val="FBFBFB"/>
                </a:gs>
              </a:gsLst>
              <a:lin ang="5400000" scaled="1"/>
            </a:gradFill>
            <a:ln w="31750" cap="flat">
              <a:gradFill>
                <a:gsLst>
                  <a:gs pos="0">
                    <a:schemeClr val="bg1"/>
                  </a:gs>
                  <a:gs pos="100000">
                    <a:srgbClr val="DDDDDD"/>
                  </a:gs>
                </a:gsLst>
                <a:lin ang="5400000" scaled="1"/>
              </a:gradFill>
              <a:prstDash val="solid"/>
              <a:miter lim="800000"/>
              <a:headEnd/>
              <a:tailEnd/>
            </a:ln>
            <a:effectLst>
              <a:outerShdw blurRad="228600" dist="101600" dir="5400000" algn="t" rotWithShape="0">
                <a:schemeClr val="tx1">
                  <a:lumMod val="85000"/>
                  <a:lumOff val="15000"/>
                  <a:alpha val="33000"/>
                </a:schemeClr>
              </a:outerShdw>
            </a:effec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Agency FB Bold" panose="020B0804020202020204" pitchFamily="34" charset="0"/>
                <a:ea typeface="微软雅黑" panose="020B0503020204020204" pitchFamily="34" charset="-122"/>
              </a:endParaRPr>
            </a:p>
          </p:txBody>
        </p:sp>
        <p:sp>
          <p:nvSpPr>
            <p:cNvPr id="35" name="菱形 34"/>
            <p:cNvSpPr/>
            <p:nvPr>
              <p:custDataLst>
                <p:tags r:id="rId12"/>
              </p:custDataLst>
            </p:nvPr>
          </p:nvSpPr>
          <p:spPr>
            <a:xfrm>
              <a:off x="6428880" y="1834183"/>
              <a:ext cx="1223439" cy="1223439"/>
            </a:xfrm>
            <a:prstGeom prst="diamond">
              <a:avLst/>
            </a:prstGeom>
            <a:solidFill>
              <a:schemeClr val="accent3"/>
            </a:solidFill>
            <a:ln>
              <a:noFill/>
            </a:ln>
            <a:effectLst>
              <a:innerShdw blurRad="63500" dist="25400">
                <a:prstClr val="black">
                  <a:alpha val="2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4000" dirty="0">
                  <a:solidFill>
                    <a:srgbClr val="FFFFFF"/>
                  </a:solidFill>
                  <a:latin typeface="Agency FB Bold" panose="020B0804020202020204" pitchFamily="34" charset="0"/>
                  <a:ea typeface="微软雅黑" panose="020B0503020204020204" pitchFamily="34" charset="-122"/>
                </a:rPr>
                <a:t>2</a:t>
              </a:r>
              <a:endParaRPr lang="zh-CN" altLang="en-US" sz="4000" dirty="0">
                <a:solidFill>
                  <a:srgbClr val="FFFFFF"/>
                </a:solidFill>
                <a:latin typeface="Agency FB Bold" panose="020B0804020202020204" pitchFamily="34" charset="0"/>
                <a:ea typeface="微软雅黑" panose="020B0503020204020204" pitchFamily="34" charset="-122"/>
              </a:endParaRPr>
            </a:p>
          </p:txBody>
        </p:sp>
      </p:grpSp>
      <p:grpSp>
        <p:nvGrpSpPr>
          <p:cNvPr id="36" name="原创设计师QQ598969553          _13"/>
          <p:cNvGrpSpPr/>
          <p:nvPr/>
        </p:nvGrpSpPr>
        <p:grpSpPr>
          <a:xfrm>
            <a:off x="5883021" y="1123053"/>
            <a:ext cx="1319292" cy="1319292"/>
            <a:chOff x="8020984" y="1546167"/>
            <a:chExt cx="1800343" cy="1800344"/>
          </a:xfrm>
        </p:grpSpPr>
        <p:sp>
          <p:nvSpPr>
            <p:cNvPr id="37" name="菱形 36"/>
            <p:cNvSpPr/>
            <p:nvPr>
              <p:custDataLst>
                <p:tags r:id="rId9"/>
              </p:custDataLst>
            </p:nvPr>
          </p:nvSpPr>
          <p:spPr>
            <a:xfrm>
              <a:off x="8020984" y="1546167"/>
              <a:ext cx="1800343" cy="1800344"/>
            </a:xfrm>
            <a:prstGeom prst="diamond">
              <a:avLst/>
            </a:prstGeom>
            <a:gradFill>
              <a:gsLst>
                <a:gs pos="0">
                  <a:srgbClr val="DEDEDE"/>
                </a:gs>
                <a:gs pos="100000">
                  <a:srgbClr val="FBFBFB"/>
                </a:gs>
              </a:gsLst>
              <a:lin ang="5400000" scaled="1"/>
            </a:gradFill>
            <a:ln w="31750" cap="flat">
              <a:gradFill>
                <a:gsLst>
                  <a:gs pos="0">
                    <a:schemeClr val="bg1"/>
                  </a:gs>
                  <a:gs pos="100000">
                    <a:srgbClr val="DDDDDD"/>
                  </a:gs>
                </a:gsLst>
                <a:lin ang="5400000" scaled="1"/>
              </a:gradFill>
              <a:prstDash val="solid"/>
              <a:miter lim="800000"/>
              <a:headEnd/>
              <a:tailEnd/>
            </a:ln>
            <a:effectLst>
              <a:outerShdw blurRad="228600" dist="101600" dir="5400000" algn="t" rotWithShape="0">
                <a:schemeClr val="tx1">
                  <a:lumMod val="85000"/>
                  <a:lumOff val="15000"/>
                  <a:alpha val="33000"/>
                </a:schemeClr>
              </a:outerShdw>
            </a:effec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Agency FB Bold" panose="020B0804020202020204" pitchFamily="34" charset="0"/>
                <a:ea typeface="微软雅黑" panose="020B0503020204020204" pitchFamily="34" charset="-122"/>
              </a:endParaRPr>
            </a:p>
          </p:txBody>
        </p:sp>
        <p:sp>
          <p:nvSpPr>
            <p:cNvPr id="38" name="菱形 37"/>
            <p:cNvSpPr/>
            <p:nvPr>
              <p:custDataLst>
                <p:tags r:id="rId10"/>
              </p:custDataLst>
            </p:nvPr>
          </p:nvSpPr>
          <p:spPr>
            <a:xfrm>
              <a:off x="8309212" y="1834183"/>
              <a:ext cx="1223439" cy="1223439"/>
            </a:xfrm>
            <a:prstGeom prst="diamond">
              <a:avLst/>
            </a:prstGeom>
            <a:solidFill>
              <a:schemeClr val="accent4"/>
            </a:solidFill>
            <a:ln>
              <a:noFill/>
            </a:ln>
            <a:effectLst>
              <a:innerShdw blurRad="63500" dist="25400">
                <a:prstClr val="black">
                  <a:alpha val="2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4000" dirty="0">
                  <a:solidFill>
                    <a:srgbClr val="FFFFFF"/>
                  </a:solidFill>
                  <a:latin typeface="Agency FB Bold" panose="020B0804020202020204" pitchFamily="34" charset="0"/>
                  <a:ea typeface="微软雅黑" panose="020B0503020204020204" pitchFamily="34" charset="-122"/>
                </a:rPr>
                <a:t>1</a:t>
              </a:r>
              <a:endParaRPr lang="zh-CN" altLang="en-US" sz="4000" dirty="0">
                <a:solidFill>
                  <a:srgbClr val="FFFFFF"/>
                </a:solidFill>
                <a:latin typeface="Agency FB Bold" panose="020B0804020202020204" pitchFamily="34" charset="0"/>
                <a:ea typeface="微软雅黑" panose="020B0503020204020204" pitchFamily="34" charset="-122"/>
              </a:endParaRPr>
            </a:p>
          </p:txBody>
        </p:sp>
      </p:grpSp>
      <p:sp>
        <p:nvSpPr>
          <p:cNvPr id="43" name="原创设计师QQ598969553          _14"/>
          <p:cNvSpPr txBox="1">
            <a:spLocks noChangeArrowheads="1"/>
          </p:cNvSpPr>
          <p:nvPr/>
        </p:nvSpPr>
        <p:spPr bwMode="auto">
          <a:xfrm>
            <a:off x="1860784" y="3142547"/>
            <a:ext cx="5422432" cy="6832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itchFamily="34" charset="0"/>
                <a:ea typeface="微软雅黑" pitchFamily="34" charset="-122"/>
              </a:defRPr>
            </a:lvl2pPr>
            <a:lvl3pPr algn="l" rtl="0" fontAlgn="base">
              <a:spcBef>
                <a:spcPct val="0"/>
              </a:spcBef>
              <a:spcAft>
                <a:spcPct val="0"/>
              </a:spcAft>
              <a:defRPr sz="2400">
                <a:solidFill>
                  <a:schemeClr val="tx2"/>
                </a:solidFill>
                <a:latin typeface="Arial" pitchFamily="34" charset="0"/>
                <a:ea typeface="微软雅黑" pitchFamily="34" charset="-122"/>
              </a:defRPr>
            </a:lvl3pPr>
            <a:lvl4pPr algn="l" rtl="0" fontAlgn="base">
              <a:spcBef>
                <a:spcPct val="0"/>
              </a:spcBef>
              <a:spcAft>
                <a:spcPct val="0"/>
              </a:spcAft>
              <a:defRPr sz="2400">
                <a:solidFill>
                  <a:schemeClr val="tx2"/>
                </a:solidFill>
                <a:latin typeface="Arial" pitchFamily="34" charset="0"/>
                <a:ea typeface="微软雅黑" pitchFamily="34" charset="-122"/>
              </a:defRPr>
            </a:lvl4pPr>
            <a:lvl5pPr algn="l" rtl="0" fontAlgn="base">
              <a:spcBef>
                <a:spcPct val="0"/>
              </a:spcBef>
              <a:spcAft>
                <a:spcPct val="0"/>
              </a:spcAft>
              <a:defRPr sz="2400">
                <a:solidFill>
                  <a:schemeClr val="tx2"/>
                </a:solidFill>
                <a:latin typeface="Arial" pitchFamily="34" charset="0"/>
                <a:ea typeface="微软雅黑" pitchFamily="34" charset="-122"/>
              </a:defRPr>
            </a:lvl5pPr>
            <a:lvl6pPr marL="457200" algn="l" rtl="0" fontAlgn="base">
              <a:spcBef>
                <a:spcPct val="0"/>
              </a:spcBef>
              <a:spcAft>
                <a:spcPct val="0"/>
              </a:spcAft>
              <a:defRPr sz="2400">
                <a:solidFill>
                  <a:schemeClr val="tx2"/>
                </a:solidFill>
                <a:latin typeface="Arial" pitchFamily="34" charset="0"/>
                <a:ea typeface="微软雅黑" pitchFamily="34" charset="-122"/>
              </a:defRPr>
            </a:lvl6pPr>
            <a:lvl7pPr marL="914400" algn="l" rtl="0" fontAlgn="base">
              <a:spcBef>
                <a:spcPct val="0"/>
              </a:spcBef>
              <a:spcAft>
                <a:spcPct val="0"/>
              </a:spcAft>
              <a:defRPr sz="2400">
                <a:solidFill>
                  <a:schemeClr val="tx2"/>
                </a:solidFill>
                <a:latin typeface="Arial" pitchFamily="34" charset="0"/>
                <a:ea typeface="微软雅黑" pitchFamily="34" charset="-122"/>
              </a:defRPr>
            </a:lvl7pPr>
            <a:lvl8pPr marL="1371600" algn="l" rtl="0" fontAlgn="base">
              <a:spcBef>
                <a:spcPct val="0"/>
              </a:spcBef>
              <a:spcAft>
                <a:spcPct val="0"/>
              </a:spcAft>
              <a:defRPr sz="2400">
                <a:solidFill>
                  <a:schemeClr val="tx2"/>
                </a:solidFill>
                <a:latin typeface="Arial" pitchFamily="34" charset="0"/>
                <a:ea typeface="微软雅黑" pitchFamily="34" charset="-122"/>
              </a:defRPr>
            </a:lvl8pPr>
            <a:lvl9pPr marL="1828800" algn="l" rtl="0" fontAlgn="base">
              <a:spcBef>
                <a:spcPct val="0"/>
              </a:spcBef>
              <a:spcAft>
                <a:spcPct val="0"/>
              </a:spcAft>
              <a:defRPr sz="2400">
                <a:solidFill>
                  <a:schemeClr val="tx2"/>
                </a:solidFill>
                <a:latin typeface="Arial" pitchFamily="34" charset="0"/>
                <a:ea typeface="微软雅黑" pitchFamily="34" charset="-122"/>
              </a:defRPr>
            </a:lvl9pPr>
          </a:lstStyle>
          <a:p>
            <a:pPr algn="ctr"/>
            <a:r>
              <a:rPr lang="zh-CN" altLang="en-US" sz="4000" b="1" dirty="0">
                <a:solidFill>
                  <a:schemeClr val="accent1"/>
                </a:solidFill>
                <a:latin typeface="微软雅黑" panose="020B0503020204020204" pitchFamily="34" charset="-122"/>
                <a:ea typeface="微软雅黑" panose="020B0503020204020204" pitchFamily="34" charset="-122"/>
              </a:rPr>
              <a:t>校园闲置物品交易平台</a:t>
            </a:r>
            <a:endParaRPr lang="zh-CN" sz="4000" b="1" dirty="0">
              <a:latin typeface="微软雅黑" panose="020B0503020204020204" pitchFamily="34" charset="-122"/>
              <a:ea typeface="微软雅黑" panose="020B0503020204020204" pitchFamily="34" charset="-122"/>
            </a:endParaRPr>
          </a:p>
        </p:txBody>
      </p:sp>
      <p:sp>
        <p:nvSpPr>
          <p:cNvPr id="44" name="原创设计师QQ598969553          _15"/>
          <p:cNvSpPr txBox="1">
            <a:spLocks noChangeArrowheads="1"/>
          </p:cNvSpPr>
          <p:nvPr/>
        </p:nvSpPr>
        <p:spPr bwMode="auto">
          <a:xfrm>
            <a:off x="2005108" y="3854251"/>
            <a:ext cx="5133785" cy="4870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en-US" altLang="zh-CN" sz="1000" b="0" dirty="0">
                <a:solidFill>
                  <a:schemeClr val="tx1">
                    <a:lumMod val="50000"/>
                    <a:lumOff val="50000"/>
                  </a:schemeClr>
                </a:solidFill>
                <a:latin typeface="华文细黑" panose="02010600040101010101" pitchFamily="2" charset="-122"/>
                <a:ea typeface="华文细黑" panose="02010600040101010101" pitchFamily="2" charset="-122"/>
              </a:rPr>
              <a:t>Introduction Of Atmospheric</a:t>
            </a:r>
          </a:p>
          <a:p>
            <a:r>
              <a:rPr lang="en-US" altLang="zh-CN" sz="1000" b="0" dirty="0">
                <a:solidFill>
                  <a:schemeClr val="tx1">
                    <a:lumMod val="50000"/>
                    <a:lumOff val="50000"/>
                  </a:schemeClr>
                </a:solidFill>
                <a:latin typeface="华文细黑" panose="02010600040101010101" pitchFamily="2" charset="-122"/>
                <a:ea typeface="华文细黑" panose="02010600040101010101" pitchFamily="2" charset="-122"/>
              </a:rPr>
              <a:t>Business Plan Startup Plan PPT Template, Complete Framework</a:t>
            </a:r>
            <a:endParaRPr lang="zh-CN" sz="1000" b="0" dirty="0">
              <a:solidFill>
                <a:schemeClr val="tx1">
                  <a:lumMod val="50000"/>
                  <a:lumOff val="50000"/>
                </a:schemeClr>
              </a:solidFill>
              <a:latin typeface="华文细黑" panose="02010600040101010101" pitchFamily="2" charset="-122"/>
              <a:ea typeface="华文细黑" panose="02010600040101010101" pitchFamily="2" charset="-122"/>
            </a:endParaRPr>
          </a:p>
        </p:txBody>
      </p:sp>
      <p:sp>
        <p:nvSpPr>
          <p:cNvPr id="45" name="原创设计师QQ598969553          _16"/>
          <p:cNvSpPr txBox="1">
            <a:spLocks noChangeArrowheads="1"/>
          </p:cNvSpPr>
          <p:nvPr/>
        </p:nvSpPr>
        <p:spPr bwMode="auto">
          <a:xfrm>
            <a:off x="2480337" y="2787535"/>
            <a:ext cx="4183327" cy="2327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zh-CN" altLang="en-US" sz="1400" b="0" dirty="0">
                <a:solidFill>
                  <a:schemeClr val="tx1">
                    <a:lumMod val="50000"/>
                    <a:lumOff val="50000"/>
                  </a:schemeClr>
                </a:solidFill>
                <a:latin typeface="微软雅黑" panose="020B0503020204020204" pitchFamily="34" charset="-122"/>
                <a:ea typeface="微软雅黑" panose="020B0503020204020204" pitchFamily="34" charset="-122"/>
              </a:rPr>
              <a:t>这里可以简要的描述您的项目</a:t>
            </a:r>
            <a:endParaRPr lang="zh-CN" altLang="zh-CN" sz="1400" b="0" dirty="0">
              <a:solidFill>
                <a:schemeClr val="tx1">
                  <a:lumMod val="50000"/>
                  <a:lumOff val="50000"/>
                </a:schemeClr>
              </a:solidFill>
              <a:latin typeface="微软雅黑" panose="020B0503020204020204" pitchFamily="34" charset="-122"/>
              <a:ea typeface="微软雅黑" panose="020B0503020204020204" pitchFamily="34" charset="-122"/>
            </a:endParaRPr>
          </a:p>
        </p:txBody>
      </p:sp>
      <p:pic>
        <p:nvPicPr>
          <p:cNvPr id="29" name="Picture 64"/>
          <p:cNvPicPr>
            <a:picLocks noGrp="1" noSelect="1" noRot="1" noChangeAspect="1" noMove="1" noResize="1" noChangeShapeType="1"/>
          </p:cNvPicPr>
          <p:nvPr/>
        </p:nvPicPr>
        <p:blipFill>
          <a:blip r:embed="rId19"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1552029876"/>
      </p:ext>
    </p:extLst>
  </p:cSld>
  <p:clrMapOvr>
    <a:masterClrMapping/>
  </p:clrMapOvr>
  <p:transition spd="slow" advClick="0" advTm="0">
    <p:fade/>
  </p:transition>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14:presetBounceEnd="50000">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14:bounceEnd="50000">
                                          <p:cBhvr additive="base">
                                            <p:cTn id="7" dur="500" fill="hold"/>
                                            <p:tgtEl>
                                              <p:spTgt spid="20"/>
                                            </p:tgtEl>
                                            <p:attrNameLst>
                                              <p:attrName>ppt_x</p:attrName>
                                            </p:attrNameLst>
                                          </p:cBhvr>
                                          <p:tavLst>
                                            <p:tav tm="0">
                                              <p:val>
                                                <p:strVal val="#ppt_x"/>
                                              </p:val>
                                            </p:tav>
                                            <p:tav tm="100000">
                                              <p:val>
                                                <p:strVal val="#ppt_x"/>
                                              </p:val>
                                            </p:tav>
                                          </p:tavLst>
                                        </p:anim>
                                        <p:anim calcmode="lin" valueType="num" p14:bounceEnd="50000">
                                          <p:cBhvr additive="base">
                                            <p:cTn id="8" dur="500" fill="hold"/>
                                            <p:tgtEl>
                                              <p:spTgt spid="20"/>
                                            </p:tgtEl>
                                            <p:attrNameLst>
                                              <p:attrName>ppt_y</p:attrName>
                                            </p:attrNameLst>
                                          </p:cBhvr>
                                          <p:tavLst>
                                            <p:tav tm="0">
                                              <p:val>
                                                <p:strVal val="0-#ppt_h/2"/>
                                              </p:val>
                                            </p:tav>
                                            <p:tav tm="100000">
                                              <p:val>
                                                <p:strVal val="#ppt_y"/>
                                              </p:val>
                                            </p:tav>
                                          </p:tavLst>
                                        </p:anim>
                                      </p:childTnLst>
                                    </p:cTn>
                                  </p:par>
                                  <p:par>
                                    <p:cTn id="9" presetID="2" presetClass="entr" presetSubtype="1" fill="hold" nodeType="withEffect" p14:presetBounceEnd="50000">
                                      <p:stCondLst>
                                        <p:cond delay="200"/>
                                      </p:stCondLst>
                                      <p:childTnLst>
                                        <p:set>
                                          <p:cBhvr>
                                            <p:cTn id="10" dur="1" fill="hold">
                                              <p:stCondLst>
                                                <p:cond delay="0"/>
                                              </p:stCondLst>
                                            </p:cTn>
                                            <p:tgtEl>
                                              <p:spTgt spid="26"/>
                                            </p:tgtEl>
                                            <p:attrNameLst>
                                              <p:attrName>style.visibility</p:attrName>
                                            </p:attrNameLst>
                                          </p:cBhvr>
                                          <p:to>
                                            <p:strVal val="visible"/>
                                          </p:to>
                                        </p:set>
                                        <p:anim calcmode="lin" valueType="num" p14:bounceEnd="50000">
                                          <p:cBhvr additive="base">
                                            <p:cTn id="11" dur="500" fill="hold"/>
                                            <p:tgtEl>
                                              <p:spTgt spid="26"/>
                                            </p:tgtEl>
                                            <p:attrNameLst>
                                              <p:attrName>ppt_x</p:attrName>
                                            </p:attrNameLst>
                                          </p:cBhvr>
                                          <p:tavLst>
                                            <p:tav tm="0">
                                              <p:val>
                                                <p:strVal val="#ppt_x"/>
                                              </p:val>
                                            </p:tav>
                                            <p:tav tm="100000">
                                              <p:val>
                                                <p:strVal val="#ppt_x"/>
                                              </p:val>
                                            </p:tav>
                                          </p:tavLst>
                                        </p:anim>
                                        <p:anim calcmode="lin" valueType="num" p14:bounceEnd="50000">
                                          <p:cBhvr additive="base">
                                            <p:cTn id="12" dur="500" fill="hold"/>
                                            <p:tgtEl>
                                              <p:spTgt spid="26"/>
                                            </p:tgtEl>
                                            <p:attrNameLst>
                                              <p:attrName>ppt_y</p:attrName>
                                            </p:attrNameLst>
                                          </p:cBhvr>
                                          <p:tavLst>
                                            <p:tav tm="0">
                                              <p:val>
                                                <p:strVal val="0-#ppt_h/2"/>
                                              </p:val>
                                            </p:tav>
                                            <p:tav tm="100000">
                                              <p:val>
                                                <p:strVal val="#ppt_y"/>
                                              </p:val>
                                            </p:tav>
                                          </p:tavLst>
                                        </p:anim>
                                      </p:childTnLst>
                                    </p:cTn>
                                  </p:par>
                                  <p:par>
                                    <p:cTn id="13" presetID="2" presetClass="entr" presetSubtype="1" fill="hold" nodeType="withEffect" p14:presetBounceEnd="50000">
                                      <p:stCondLst>
                                        <p:cond delay="300"/>
                                      </p:stCondLst>
                                      <p:childTnLst>
                                        <p:set>
                                          <p:cBhvr>
                                            <p:cTn id="14" dur="1" fill="hold">
                                              <p:stCondLst>
                                                <p:cond delay="0"/>
                                              </p:stCondLst>
                                            </p:cTn>
                                            <p:tgtEl>
                                              <p:spTgt spid="30"/>
                                            </p:tgtEl>
                                            <p:attrNameLst>
                                              <p:attrName>style.visibility</p:attrName>
                                            </p:attrNameLst>
                                          </p:cBhvr>
                                          <p:to>
                                            <p:strVal val="visible"/>
                                          </p:to>
                                        </p:set>
                                        <p:anim calcmode="lin" valueType="num" p14:bounceEnd="50000">
                                          <p:cBhvr additive="base">
                                            <p:cTn id="15" dur="500" fill="hold"/>
                                            <p:tgtEl>
                                              <p:spTgt spid="30"/>
                                            </p:tgtEl>
                                            <p:attrNameLst>
                                              <p:attrName>ppt_x</p:attrName>
                                            </p:attrNameLst>
                                          </p:cBhvr>
                                          <p:tavLst>
                                            <p:tav tm="0">
                                              <p:val>
                                                <p:strVal val="#ppt_x"/>
                                              </p:val>
                                            </p:tav>
                                            <p:tav tm="100000">
                                              <p:val>
                                                <p:strVal val="#ppt_x"/>
                                              </p:val>
                                            </p:tav>
                                          </p:tavLst>
                                        </p:anim>
                                        <p:anim calcmode="lin" valueType="num" p14:bounceEnd="50000">
                                          <p:cBhvr additive="base">
                                            <p:cTn id="16" dur="500" fill="hold"/>
                                            <p:tgtEl>
                                              <p:spTgt spid="30"/>
                                            </p:tgtEl>
                                            <p:attrNameLst>
                                              <p:attrName>ppt_y</p:attrName>
                                            </p:attrNameLst>
                                          </p:cBhvr>
                                          <p:tavLst>
                                            <p:tav tm="0">
                                              <p:val>
                                                <p:strVal val="0-#ppt_h/2"/>
                                              </p:val>
                                            </p:tav>
                                            <p:tav tm="100000">
                                              <p:val>
                                                <p:strVal val="#ppt_y"/>
                                              </p:val>
                                            </p:tav>
                                          </p:tavLst>
                                        </p:anim>
                                      </p:childTnLst>
                                    </p:cTn>
                                  </p:par>
                                  <p:par>
                                    <p:cTn id="17" presetID="2" presetClass="entr" presetSubtype="1" fill="hold" nodeType="withEffect" p14:presetBounceEnd="50000">
                                      <p:stCondLst>
                                        <p:cond delay="400"/>
                                      </p:stCondLst>
                                      <p:childTnLst>
                                        <p:set>
                                          <p:cBhvr>
                                            <p:cTn id="18" dur="1" fill="hold">
                                              <p:stCondLst>
                                                <p:cond delay="0"/>
                                              </p:stCondLst>
                                            </p:cTn>
                                            <p:tgtEl>
                                              <p:spTgt spid="36"/>
                                            </p:tgtEl>
                                            <p:attrNameLst>
                                              <p:attrName>style.visibility</p:attrName>
                                            </p:attrNameLst>
                                          </p:cBhvr>
                                          <p:to>
                                            <p:strVal val="visible"/>
                                          </p:to>
                                        </p:set>
                                        <p:anim calcmode="lin" valueType="num" p14:bounceEnd="50000">
                                          <p:cBhvr additive="base">
                                            <p:cTn id="19" dur="500" fill="hold"/>
                                            <p:tgtEl>
                                              <p:spTgt spid="36"/>
                                            </p:tgtEl>
                                            <p:attrNameLst>
                                              <p:attrName>ppt_x</p:attrName>
                                            </p:attrNameLst>
                                          </p:cBhvr>
                                          <p:tavLst>
                                            <p:tav tm="0">
                                              <p:val>
                                                <p:strVal val="#ppt_x"/>
                                              </p:val>
                                            </p:tav>
                                            <p:tav tm="100000">
                                              <p:val>
                                                <p:strVal val="#ppt_x"/>
                                              </p:val>
                                            </p:tav>
                                          </p:tavLst>
                                        </p:anim>
                                        <p:anim calcmode="lin" valueType="num" p14:bounceEnd="50000">
                                          <p:cBhvr additive="base">
                                            <p:cTn id="20" dur="500" fill="hold"/>
                                            <p:tgtEl>
                                              <p:spTgt spid="36"/>
                                            </p:tgtEl>
                                            <p:attrNameLst>
                                              <p:attrName>ppt_y</p:attrName>
                                            </p:attrNameLst>
                                          </p:cBhvr>
                                          <p:tavLst>
                                            <p:tav tm="0">
                                              <p:val>
                                                <p:strVal val="0-#ppt_h/2"/>
                                              </p:val>
                                            </p:tav>
                                            <p:tav tm="100000">
                                              <p:val>
                                                <p:strVal val="#ppt_y"/>
                                              </p:val>
                                            </p:tav>
                                          </p:tavLst>
                                        </p:anim>
                                      </p:childTnLst>
                                    </p:cTn>
                                  </p:par>
                                </p:childTnLst>
                              </p:cTn>
                            </p:par>
                            <p:par>
                              <p:cTn id="21" fill="hold">
                                <p:stCondLst>
                                  <p:cond delay="900"/>
                                </p:stCondLst>
                                <p:childTnLst>
                                  <p:par>
                                    <p:cTn id="22" presetID="56" presetClass="entr" presetSubtype="0" fill="hold" grpId="0" nodeType="afterEffect">
                                      <p:stCondLst>
                                        <p:cond delay="0"/>
                                      </p:stCondLst>
                                      <p:iterate type="lt">
                                        <p:tmPct val="10000"/>
                                      </p:iterate>
                                      <p:childTnLst>
                                        <p:set>
                                          <p:cBhvr>
                                            <p:cTn id="23" dur="1" fill="hold">
                                              <p:stCondLst>
                                                <p:cond delay="0"/>
                                              </p:stCondLst>
                                            </p:cTn>
                                            <p:tgtEl>
                                              <p:spTgt spid="43"/>
                                            </p:tgtEl>
                                            <p:attrNameLst>
                                              <p:attrName>style.visibility</p:attrName>
                                            </p:attrNameLst>
                                          </p:cBhvr>
                                          <p:to>
                                            <p:strVal val="visible"/>
                                          </p:to>
                                        </p:set>
                                        <p:anim by="(-#ppt_w*2)" calcmode="lin" valueType="num">
                                          <p:cBhvr rctx="PPT">
                                            <p:cTn id="24" dur="500" autoRev="1" fill="hold">
                                              <p:stCondLst>
                                                <p:cond delay="0"/>
                                              </p:stCondLst>
                                            </p:cTn>
                                            <p:tgtEl>
                                              <p:spTgt spid="43"/>
                                            </p:tgtEl>
                                            <p:attrNameLst>
                                              <p:attrName>ppt_w</p:attrName>
                                            </p:attrNameLst>
                                          </p:cBhvr>
                                        </p:anim>
                                        <p:anim by="(#ppt_w*0.50)" calcmode="lin" valueType="num">
                                          <p:cBhvr>
                                            <p:cTn id="25" dur="500" decel="50000" autoRev="1" fill="hold">
                                              <p:stCondLst>
                                                <p:cond delay="0"/>
                                              </p:stCondLst>
                                            </p:cTn>
                                            <p:tgtEl>
                                              <p:spTgt spid="43"/>
                                            </p:tgtEl>
                                            <p:attrNameLst>
                                              <p:attrName>ppt_x</p:attrName>
                                            </p:attrNameLst>
                                          </p:cBhvr>
                                        </p:anim>
                                        <p:anim from="(-#ppt_h/2)" to="(#ppt_y)" calcmode="lin" valueType="num">
                                          <p:cBhvr>
                                            <p:cTn id="26" dur="1000" fill="hold">
                                              <p:stCondLst>
                                                <p:cond delay="0"/>
                                              </p:stCondLst>
                                            </p:cTn>
                                            <p:tgtEl>
                                              <p:spTgt spid="43"/>
                                            </p:tgtEl>
                                            <p:attrNameLst>
                                              <p:attrName>ppt_y</p:attrName>
                                            </p:attrNameLst>
                                          </p:cBhvr>
                                        </p:anim>
                                        <p:animRot by="21600000">
                                          <p:cBhvr>
                                            <p:cTn id="27" dur="1000" fill="hold">
                                              <p:stCondLst>
                                                <p:cond delay="0"/>
                                              </p:stCondLst>
                                            </p:cTn>
                                            <p:tgtEl>
                                              <p:spTgt spid="43"/>
                                            </p:tgtEl>
                                            <p:attrNameLst>
                                              <p:attrName>r</p:attrName>
                                            </p:attrNameLst>
                                          </p:cBhvr>
                                        </p:animRot>
                                      </p:childTnLst>
                                    </p:cTn>
                                  </p:par>
                                </p:childTnLst>
                              </p:cTn>
                            </p:par>
                            <p:par>
                              <p:cTn id="28" fill="hold">
                                <p:stCondLst>
                                  <p:cond delay="2800"/>
                                </p:stCondLst>
                                <p:childTnLst>
                                  <p:par>
                                    <p:cTn id="29" presetID="22" presetClass="entr" presetSubtype="8" fill="hold" grpId="0" nodeType="afterEffect">
                                      <p:stCondLst>
                                        <p:cond delay="0"/>
                                      </p:stCondLst>
                                      <p:childTnLst>
                                        <p:set>
                                          <p:cBhvr>
                                            <p:cTn id="30" dur="1" fill="hold">
                                              <p:stCondLst>
                                                <p:cond delay="0"/>
                                              </p:stCondLst>
                                            </p:cTn>
                                            <p:tgtEl>
                                              <p:spTgt spid="45"/>
                                            </p:tgtEl>
                                            <p:attrNameLst>
                                              <p:attrName>style.visibility</p:attrName>
                                            </p:attrNameLst>
                                          </p:cBhvr>
                                          <p:to>
                                            <p:strVal val="visible"/>
                                          </p:to>
                                        </p:set>
                                        <p:animEffect transition="in" filter="wipe(left)">
                                          <p:cBhvr>
                                            <p:cTn id="31" dur="500"/>
                                            <p:tgtEl>
                                              <p:spTgt spid="45"/>
                                            </p:tgtEl>
                                          </p:cBhvr>
                                        </p:animEffect>
                                      </p:childTnLst>
                                    </p:cTn>
                                  </p:par>
                                </p:childTnLst>
                              </p:cTn>
                            </p:par>
                            <p:par>
                              <p:cTn id="32" fill="hold">
                                <p:stCondLst>
                                  <p:cond delay="3300"/>
                                </p:stCondLst>
                                <p:childTnLst>
                                  <p:par>
                                    <p:cTn id="33" presetID="22" presetClass="entr" presetSubtype="8" fill="hold" grpId="0" nodeType="afterEffect">
                                      <p:stCondLst>
                                        <p:cond delay="0"/>
                                      </p:stCondLst>
                                      <p:childTnLst>
                                        <p:set>
                                          <p:cBhvr>
                                            <p:cTn id="34" dur="1" fill="hold">
                                              <p:stCondLst>
                                                <p:cond delay="0"/>
                                              </p:stCondLst>
                                            </p:cTn>
                                            <p:tgtEl>
                                              <p:spTgt spid="44"/>
                                            </p:tgtEl>
                                            <p:attrNameLst>
                                              <p:attrName>style.visibility</p:attrName>
                                            </p:attrNameLst>
                                          </p:cBhvr>
                                          <p:to>
                                            <p:strVal val="visible"/>
                                          </p:to>
                                        </p:set>
                                        <p:animEffect transition="in" filter="wipe(left)">
                                          <p:cBhvr>
                                            <p:cTn id="35"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4" grpId="0"/>
          <p:bldP spid="45"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0-#ppt_h/2"/>
                                              </p:val>
                                            </p:tav>
                                            <p:tav tm="100000">
                                              <p:val>
                                                <p:strVal val="#ppt_y"/>
                                              </p:val>
                                            </p:tav>
                                          </p:tavLst>
                                        </p:anim>
                                      </p:childTnLst>
                                    </p:cTn>
                                  </p:par>
                                  <p:par>
                                    <p:cTn id="9" presetID="2" presetClass="entr" presetSubtype="1" fill="hold" nodeType="withEffect">
                                      <p:stCondLst>
                                        <p:cond delay="200"/>
                                      </p:stCondLst>
                                      <p:childTnLst>
                                        <p:set>
                                          <p:cBhvr>
                                            <p:cTn id="10" dur="1" fill="hold">
                                              <p:stCondLst>
                                                <p:cond delay="0"/>
                                              </p:stCondLst>
                                            </p:cTn>
                                            <p:tgtEl>
                                              <p:spTgt spid="26"/>
                                            </p:tgtEl>
                                            <p:attrNameLst>
                                              <p:attrName>style.visibility</p:attrName>
                                            </p:attrNameLst>
                                          </p:cBhvr>
                                          <p:to>
                                            <p:strVal val="visible"/>
                                          </p:to>
                                        </p:set>
                                        <p:anim calcmode="lin" valueType="num">
                                          <p:cBhvr additive="base">
                                            <p:cTn id="11" dur="500" fill="hold"/>
                                            <p:tgtEl>
                                              <p:spTgt spid="26"/>
                                            </p:tgtEl>
                                            <p:attrNameLst>
                                              <p:attrName>ppt_x</p:attrName>
                                            </p:attrNameLst>
                                          </p:cBhvr>
                                          <p:tavLst>
                                            <p:tav tm="0">
                                              <p:val>
                                                <p:strVal val="#ppt_x"/>
                                              </p:val>
                                            </p:tav>
                                            <p:tav tm="100000">
                                              <p:val>
                                                <p:strVal val="#ppt_x"/>
                                              </p:val>
                                            </p:tav>
                                          </p:tavLst>
                                        </p:anim>
                                        <p:anim calcmode="lin" valueType="num">
                                          <p:cBhvr additive="base">
                                            <p:cTn id="12" dur="500" fill="hold"/>
                                            <p:tgtEl>
                                              <p:spTgt spid="26"/>
                                            </p:tgtEl>
                                            <p:attrNameLst>
                                              <p:attrName>ppt_y</p:attrName>
                                            </p:attrNameLst>
                                          </p:cBhvr>
                                          <p:tavLst>
                                            <p:tav tm="0">
                                              <p:val>
                                                <p:strVal val="0-#ppt_h/2"/>
                                              </p:val>
                                            </p:tav>
                                            <p:tav tm="100000">
                                              <p:val>
                                                <p:strVal val="#ppt_y"/>
                                              </p:val>
                                            </p:tav>
                                          </p:tavLst>
                                        </p:anim>
                                      </p:childTnLst>
                                    </p:cTn>
                                  </p:par>
                                  <p:par>
                                    <p:cTn id="13" presetID="2" presetClass="entr" presetSubtype="1" fill="hold" nodeType="withEffect">
                                      <p:stCondLst>
                                        <p:cond delay="300"/>
                                      </p:stCondLst>
                                      <p:childTnLst>
                                        <p:set>
                                          <p:cBhvr>
                                            <p:cTn id="14" dur="1" fill="hold">
                                              <p:stCondLst>
                                                <p:cond delay="0"/>
                                              </p:stCondLst>
                                            </p:cTn>
                                            <p:tgtEl>
                                              <p:spTgt spid="30"/>
                                            </p:tgtEl>
                                            <p:attrNameLst>
                                              <p:attrName>style.visibility</p:attrName>
                                            </p:attrNameLst>
                                          </p:cBhvr>
                                          <p:to>
                                            <p:strVal val="visible"/>
                                          </p:to>
                                        </p:set>
                                        <p:anim calcmode="lin" valueType="num">
                                          <p:cBhvr additive="base">
                                            <p:cTn id="15" dur="500" fill="hold"/>
                                            <p:tgtEl>
                                              <p:spTgt spid="30"/>
                                            </p:tgtEl>
                                            <p:attrNameLst>
                                              <p:attrName>ppt_x</p:attrName>
                                            </p:attrNameLst>
                                          </p:cBhvr>
                                          <p:tavLst>
                                            <p:tav tm="0">
                                              <p:val>
                                                <p:strVal val="#ppt_x"/>
                                              </p:val>
                                            </p:tav>
                                            <p:tav tm="100000">
                                              <p:val>
                                                <p:strVal val="#ppt_x"/>
                                              </p:val>
                                            </p:tav>
                                          </p:tavLst>
                                        </p:anim>
                                        <p:anim calcmode="lin" valueType="num">
                                          <p:cBhvr additive="base">
                                            <p:cTn id="16" dur="500" fill="hold"/>
                                            <p:tgtEl>
                                              <p:spTgt spid="30"/>
                                            </p:tgtEl>
                                            <p:attrNameLst>
                                              <p:attrName>ppt_y</p:attrName>
                                            </p:attrNameLst>
                                          </p:cBhvr>
                                          <p:tavLst>
                                            <p:tav tm="0">
                                              <p:val>
                                                <p:strVal val="0-#ppt_h/2"/>
                                              </p:val>
                                            </p:tav>
                                            <p:tav tm="100000">
                                              <p:val>
                                                <p:strVal val="#ppt_y"/>
                                              </p:val>
                                            </p:tav>
                                          </p:tavLst>
                                        </p:anim>
                                      </p:childTnLst>
                                    </p:cTn>
                                  </p:par>
                                  <p:par>
                                    <p:cTn id="17" presetID="2" presetClass="entr" presetSubtype="1" fill="hold" nodeType="withEffect">
                                      <p:stCondLst>
                                        <p:cond delay="400"/>
                                      </p:stCondLst>
                                      <p:childTnLst>
                                        <p:set>
                                          <p:cBhvr>
                                            <p:cTn id="18" dur="1" fill="hold">
                                              <p:stCondLst>
                                                <p:cond delay="0"/>
                                              </p:stCondLst>
                                            </p:cTn>
                                            <p:tgtEl>
                                              <p:spTgt spid="36"/>
                                            </p:tgtEl>
                                            <p:attrNameLst>
                                              <p:attrName>style.visibility</p:attrName>
                                            </p:attrNameLst>
                                          </p:cBhvr>
                                          <p:to>
                                            <p:strVal val="visible"/>
                                          </p:to>
                                        </p:set>
                                        <p:anim calcmode="lin" valueType="num">
                                          <p:cBhvr additive="base">
                                            <p:cTn id="19" dur="500" fill="hold"/>
                                            <p:tgtEl>
                                              <p:spTgt spid="36"/>
                                            </p:tgtEl>
                                            <p:attrNameLst>
                                              <p:attrName>ppt_x</p:attrName>
                                            </p:attrNameLst>
                                          </p:cBhvr>
                                          <p:tavLst>
                                            <p:tav tm="0">
                                              <p:val>
                                                <p:strVal val="#ppt_x"/>
                                              </p:val>
                                            </p:tav>
                                            <p:tav tm="100000">
                                              <p:val>
                                                <p:strVal val="#ppt_x"/>
                                              </p:val>
                                            </p:tav>
                                          </p:tavLst>
                                        </p:anim>
                                        <p:anim calcmode="lin" valueType="num">
                                          <p:cBhvr additive="base">
                                            <p:cTn id="20" dur="500" fill="hold"/>
                                            <p:tgtEl>
                                              <p:spTgt spid="36"/>
                                            </p:tgtEl>
                                            <p:attrNameLst>
                                              <p:attrName>ppt_y</p:attrName>
                                            </p:attrNameLst>
                                          </p:cBhvr>
                                          <p:tavLst>
                                            <p:tav tm="0">
                                              <p:val>
                                                <p:strVal val="0-#ppt_h/2"/>
                                              </p:val>
                                            </p:tav>
                                            <p:tav tm="100000">
                                              <p:val>
                                                <p:strVal val="#ppt_y"/>
                                              </p:val>
                                            </p:tav>
                                          </p:tavLst>
                                        </p:anim>
                                      </p:childTnLst>
                                    </p:cTn>
                                  </p:par>
                                </p:childTnLst>
                              </p:cTn>
                            </p:par>
                            <p:par>
                              <p:cTn id="21" fill="hold">
                                <p:stCondLst>
                                  <p:cond delay="900"/>
                                </p:stCondLst>
                                <p:childTnLst>
                                  <p:par>
                                    <p:cTn id="22" presetID="56" presetClass="entr" presetSubtype="0" fill="hold" grpId="0" nodeType="afterEffect">
                                      <p:stCondLst>
                                        <p:cond delay="0"/>
                                      </p:stCondLst>
                                      <p:iterate type="lt">
                                        <p:tmPct val="10000"/>
                                      </p:iterate>
                                      <p:childTnLst>
                                        <p:set>
                                          <p:cBhvr>
                                            <p:cTn id="23" dur="1" fill="hold">
                                              <p:stCondLst>
                                                <p:cond delay="0"/>
                                              </p:stCondLst>
                                            </p:cTn>
                                            <p:tgtEl>
                                              <p:spTgt spid="43"/>
                                            </p:tgtEl>
                                            <p:attrNameLst>
                                              <p:attrName>style.visibility</p:attrName>
                                            </p:attrNameLst>
                                          </p:cBhvr>
                                          <p:to>
                                            <p:strVal val="visible"/>
                                          </p:to>
                                        </p:set>
                                        <p:anim by="(-#ppt_w*2)" calcmode="lin" valueType="num">
                                          <p:cBhvr rctx="PPT">
                                            <p:cTn id="24" dur="500" autoRev="1" fill="hold">
                                              <p:stCondLst>
                                                <p:cond delay="0"/>
                                              </p:stCondLst>
                                            </p:cTn>
                                            <p:tgtEl>
                                              <p:spTgt spid="43"/>
                                            </p:tgtEl>
                                            <p:attrNameLst>
                                              <p:attrName>ppt_w</p:attrName>
                                            </p:attrNameLst>
                                          </p:cBhvr>
                                        </p:anim>
                                        <p:anim by="(#ppt_w*0.50)" calcmode="lin" valueType="num">
                                          <p:cBhvr>
                                            <p:cTn id="25" dur="500" decel="50000" autoRev="1" fill="hold">
                                              <p:stCondLst>
                                                <p:cond delay="0"/>
                                              </p:stCondLst>
                                            </p:cTn>
                                            <p:tgtEl>
                                              <p:spTgt spid="43"/>
                                            </p:tgtEl>
                                            <p:attrNameLst>
                                              <p:attrName>ppt_x</p:attrName>
                                            </p:attrNameLst>
                                          </p:cBhvr>
                                        </p:anim>
                                        <p:anim from="(-#ppt_h/2)" to="(#ppt_y)" calcmode="lin" valueType="num">
                                          <p:cBhvr>
                                            <p:cTn id="26" dur="1000" fill="hold">
                                              <p:stCondLst>
                                                <p:cond delay="0"/>
                                              </p:stCondLst>
                                            </p:cTn>
                                            <p:tgtEl>
                                              <p:spTgt spid="43"/>
                                            </p:tgtEl>
                                            <p:attrNameLst>
                                              <p:attrName>ppt_y</p:attrName>
                                            </p:attrNameLst>
                                          </p:cBhvr>
                                        </p:anim>
                                        <p:animRot by="21600000">
                                          <p:cBhvr>
                                            <p:cTn id="27" dur="1000" fill="hold">
                                              <p:stCondLst>
                                                <p:cond delay="0"/>
                                              </p:stCondLst>
                                            </p:cTn>
                                            <p:tgtEl>
                                              <p:spTgt spid="43"/>
                                            </p:tgtEl>
                                            <p:attrNameLst>
                                              <p:attrName>r</p:attrName>
                                            </p:attrNameLst>
                                          </p:cBhvr>
                                        </p:animRot>
                                      </p:childTnLst>
                                    </p:cTn>
                                  </p:par>
                                </p:childTnLst>
                              </p:cTn>
                            </p:par>
                            <p:par>
                              <p:cTn id="28" fill="hold">
                                <p:stCondLst>
                                  <p:cond delay="2800"/>
                                </p:stCondLst>
                                <p:childTnLst>
                                  <p:par>
                                    <p:cTn id="29" presetID="22" presetClass="entr" presetSubtype="8" fill="hold" grpId="0" nodeType="afterEffect">
                                      <p:stCondLst>
                                        <p:cond delay="0"/>
                                      </p:stCondLst>
                                      <p:childTnLst>
                                        <p:set>
                                          <p:cBhvr>
                                            <p:cTn id="30" dur="1" fill="hold">
                                              <p:stCondLst>
                                                <p:cond delay="0"/>
                                              </p:stCondLst>
                                            </p:cTn>
                                            <p:tgtEl>
                                              <p:spTgt spid="45"/>
                                            </p:tgtEl>
                                            <p:attrNameLst>
                                              <p:attrName>style.visibility</p:attrName>
                                            </p:attrNameLst>
                                          </p:cBhvr>
                                          <p:to>
                                            <p:strVal val="visible"/>
                                          </p:to>
                                        </p:set>
                                        <p:animEffect transition="in" filter="wipe(left)">
                                          <p:cBhvr>
                                            <p:cTn id="31" dur="500"/>
                                            <p:tgtEl>
                                              <p:spTgt spid="45"/>
                                            </p:tgtEl>
                                          </p:cBhvr>
                                        </p:animEffect>
                                      </p:childTnLst>
                                    </p:cTn>
                                  </p:par>
                                </p:childTnLst>
                              </p:cTn>
                            </p:par>
                            <p:par>
                              <p:cTn id="32" fill="hold">
                                <p:stCondLst>
                                  <p:cond delay="3300"/>
                                </p:stCondLst>
                                <p:childTnLst>
                                  <p:par>
                                    <p:cTn id="33" presetID="22" presetClass="entr" presetSubtype="8" fill="hold" grpId="0" nodeType="afterEffect">
                                      <p:stCondLst>
                                        <p:cond delay="0"/>
                                      </p:stCondLst>
                                      <p:childTnLst>
                                        <p:set>
                                          <p:cBhvr>
                                            <p:cTn id="34" dur="1" fill="hold">
                                              <p:stCondLst>
                                                <p:cond delay="0"/>
                                              </p:stCondLst>
                                            </p:cTn>
                                            <p:tgtEl>
                                              <p:spTgt spid="44"/>
                                            </p:tgtEl>
                                            <p:attrNameLst>
                                              <p:attrName>style.visibility</p:attrName>
                                            </p:attrNameLst>
                                          </p:cBhvr>
                                          <p:to>
                                            <p:strVal val="visible"/>
                                          </p:to>
                                        </p:set>
                                        <p:animEffect transition="in" filter="wipe(left)">
                                          <p:cBhvr>
                                            <p:cTn id="35"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4" grpId="0"/>
          <p:bldP spid="45" grpId="0"/>
        </p:bldLst>
      </p:timing>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原创设计师QQ598969553          _1"/>
          <p:cNvGrpSpPr/>
          <p:nvPr/>
        </p:nvGrpSpPr>
        <p:grpSpPr>
          <a:xfrm>
            <a:off x="3032332" y="613701"/>
            <a:ext cx="3065456" cy="805318"/>
            <a:chOff x="2330673" y="2010009"/>
            <a:chExt cx="1739454" cy="1412819"/>
          </a:xfrm>
        </p:grpSpPr>
        <p:sp>
          <p:nvSpPr>
            <p:cNvPr id="4" name="圆角矩形 3"/>
            <p:cNvSpPr/>
            <p:nvPr/>
          </p:nvSpPr>
          <p:spPr>
            <a:xfrm>
              <a:off x="2330673" y="2010009"/>
              <a:ext cx="1739454" cy="1412819"/>
            </a:xfrm>
            <a:prstGeom prst="roundRect">
              <a:avLst>
                <a:gd name="adj" fmla="val 0"/>
              </a:avLst>
            </a:prstGeom>
            <a:solidFill>
              <a:schemeClr val="accent2"/>
            </a:solidFill>
            <a:ln w="50800">
              <a:gradFill flip="none" rotWithShape="1">
                <a:gsLst>
                  <a:gs pos="0">
                    <a:schemeClr val="bg1">
                      <a:lumMod val="85000"/>
                    </a:schemeClr>
                  </a:gs>
                  <a:gs pos="100000">
                    <a:schemeClr val="bg1"/>
                  </a:gs>
                </a:gsLst>
                <a:lin ang="2700000" scaled="1"/>
                <a:tileRect/>
              </a:gradFill>
            </a:ln>
            <a:effectLst>
              <a:innerShdw blurRad="127000" dist="76200" dir="13500000">
                <a:schemeClr val="tx1">
                  <a:lumMod val="65000"/>
                  <a:lumOff val="35000"/>
                  <a:alpha val="53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Calibri"/>
                <a:ea typeface="宋体" panose="02010600030101010101" pitchFamily="2" charset="-122"/>
              </a:endParaRPr>
            </a:p>
          </p:txBody>
        </p:sp>
        <p:sp>
          <p:nvSpPr>
            <p:cNvPr id="5" name="圆角矩形 4"/>
            <p:cNvSpPr/>
            <p:nvPr/>
          </p:nvSpPr>
          <p:spPr>
            <a:xfrm>
              <a:off x="2372646" y="2149777"/>
              <a:ext cx="1653380" cy="1133274"/>
            </a:xfrm>
            <a:prstGeom prst="roundRect">
              <a:avLst>
                <a:gd name="adj" fmla="val 0"/>
              </a:avLst>
            </a:prstGeom>
            <a:solidFill>
              <a:schemeClr val="bg1">
                <a:lumMod val="95000"/>
              </a:schemeClr>
            </a:solidFill>
            <a:ln w="50800">
              <a:noFill/>
            </a:ln>
            <a:effectLst>
              <a:outerShdw blurRad="152400" dist="76200" dir="2700000" algn="tl" rotWithShape="0">
                <a:schemeClr val="tx1">
                  <a:lumMod val="65000"/>
                  <a:lumOff val="35000"/>
                  <a:alpha val="55000"/>
                </a:schemeClr>
              </a:outerShdw>
            </a:effectLst>
            <a:scene3d>
              <a:camera prst="orthographicFront"/>
              <a:lightRig rig="threePt" dir="t"/>
            </a:scene3d>
            <a:sp3d prstMaterial="softEdge">
              <a:bevelT w="444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Calibri"/>
                <a:ea typeface="宋体" panose="02010600030101010101" pitchFamily="2" charset="-122"/>
              </a:endParaRPr>
            </a:p>
          </p:txBody>
        </p:sp>
      </p:grpSp>
      <p:sp>
        <p:nvSpPr>
          <p:cNvPr id="6" name="原创设计师QQ598969553          _2"/>
          <p:cNvSpPr/>
          <p:nvPr/>
        </p:nvSpPr>
        <p:spPr>
          <a:xfrm>
            <a:off x="3247500" y="742223"/>
            <a:ext cx="2645258" cy="530915"/>
          </a:xfrm>
          <a:prstGeom prst="rect">
            <a:avLst/>
          </a:prstGeom>
        </p:spPr>
        <p:txBody>
          <a:bodyPr wrap="square" lIns="68580" tIns="34290" rIns="68580" bIns="34290">
            <a:spAutoFit/>
          </a:bodyPr>
          <a:lstStyle/>
          <a:p>
            <a:pPr algn="ctr">
              <a:defRPr/>
            </a:pPr>
            <a:r>
              <a:rPr lang="zh-CN" altLang="en-US" sz="3000" dirty="0">
                <a:solidFill>
                  <a:schemeClr val="accent1"/>
                </a:solidFill>
                <a:latin typeface="+mn-ea"/>
              </a:rPr>
              <a:t>前言</a:t>
            </a:r>
            <a:r>
              <a:rPr lang="en-US" altLang="zh-CN" sz="3000" dirty="0">
                <a:solidFill>
                  <a:schemeClr val="accent1"/>
                </a:solidFill>
                <a:latin typeface="+mn-ea"/>
              </a:rPr>
              <a:t>/</a:t>
            </a:r>
            <a:r>
              <a:rPr lang="en-US" altLang="zh-CN" sz="2400" dirty="0">
                <a:solidFill>
                  <a:schemeClr val="accent1"/>
                </a:solidFill>
                <a:latin typeface="+mn-ea"/>
              </a:rPr>
              <a:t>PREFACE</a:t>
            </a:r>
            <a:endParaRPr lang="en-GB" altLang="zh-CN" sz="2400" dirty="0">
              <a:solidFill>
                <a:schemeClr val="accent1"/>
              </a:solidFill>
              <a:latin typeface="+mn-ea"/>
            </a:endParaRPr>
          </a:p>
        </p:txBody>
      </p:sp>
      <p:sp>
        <p:nvSpPr>
          <p:cNvPr id="11" name="原创设计师QQ598969553          _3"/>
          <p:cNvSpPr txBox="1"/>
          <p:nvPr/>
        </p:nvSpPr>
        <p:spPr bwMode="auto">
          <a:xfrm>
            <a:off x="793454" y="1734388"/>
            <a:ext cx="7557164" cy="1744773"/>
          </a:xfrm>
          <a:prstGeom prst="rect">
            <a:avLst/>
          </a:prstGeom>
          <a:noFill/>
        </p:spPr>
        <p:txBody>
          <a:bodyPr wrap="square" lIns="68580" tIns="34290" rIns="68580" bIns="34290">
            <a:spAutoFit/>
          </a:bodyPr>
          <a:lstStyle/>
          <a:p>
            <a:pPr algn="just" eaLnBrk="0" hangingPunct="0">
              <a:lnSpc>
                <a:spcPct val="150000"/>
              </a:lnSpc>
            </a:pPr>
            <a:r>
              <a:rPr lang="zh-CN" altLang="zh-CN" sz="2000" kern="100" dirty="0">
                <a:solidFill>
                  <a:srgbClr val="0070C0"/>
                </a:solidFill>
                <a:latin typeface="黑体" panose="02010609060101010101" pitchFamily="49" charset="-122"/>
                <a:ea typeface="黑体" panose="02010609060101010101" pitchFamily="49" charset="-122"/>
                <a:cs typeface="Times New Roman" panose="02020603050405020304" pitchFamily="18" charset="0"/>
              </a:rPr>
              <a:t>“拾贝”</a:t>
            </a:r>
            <a:r>
              <a:rPr lang="zh-CN" altLang="zh-CN" kern="100" dirty="0">
                <a:latin typeface="黑体" panose="02010609060101010101" pitchFamily="49" charset="-122"/>
                <a:ea typeface="黑体" panose="02010609060101010101" pitchFamily="49" charset="-122"/>
                <a:cs typeface="Times New Roman" panose="02020603050405020304" pitchFamily="18" charset="0"/>
              </a:rPr>
              <a:t>是高校闲置资产流动平台。平台以学院教师、工作人员为主要服务对象，提供学院间闲置资产（以价值较大的科研教学资产为主）流通渠道，减少资源浪费、提高使用效率。平台交易以基于区块链技术的“拾贝币”进行，平台功能包括闲置物品转借与出租、捐赠贫困地区、高校国有资产信息化登记、废弃物品拍卖处理等功能。</a:t>
            </a:r>
          </a:p>
          <a:p>
            <a:pPr algn="just" eaLnBrk="0" hangingPunct="0">
              <a:lnSpc>
                <a:spcPct val="150000"/>
              </a:lnSpc>
            </a:pPr>
            <a:endParaRPr lang="zh-CN" altLang="en-US" sz="1200" dirty="0">
              <a:solidFill>
                <a:schemeClr val="tx2"/>
              </a:solidFill>
              <a:latin typeface="微软雅黑" pitchFamily="34" charset="-122"/>
              <a:ea typeface="微软雅黑" pitchFamily="34" charset="-122"/>
              <a:sym typeface="微软雅黑" pitchFamily="34" charset="-122"/>
            </a:endParaRPr>
          </a:p>
        </p:txBody>
      </p:sp>
      <p:grpSp>
        <p:nvGrpSpPr>
          <p:cNvPr id="25" name="原创设计师QQ598969553          _4"/>
          <p:cNvGrpSpPr/>
          <p:nvPr/>
        </p:nvGrpSpPr>
        <p:grpSpPr>
          <a:xfrm>
            <a:off x="3187840" y="4119487"/>
            <a:ext cx="2768321" cy="539471"/>
            <a:chOff x="4065582" y="4895496"/>
            <a:chExt cx="3691094" cy="719295"/>
          </a:xfrm>
        </p:grpSpPr>
        <p:grpSp>
          <p:nvGrpSpPr>
            <p:cNvPr id="13" name="组合 12"/>
            <p:cNvGrpSpPr/>
            <p:nvPr/>
          </p:nvGrpSpPr>
          <p:grpSpPr>
            <a:xfrm>
              <a:off x="4065582" y="4895496"/>
              <a:ext cx="719295" cy="719295"/>
              <a:chOff x="3237545" y="4561747"/>
              <a:chExt cx="1146960" cy="1146960"/>
            </a:xfrm>
          </p:grpSpPr>
          <p:sp>
            <p:nvSpPr>
              <p:cNvPr id="14" name="圆角矩形 13"/>
              <p:cNvSpPr/>
              <p:nvPr/>
            </p:nvSpPr>
            <p:spPr>
              <a:xfrm>
                <a:off x="3237545" y="4561747"/>
                <a:ext cx="1146960" cy="1146960"/>
              </a:xfrm>
              <a:prstGeom prst="roundRect">
                <a:avLst>
                  <a:gd name="adj" fmla="val 50000"/>
                </a:avLst>
              </a:prstGeom>
              <a:solidFill>
                <a:schemeClr val="accent1"/>
              </a:solidFill>
              <a:ln w="2540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Calibri"/>
                  <a:ea typeface="宋体" panose="02010600030101010101" pitchFamily="2" charset="-122"/>
                </a:endParaRPr>
              </a:p>
            </p:txBody>
          </p:sp>
          <p:sp>
            <p:nvSpPr>
              <p:cNvPr id="15" name="圆角矩形 14"/>
              <p:cNvSpPr/>
              <p:nvPr/>
            </p:nvSpPr>
            <p:spPr>
              <a:xfrm>
                <a:off x="3351014" y="4675216"/>
                <a:ext cx="920023" cy="920023"/>
              </a:xfrm>
              <a:prstGeom prst="roundRect">
                <a:avLst>
                  <a:gd name="adj" fmla="val 5000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31750" h="63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Calibri"/>
                  <a:ea typeface="宋体" panose="02010600030101010101" pitchFamily="2" charset="-122"/>
                </a:endParaRPr>
              </a:p>
            </p:txBody>
          </p:sp>
        </p:grpSp>
        <p:grpSp>
          <p:nvGrpSpPr>
            <p:cNvPr id="16" name="组合 15"/>
            <p:cNvGrpSpPr/>
            <p:nvPr/>
          </p:nvGrpSpPr>
          <p:grpSpPr>
            <a:xfrm>
              <a:off x="5056182" y="4895496"/>
              <a:ext cx="719295" cy="719295"/>
              <a:chOff x="3237545" y="4561747"/>
              <a:chExt cx="1146960" cy="1146960"/>
            </a:xfrm>
          </p:grpSpPr>
          <p:sp>
            <p:nvSpPr>
              <p:cNvPr id="17" name="圆角矩形 16"/>
              <p:cNvSpPr/>
              <p:nvPr/>
            </p:nvSpPr>
            <p:spPr>
              <a:xfrm>
                <a:off x="3237545" y="4561747"/>
                <a:ext cx="1146960" cy="1146960"/>
              </a:xfrm>
              <a:prstGeom prst="roundRect">
                <a:avLst>
                  <a:gd name="adj" fmla="val 50000"/>
                </a:avLst>
              </a:prstGeom>
              <a:solidFill>
                <a:schemeClr val="accent2"/>
              </a:solidFill>
              <a:ln w="2540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Calibri"/>
                  <a:ea typeface="宋体" panose="02010600030101010101" pitchFamily="2" charset="-122"/>
                </a:endParaRPr>
              </a:p>
            </p:txBody>
          </p:sp>
          <p:sp>
            <p:nvSpPr>
              <p:cNvPr id="18" name="圆角矩形 17"/>
              <p:cNvSpPr/>
              <p:nvPr/>
            </p:nvSpPr>
            <p:spPr>
              <a:xfrm>
                <a:off x="3351014" y="4675216"/>
                <a:ext cx="920023" cy="920023"/>
              </a:xfrm>
              <a:prstGeom prst="roundRect">
                <a:avLst>
                  <a:gd name="adj" fmla="val 5000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31750" h="63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Calibri"/>
                  <a:ea typeface="宋体" panose="02010600030101010101" pitchFamily="2" charset="-122"/>
                </a:endParaRPr>
              </a:p>
            </p:txBody>
          </p:sp>
        </p:grpSp>
        <p:grpSp>
          <p:nvGrpSpPr>
            <p:cNvPr id="19" name="组合 18"/>
            <p:cNvGrpSpPr/>
            <p:nvPr/>
          </p:nvGrpSpPr>
          <p:grpSpPr>
            <a:xfrm>
              <a:off x="6046782" y="4895496"/>
              <a:ext cx="719295" cy="719295"/>
              <a:chOff x="3237545" y="4561747"/>
              <a:chExt cx="1146960" cy="1146960"/>
            </a:xfrm>
          </p:grpSpPr>
          <p:sp>
            <p:nvSpPr>
              <p:cNvPr id="20" name="圆角矩形 19"/>
              <p:cNvSpPr/>
              <p:nvPr/>
            </p:nvSpPr>
            <p:spPr>
              <a:xfrm>
                <a:off x="3237545" y="4561747"/>
                <a:ext cx="1146960" cy="1146960"/>
              </a:xfrm>
              <a:prstGeom prst="roundRect">
                <a:avLst>
                  <a:gd name="adj" fmla="val 50000"/>
                </a:avLst>
              </a:prstGeom>
              <a:solidFill>
                <a:schemeClr val="accent1"/>
              </a:solidFill>
              <a:ln w="2540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Calibri"/>
                  <a:ea typeface="宋体" panose="02010600030101010101" pitchFamily="2" charset="-122"/>
                </a:endParaRPr>
              </a:p>
            </p:txBody>
          </p:sp>
          <p:sp>
            <p:nvSpPr>
              <p:cNvPr id="21" name="圆角矩形 20"/>
              <p:cNvSpPr/>
              <p:nvPr/>
            </p:nvSpPr>
            <p:spPr>
              <a:xfrm>
                <a:off x="3351014" y="4675216"/>
                <a:ext cx="920023" cy="920023"/>
              </a:xfrm>
              <a:prstGeom prst="roundRect">
                <a:avLst>
                  <a:gd name="adj" fmla="val 5000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31750" h="63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Calibri"/>
                  <a:ea typeface="宋体" panose="02010600030101010101" pitchFamily="2" charset="-122"/>
                </a:endParaRPr>
              </a:p>
            </p:txBody>
          </p:sp>
        </p:grpSp>
        <p:grpSp>
          <p:nvGrpSpPr>
            <p:cNvPr id="22" name="组合 21"/>
            <p:cNvGrpSpPr/>
            <p:nvPr/>
          </p:nvGrpSpPr>
          <p:grpSpPr>
            <a:xfrm>
              <a:off x="7037381" y="4895496"/>
              <a:ext cx="719295" cy="719295"/>
              <a:chOff x="3237545" y="4561747"/>
              <a:chExt cx="1146960" cy="1146960"/>
            </a:xfrm>
          </p:grpSpPr>
          <p:sp>
            <p:nvSpPr>
              <p:cNvPr id="23" name="圆角矩形 22"/>
              <p:cNvSpPr/>
              <p:nvPr/>
            </p:nvSpPr>
            <p:spPr>
              <a:xfrm>
                <a:off x="3237545" y="4561747"/>
                <a:ext cx="1146960" cy="1146960"/>
              </a:xfrm>
              <a:prstGeom prst="roundRect">
                <a:avLst>
                  <a:gd name="adj" fmla="val 50000"/>
                </a:avLst>
              </a:prstGeom>
              <a:solidFill>
                <a:schemeClr val="accent2"/>
              </a:solidFill>
              <a:ln w="2540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Calibri"/>
                  <a:ea typeface="宋体" panose="02010600030101010101" pitchFamily="2" charset="-122"/>
                </a:endParaRPr>
              </a:p>
            </p:txBody>
          </p:sp>
          <p:sp>
            <p:nvSpPr>
              <p:cNvPr id="24" name="圆角矩形 23"/>
              <p:cNvSpPr/>
              <p:nvPr/>
            </p:nvSpPr>
            <p:spPr>
              <a:xfrm>
                <a:off x="3351014" y="4675216"/>
                <a:ext cx="920023" cy="920023"/>
              </a:xfrm>
              <a:prstGeom prst="roundRect">
                <a:avLst>
                  <a:gd name="adj" fmla="val 5000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31750" h="63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Calibri"/>
                  <a:ea typeface="宋体" panose="02010600030101010101" pitchFamily="2" charset="-122"/>
                </a:endParaRPr>
              </a:p>
            </p:txBody>
          </p:sp>
        </p:grpSp>
      </p:grpSp>
      <p:grpSp>
        <p:nvGrpSpPr>
          <p:cNvPr id="26" name="原创设计师QQ598969553          _5"/>
          <p:cNvGrpSpPr/>
          <p:nvPr/>
        </p:nvGrpSpPr>
        <p:grpSpPr>
          <a:xfrm>
            <a:off x="3378010" y="4290543"/>
            <a:ext cx="151517" cy="184685"/>
            <a:chOff x="3683997" y="856343"/>
            <a:chExt cx="576394" cy="702571"/>
          </a:xfrm>
          <a:solidFill>
            <a:schemeClr val="accent1"/>
          </a:solidFill>
        </p:grpSpPr>
        <p:sp>
          <p:nvSpPr>
            <p:cNvPr id="27" name="Freeform 34"/>
            <p:cNvSpPr>
              <a:spLocks noEditPoints="1"/>
            </p:cNvSpPr>
            <p:nvPr/>
          </p:nvSpPr>
          <p:spPr bwMode="auto">
            <a:xfrm>
              <a:off x="3683997" y="856343"/>
              <a:ext cx="576394" cy="702571"/>
            </a:xfrm>
            <a:custGeom>
              <a:avLst/>
              <a:gdLst>
                <a:gd name="T0" fmla="*/ 16 w 667"/>
                <a:gd name="T1" fmla="*/ 176 h 813"/>
                <a:gd name="T2" fmla="*/ 175 w 667"/>
                <a:gd name="T3" fmla="*/ 16 h 813"/>
                <a:gd name="T4" fmla="*/ 214 w 667"/>
                <a:gd name="T5" fmla="*/ 0 h 813"/>
                <a:gd name="T6" fmla="*/ 613 w 667"/>
                <a:gd name="T7" fmla="*/ 0 h 813"/>
                <a:gd name="T8" fmla="*/ 667 w 667"/>
                <a:gd name="T9" fmla="*/ 54 h 813"/>
                <a:gd name="T10" fmla="*/ 667 w 667"/>
                <a:gd name="T11" fmla="*/ 759 h 813"/>
                <a:gd name="T12" fmla="*/ 613 w 667"/>
                <a:gd name="T13" fmla="*/ 813 h 813"/>
                <a:gd name="T14" fmla="*/ 54 w 667"/>
                <a:gd name="T15" fmla="*/ 813 h 813"/>
                <a:gd name="T16" fmla="*/ 0 w 667"/>
                <a:gd name="T17" fmla="*/ 759 h 813"/>
                <a:gd name="T18" fmla="*/ 0 w 667"/>
                <a:gd name="T19" fmla="*/ 214 h 813"/>
                <a:gd name="T20" fmla="*/ 16 w 667"/>
                <a:gd name="T21" fmla="*/ 176 h 813"/>
                <a:gd name="T22" fmla="*/ 194 w 667"/>
                <a:gd name="T23" fmla="*/ 229 h 813"/>
                <a:gd name="T24" fmla="*/ 57 w 667"/>
                <a:gd name="T25" fmla="*/ 229 h 813"/>
                <a:gd name="T26" fmla="*/ 57 w 667"/>
                <a:gd name="T27" fmla="*/ 756 h 813"/>
                <a:gd name="T28" fmla="*/ 610 w 667"/>
                <a:gd name="T29" fmla="*/ 756 h 813"/>
                <a:gd name="T30" fmla="*/ 610 w 667"/>
                <a:gd name="T31" fmla="*/ 57 h 813"/>
                <a:gd name="T32" fmla="*/ 238 w 667"/>
                <a:gd name="T33" fmla="*/ 57 h 813"/>
                <a:gd name="T34" fmla="*/ 238 w 667"/>
                <a:gd name="T35" fmla="*/ 185 h 813"/>
                <a:gd name="T36" fmla="*/ 194 w 667"/>
                <a:gd name="T37" fmla="*/ 229 h 813"/>
                <a:gd name="T38" fmla="*/ 82 w 667"/>
                <a:gd name="T39" fmla="*/ 191 h 813"/>
                <a:gd name="T40" fmla="*/ 194 w 667"/>
                <a:gd name="T41" fmla="*/ 191 h 813"/>
                <a:gd name="T42" fmla="*/ 200 w 667"/>
                <a:gd name="T43" fmla="*/ 185 h 813"/>
                <a:gd name="T44" fmla="*/ 200 w 667"/>
                <a:gd name="T45" fmla="*/ 72 h 813"/>
                <a:gd name="T46" fmla="*/ 82 w 667"/>
                <a:gd name="T47" fmla="*/ 191 h 8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67" h="813">
                  <a:moveTo>
                    <a:pt x="16" y="176"/>
                  </a:moveTo>
                  <a:cubicBezTo>
                    <a:pt x="175" y="16"/>
                    <a:pt x="175" y="16"/>
                    <a:pt x="175" y="16"/>
                  </a:cubicBezTo>
                  <a:cubicBezTo>
                    <a:pt x="186" y="6"/>
                    <a:pt x="199" y="0"/>
                    <a:pt x="214" y="0"/>
                  </a:cubicBezTo>
                  <a:cubicBezTo>
                    <a:pt x="613" y="0"/>
                    <a:pt x="613" y="0"/>
                    <a:pt x="613" y="0"/>
                  </a:cubicBezTo>
                  <a:cubicBezTo>
                    <a:pt x="643" y="0"/>
                    <a:pt x="667" y="24"/>
                    <a:pt x="667" y="54"/>
                  </a:cubicBezTo>
                  <a:cubicBezTo>
                    <a:pt x="667" y="759"/>
                    <a:pt x="667" y="759"/>
                    <a:pt x="667" y="759"/>
                  </a:cubicBezTo>
                  <a:cubicBezTo>
                    <a:pt x="667" y="789"/>
                    <a:pt x="643" y="813"/>
                    <a:pt x="613" y="813"/>
                  </a:cubicBezTo>
                  <a:cubicBezTo>
                    <a:pt x="54" y="813"/>
                    <a:pt x="54" y="813"/>
                    <a:pt x="54" y="813"/>
                  </a:cubicBezTo>
                  <a:cubicBezTo>
                    <a:pt x="24" y="813"/>
                    <a:pt x="0" y="789"/>
                    <a:pt x="0" y="759"/>
                  </a:cubicBezTo>
                  <a:cubicBezTo>
                    <a:pt x="0" y="214"/>
                    <a:pt x="0" y="214"/>
                    <a:pt x="0" y="214"/>
                  </a:cubicBezTo>
                  <a:cubicBezTo>
                    <a:pt x="0" y="200"/>
                    <a:pt x="5" y="186"/>
                    <a:pt x="16" y="176"/>
                  </a:cubicBezTo>
                  <a:close/>
                  <a:moveTo>
                    <a:pt x="194" y="229"/>
                  </a:moveTo>
                  <a:cubicBezTo>
                    <a:pt x="57" y="229"/>
                    <a:pt x="57" y="229"/>
                    <a:pt x="57" y="229"/>
                  </a:cubicBezTo>
                  <a:cubicBezTo>
                    <a:pt x="57" y="756"/>
                    <a:pt x="57" y="756"/>
                    <a:pt x="57" y="756"/>
                  </a:cubicBezTo>
                  <a:cubicBezTo>
                    <a:pt x="610" y="756"/>
                    <a:pt x="610" y="756"/>
                    <a:pt x="610" y="756"/>
                  </a:cubicBezTo>
                  <a:cubicBezTo>
                    <a:pt x="610" y="57"/>
                    <a:pt x="610" y="57"/>
                    <a:pt x="610" y="57"/>
                  </a:cubicBezTo>
                  <a:cubicBezTo>
                    <a:pt x="238" y="57"/>
                    <a:pt x="238" y="57"/>
                    <a:pt x="238" y="57"/>
                  </a:cubicBezTo>
                  <a:cubicBezTo>
                    <a:pt x="238" y="185"/>
                    <a:pt x="238" y="185"/>
                    <a:pt x="238" y="185"/>
                  </a:cubicBezTo>
                  <a:cubicBezTo>
                    <a:pt x="238" y="210"/>
                    <a:pt x="218" y="229"/>
                    <a:pt x="194" y="229"/>
                  </a:cubicBezTo>
                  <a:close/>
                  <a:moveTo>
                    <a:pt x="82" y="191"/>
                  </a:moveTo>
                  <a:cubicBezTo>
                    <a:pt x="194" y="191"/>
                    <a:pt x="194" y="191"/>
                    <a:pt x="194" y="191"/>
                  </a:cubicBezTo>
                  <a:cubicBezTo>
                    <a:pt x="197" y="191"/>
                    <a:pt x="200" y="188"/>
                    <a:pt x="200" y="185"/>
                  </a:cubicBezTo>
                  <a:cubicBezTo>
                    <a:pt x="200" y="72"/>
                    <a:pt x="200" y="72"/>
                    <a:pt x="200" y="72"/>
                  </a:cubicBezTo>
                  <a:cubicBezTo>
                    <a:pt x="82" y="191"/>
                    <a:pt x="82" y="191"/>
                    <a:pt x="82" y="19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8" name="Freeform 35"/>
            <p:cNvSpPr>
              <a:spLocks noEditPoints="1"/>
            </p:cNvSpPr>
            <p:nvPr/>
          </p:nvSpPr>
          <p:spPr bwMode="auto">
            <a:xfrm>
              <a:off x="3765921" y="1015436"/>
              <a:ext cx="412546" cy="433758"/>
            </a:xfrm>
            <a:custGeom>
              <a:avLst/>
              <a:gdLst>
                <a:gd name="T0" fmla="*/ 170 w 477"/>
                <a:gd name="T1" fmla="*/ 429 h 502"/>
                <a:gd name="T2" fmla="*/ 86 w 477"/>
                <a:gd name="T3" fmla="*/ 502 h 502"/>
                <a:gd name="T4" fmla="*/ 0 w 477"/>
                <a:gd name="T5" fmla="*/ 416 h 502"/>
                <a:gd name="T6" fmla="*/ 72 w 477"/>
                <a:gd name="T7" fmla="*/ 330 h 502"/>
                <a:gd name="T8" fmla="*/ 63 w 477"/>
                <a:gd name="T9" fmla="*/ 258 h 502"/>
                <a:gd name="T10" fmla="*/ 144 w 477"/>
                <a:gd name="T11" fmla="*/ 143 h 502"/>
                <a:gd name="T12" fmla="*/ 254 w 477"/>
                <a:gd name="T13" fmla="*/ 20 h 502"/>
                <a:gd name="T14" fmla="*/ 458 w 477"/>
                <a:gd name="T15" fmla="*/ 0 h 502"/>
                <a:gd name="T16" fmla="*/ 477 w 477"/>
                <a:gd name="T17" fmla="*/ 153 h 502"/>
                <a:gd name="T18" fmla="*/ 398 w 477"/>
                <a:gd name="T19" fmla="*/ 172 h 502"/>
                <a:gd name="T20" fmla="*/ 438 w 477"/>
                <a:gd name="T21" fmla="*/ 223 h 502"/>
                <a:gd name="T22" fmla="*/ 404 w 477"/>
                <a:gd name="T23" fmla="*/ 245 h 502"/>
                <a:gd name="T24" fmla="*/ 452 w 477"/>
                <a:gd name="T25" fmla="*/ 355 h 502"/>
                <a:gd name="T26" fmla="*/ 452 w 477"/>
                <a:gd name="T27" fmla="*/ 477 h 502"/>
                <a:gd name="T28" fmla="*/ 330 w 477"/>
                <a:gd name="T29" fmla="*/ 477 h 502"/>
                <a:gd name="T30" fmla="*/ 256 w 477"/>
                <a:gd name="T31" fmla="*/ 464 h 502"/>
                <a:gd name="T32" fmla="*/ 235 w 477"/>
                <a:gd name="T33" fmla="*/ 429 h 502"/>
                <a:gd name="T34" fmla="*/ 162 w 477"/>
                <a:gd name="T35" fmla="*/ 160 h 502"/>
                <a:gd name="T36" fmla="*/ 135 w 477"/>
                <a:gd name="T37" fmla="*/ 275 h 502"/>
                <a:gd name="T38" fmla="*/ 101 w 477"/>
                <a:gd name="T39" fmla="*/ 331 h 502"/>
                <a:gd name="T40" fmla="*/ 171 w 477"/>
                <a:gd name="T41" fmla="*/ 404 h 502"/>
                <a:gd name="T42" fmla="*/ 235 w 477"/>
                <a:gd name="T43" fmla="*/ 378 h 502"/>
                <a:gd name="T44" fmla="*/ 306 w 477"/>
                <a:gd name="T45" fmla="*/ 408 h 502"/>
                <a:gd name="T46" fmla="*/ 378 w 477"/>
                <a:gd name="T47" fmla="*/ 330 h 502"/>
                <a:gd name="T48" fmla="*/ 353 w 477"/>
                <a:gd name="T49" fmla="*/ 245 h 502"/>
                <a:gd name="T50" fmla="*/ 382 w 477"/>
                <a:gd name="T51" fmla="*/ 174 h 502"/>
                <a:gd name="T52" fmla="*/ 273 w 477"/>
                <a:gd name="T53" fmla="*/ 172 h 502"/>
                <a:gd name="T54" fmla="*/ 254 w 477"/>
                <a:gd name="T55" fmla="*/ 101 h 502"/>
                <a:gd name="T56" fmla="*/ 292 w 477"/>
                <a:gd name="T57" fmla="*/ 38 h 502"/>
                <a:gd name="T58" fmla="*/ 439 w 477"/>
                <a:gd name="T59" fmla="*/ 134 h 502"/>
                <a:gd name="T60" fmla="*/ 425 w 477"/>
                <a:gd name="T61" fmla="*/ 382 h 502"/>
                <a:gd name="T62" fmla="*/ 357 w 477"/>
                <a:gd name="T63" fmla="*/ 382 h 502"/>
                <a:gd name="T64" fmla="*/ 357 w 477"/>
                <a:gd name="T65" fmla="*/ 450 h 502"/>
                <a:gd name="T66" fmla="*/ 425 w 477"/>
                <a:gd name="T67" fmla="*/ 450 h 502"/>
                <a:gd name="T68" fmla="*/ 425 w 477"/>
                <a:gd name="T69" fmla="*/ 382 h 502"/>
                <a:gd name="T70" fmla="*/ 86 w 477"/>
                <a:gd name="T71" fmla="*/ 367 h 502"/>
                <a:gd name="T72" fmla="*/ 38 w 477"/>
                <a:gd name="T73" fmla="*/ 416 h 502"/>
                <a:gd name="T74" fmla="*/ 86 w 477"/>
                <a:gd name="T75" fmla="*/ 464 h 502"/>
                <a:gd name="T76" fmla="*/ 134 w 477"/>
                <a:gd name="T77" fmla="*/ 416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77" h="502">
                  <a:moveTo>
                    <a:pt x="235" y="429"/>
                  </a:moveTo>
                  <a:cubicBezTo>
                    <a:pt x="170" y="429"/>
                    <a:pt x="170" y="429"/>
                    <a:pt x="170" y="429"/>
                  </a:cubicBezTo>
                  <a:cubicBezTo>
                    <a:pt x="168" y="448"/>
                    <a:pt x="159" y="464"/>
                    <a:pt x="146" y="477"/>
                  </a:cubicBezTo>
                  <a:cubicBezTo>
                    <a:pt x="131" y="493"/>
                    <a:pt x="109" y="502"/>
                    <a:pt x="86" y="502"/>
                  </a:cubicBezTo>
                  <a:cubicBezTo>
                    <a:pt x="62" y="502"/>
                    <a:pt x="41" y="493"/>
                    <a:pt x="25" y="477"/>
                  </a:cubicBezTo>
                  <a:cubicBezTo>
                    <a:pt x="10" y="461"/>
                    <a:pt x="0" y="440"/>
                    <a:pt x="0" y="416"/>
                  </a:cubicBezTo>
                  <a:cubicBezTo>
                    <a:pt x="0" y="392"/>
                    <a:pt x="10" y="370"/>
                    <a:pt x="25" y="355"/>
                  </a:cubicBezTo>
                  <a:cubicBezTo>
                    <a:pt x="38" y="342"/>
                    <a:pt x="54" y="333"/>
                    <a:pt x="72" y="330"/>
                  </a:cubicBezTo>
                  <a:cubicBezTo>
                    <a:pt x="48" y="277"/>
                    <a:pt x="48" y="277"/>
                    <a:pt x="48" y="277"/>
                  </a:cubicBezTo>
                  <a:cubicBezTo>
                    <a:pt x="43" y="269"/>
                    <a:pt x="48" y="255"/>
                    <a:pt x="63" y="258"/>
                  </a:cubicBezTo>
                  <a:cubicBezTo>
                    <a:pt x="84" y="263"/>
                    <a:pt x="84" y="263"/>
                    <a:pt x="84" y="263"/>
                  </a:cubicBezTo>
                  <a:cubicBezTo>
                    <a:pt x="94" y="216"/>
                    <a:pt x="115" y="175"/>
                    <a:pt x="144" y="143"/>
                  </a:cubicBezTo>
                  <a:cubicBezTo>
                    <a:pt x="174" y="108"/>
                    <a:pt x="212" y="84"/>
                    <a:pt x="254" y="75"/>
                  </a:cubicBezTo>
                  <a:cubicBezTo>
                    <a:pt x="254" y="20"/>
                    <a:pt x="254" y="20"/>
                    <a:pt x="254" y="20"/>
                  </a:cubicBezTo>
                  <a:cubicBezTo>
                    <a:pt x="254" y="9"/>
                    <a:pt x="264" y="0"/>
                    <a:pt x="275" y="0"/>
                  </a:cubicBezTo>
                  <a:cubicBezTo>
                    <a:pt x="458" y="0"/>
                    <a:pt x="458" y="0"/>
                    <a:pt x="458" y="0"/>
                  </a:cubicBezTo>
                  <a:cubicBezTo>
                    <a:pt x="468" y="0"/>
                    <a:pt x="477" y="9"/>
                    <a:pt x="477" y="19"/>
                  </a:cubicBezTo>
                  <a:cubicBezTo>
                    <a:pt x="477" y="153"/>
                    <a:pt x="477" y="153"/>
                    <a:pt x="477" y="153"/>
                  </a:cubicBezTo>
                  <a:cubicBezTo>
                    <a:pt x="477" y="163"/>
                    <a:pt x="468" y="172"/>
                    <a:pt x="458" y="172"/>
                  </a:cubicBezTo>
                  <a:cubicBezTo>
                    <a:pt x="398" y="172"/>
                    <a:pt x="398" y="172"/>
                    <a:pt x="398" y="172"/>
                  </a:cubicBezTo>
                  <a:cubicBezTo>
                    <a:pt x="398" y="172"/>
                    <a:pt x="399" y="173"/>
                    <a:pt x="399" y="174"/>
                  </a:cubicBezTo>
                  <a:cubicBezTo>
                    <a:pt x="438" y="223"/>
                    <a:pt x="438" y="223"/>
                    <a:pt x="438" y="223"/>
                  </a:cubicBezTo>
                  <a:cubicBezTo>
                    <a:pt x="444" y="229"/>
                    <a:pt x="443" y="245"/>
                    <a:pt x="428" y="245"/>
                  </a:cubicBezTo>
                  <a:cubicBezTo>
                    <a:pt x="404" y="245"/>
                    <a:pt x="404" y="245"/>
                    <a:pt x="404" y="245"/>
                  </a:cubicBezTo>
                  <a:cubicBezTo>
                    <a:pt x="404" y="330"/>
                    <a:pt x="404" y="330"/>
                    <a:pt x="404" y="330"/>
                  </a:cubicBezTo>
                  <a:cubicBezTo>
                    <a:pt x="422" y="333"/>
                    <a:pt x="439" y="342"/>
                    <a:pt x="452" y="355"/>
                  </a:cubicBezTo>
                  <a:cubicBezTo>
                    <a:pt x="467" y="370"/>
                    <a:pt x="477" y="392"/>
                    <a:pt x="477" y="416"/>
                  </a:cubicBezTo>
                  <a:cubicBezTo>
                    <a:pt x="477" y="440"/>
                    <a:pt x="467" y="461"/>
                    <a:pt x="452" y="477"/>
                  </a:cubicBezTo>
                  <a:cubicBezTo>
                    <a:pt x="436" y="493"/>
                    <a:pt x="415" y="502"/>
                    <a:pt x="391" y="502"/>
                  </a:cubicBezTo>
                  <a:cubicBezTo>
                    <a:pt x="367" y="502"/>
                    <a:pt x="346" y="493"/>
                    <a:pt x="330" y="477"/>
                  </a:cubicBezTo>
                  <a:cubicBezTo>
                    <a:pt x="317" y="463"/>
                    <a:pt x="308" y="445"/>
                    <a:pt x="306" y="425"/>
                  </a:cubicBezTo>
                  <a:cubicBezTo>
                    <a:pt x="256" y="464"/>
                    <a:pt x="256" y="464"/>
                    <a:pt x="256" y="464"/>
                  </a:cubicBezTo>
                  <a:cubicBezTo>
                    <a:pt x="249" y="470"/>
                    <a:pt x="235" y="469"/>
                    <a:pt x="235" y="453"/>
                  </a:cubicBezTo>
                  <a:cubicBezTo>
                    <a:pt x="235" y="429"/>
                    <a:pt x="235" y="429"/>
                    <a:pt x="235" y="429"/>
                  </a:cubicBezTo>
                  <a:close/>
                  <a:moveTo>
                    <a:pt x="254" y="101"/>
                  </a:moveTo>
                  <a:cubicBezTo>
                    <a:pt x="219" y="110"/>
                    <a:pt x="188" y="131"/>
                    <a:pt x="162" y="160"/>
                  </a:cubicBezTo>
                  <a:cubicBezTo>
                    <a:pt x="137" y="189"/>
                    <a:pt x="118" y="226"/>
                    <a:pt x="109" y="269"/>
                  </a:cubicBezTo>
                  <a:cubicBezTo>
                    <a:pt x="135" y="275"/>
                    <a:pt x="135" y="275"/>
                    <a:pt x="135" y="275"/>
                  </a:cubicBezTo>
                  <a:cubicBezTo>
                    <a:pt x="148" y="278"/>
                    <a:pt x="147" y="292"/>
                    <a:pt x="140" y="298"/>
                  </a:cubicBezTo>
                  <a:cubicBezTo>
                    <a:pt x="101" y="331"/>
                    <a:pt x="101" y="331"/>
                    <a:pt x="101" y="331"/>
                  </a:cubicBezTo>
                  <a:cubicBezTo>
                    <a:pt x="118" y="334"/>
                    <a:pt x="134" y="342"/>
                    <a:pt x="146" y="355"/>
                  </a:cubicBezTo>
                  <a:cubicBezTo>
                    <a:pt x="159" y="368"/>
                    <a:pt x="168" y="385"/>
                    <a:pt x="171" y="404"/>
                  </a:cubicBezTo>
                  <a:cubicBezTo>
                    <a:pt x="235" y="404"/>
                    <a:pt x="235" y="404"/>
                    <a:pt x="235" y="404"/>
                  </a:cubicBezTo>
                  <a:cubicBezTo>
                    <a:pt x="235" y="378"/>
                    <a:pt x="235" y="378"/>
                    <a:pt x="235" y="378"/>
                  </a:cubicBezTo>
                  <a:cubicBezTo>
                    <a:pt x="235" y="365"/>
                    <a:pt x="248" y="363"/>
                    <a:pt x="256" y="369"/>
                  </a:cubicBezTo>
                  <a:cubicBezTo>
                    <a:pt x="306" y="408"/>
                    <a:pt x="306" y="408"/>
                    <a:pt x="306" y="408"/>
                  </a:cubicBezTo>
                  <a:cubicBezTo>
                    <a:pt x="308" y="387"/>
                    <a:pt x="317" y="368"/>
                    <a:pt x="330" y="355"/>
                  </a:cubicBezTo>
                  <a:cubicBezTo>
                    <a:pt x="343" y="342"/>
                    <a:pt x="360" y="333"/>
                    <a:pt x="378" y="330"/>
                  </a:cubicBezTo>
                  <a:cubicBezTo>
                    <a:pt x="378" y="245"/>
                    <a:pt x="378" y="245"/>
                    <a:pt x="378" y="245"/>
                  </a:cubicBezTo>
                  <a:cubicBezTo>
                    <a:pt x="353" y="245"/>
                    <a:pt x="353" y="245"/>
                    <a:pt x="353" y="245"/>
                  </a:cubicBezTo>
                  <a:cubicBezTo>
                    <a:pt x="340" y="245"/>
                    <a:pt x="338" y="230"/>
                    <a:pt x="344" y="223"/>
                  </a:cubicBezTo>
                  <a:cubicBezTo>
                    <a:pt x="382" y="174"/>
                    <a:pt x="382" y="174"/>
                    <a:pt x="382" y="174"/>
                  </a:cubicBezTo>
                  <a:cubicBezTo>
                    <a:pt x="383" y="173"/>
                    <a:pt x="383" y="172"/>
                    <a:pt x="384" y="172"/>
                  </a:cubicBezTo>
                  <a:cubicBezTo>
                    <a:pt x="273" y="172"/>
                    <a:pt x="273" y="172"/>
                    <a:pt x="273" y="172"/>
                  </a:cubicBezTo>
                  <a:cubicBezTo>
                    <a:pt x="263" y="172"/>
                    <a:pt x="254" y="164"/>
                    <a:pt x="254" y="153"/>
                  </a:cubicBezTo>
                  <a:cubicBezTo>
                    <a:pt x="254" y="101"/>
                    <a:pt x="254" y="101"/>
                    <a:pt x="254" y="101"/>
                  </a:cubicBezTo>
                  <a:close/>
                  <a:moveTo>
                    <a:pt x="439" y="38"/>
                  </a:moveTo>
                  <a:cubicBezTo>
                    <a:pt x="292" y="38"/>
                    <a:pt x="292" y="38"/>
                    <a:pt x="292" y="38"/>
                  </a:cubicBezTo>
                  <a:cubicBezTo>
                    <a:pt x="292" y="134"/>
                    <a:pt x="292" y="134"/>
                    <a:pt x="292" y="134"/>
                  </a:cubicBezTo>
                  <a:cubicBezTo>
                    <a:pt x="439" y="134"/>
                    <a:pt x="439" y="134"/>
                    <a:pt x="439" y="134"/>
                  </a:cubicBezTo>
                  <a:cubicBezTo>
                    <a:pt x="439" y="38"/>
                    <a:pt x="439" y="38"/>
                    <a:pt x="439" y="38"/>
                  </a:cubicBezTo>
                  <a:close/>
                  <a:moveTo>
                    <a:pt x="425" y="382"/>
                  </a:moveTo>
                  <a:cubicBezTo>
                    <a:pt x="416" y="373"/>
                    <a:pt x="404" y="367"/>
                    <a:pt x="391" y="367"/>
                  </a:cubicBezTo>
                  <a:cubicBezTo>
                    <a:pt x="378" y="367"/>
                    <a:pt x="366" y="373"/>
                    <a:pt x="357" y="382"/>
                  </a:cubicBezTo>
                  <a:cubicBezTo>
                    <a:pt x="349" y="390"/>
                    <a:pt x="343" y="402"/>
                    <a:pt x="343" y="416"/>
                  </a:cubicBezTo>
                  <a:cubicBezTo>
                    <a:pt x="343" y="429"/>
                    <a:pt x="349" y="441"/>
                    <a:pt x="357" y="450"/>
                  </a:cubicBezTo>
                  <a:cubicBezTo>
                    <a:pt x="366" y="459"/>
                    <a:pt x="378" y="464"/>
                    <a:pt x="391" y="464"/>
                  </a:cubicBezTo>
                  <a:cubicBezTo>
                    <a:pt x="404" y="464"/>
                    <a:pt x="416" y="459"/>
                    <a:pt x="425" y="450"/>
                  </a:cubicBezTo>
                  <a:cubicBezTo>
                    <a:pt x="434" y="441"/>
                    <a:pt x="439" y="429"/>
                    <a:pt x="439" y="416"/>
                  </a:cubicBezTo>
                  <a:cubicBezTo>
                    <a:pt x="439" y="402"/>
                    <a:pt x="434" y="390"/>
                    <a:pt x="425" y="382"/>
                  </a:cubicBezTo>
                  <a:close/>
                  <a:moveTo>
                    <a:pt x="120" y="382"/>
                  </a:moveTo>
                  <a:cubicBezTo>
                    <a:pt x="111" y="373"/>
                    <a:pt x="99" y="367"/>
                    <a:pt x="86" y="367"/>
                  </a:cubicBezTo>
                  <a:cubicBezTo>
                    <a:pt x="73" y="367"/>
                    <a:pt x="61" y="373"/>
                    <a:pt x="52" y="382"/>
                  </a:cubicBezTo>
                  <a:cubicBezTo>
                    <a:pt x="43" y="390"/>
                    <a:pt x="38" y="402"/>
                    <a:pt x="38" y="416"/>
                  </a:cubicBezTo>
                  <a:cubicBezTo>
                    <a:pt x="38" y="429"/>
                    <a:pt x="43" y="441"/>
                    <a:pt x="52" y="450"/>
                  </a:cubicBezTo>
                  <a:cubicBezTo>
                    <a:pt x="61" y="459"/>
                    <a:pt x="73" y="464"/>
                    <a:pt x="86" y="464"/>
                  </a:cubicBezTo>
                  <a:cubicBezTo>
                    <a:pt x="99" y="464"/>
                    <a:pt x="111" y="459"/>
                    <a:pt x="120" y="450"/>
                  </a:cubicBezTo>
                  <a:cubicBezTo>
                    <a:pt x="128" y="441"/>
                    <a:pt x="134" y="429"/>
                    <a:pt x="134" y="416"/>
                  </a:cubicBezTo>
                  <a:cubicBezTo>
                    <a:pt x="134" y="402"/>
                    <a:pt x="128" y="390"/>
                    <a:pt x="120" y="38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9" name="原创设计师QQ598969553          _6"/>
          <p:cNvGrpSpPr/>
          <p:nvPr/>
        </p:nvGrpSpPr>
        <p:grpSpPr>
          <a:xfrm>
            <a:off x="4107981" y="4300542"/>
            <a:ext cx="177475" cy="164687"/>
            <a:chOff x="7903081" y="894379"/>
            <a:chExt cx="675141" cy="626498"/>
          </a:xfrm>
          <a:solidFill>
            <a:schemeClr val="accent2"/>
          </a:solidFill>
        </p:grpSpPr>
        <p:sp>
          <p:nvSpPr>
            <p:cNvPr id="30" name="Freeform 36"/>
            <p:cNvSpPr>
              <a:spLocks noEditPoints="1"/>
            </p:cNvSpPr>
            <p:nvPr/>
          </p:nvSpPr>
          <p:spPr bwMode="auto">
            <a:xfrm>
              <a:off x="7990491" y="894379"/>
              <a:ext cx="321479" cy="213587"/>
            </a:xfrm>
            <a:custGeom>
              <a:avLst/>
              <a:gdLst>
                <a:gd name="T0" fmla="*/ 133 w 372"/>
                <a:gd name="T1" fmla="*/ 185 h 247"/>
                <a:gd name="T2" fmla="*/ 118 w 372"/>
                <a:gd name="T3" fmla="*/ 152 h 247"/>
                <a:gd name="T4" fmla="*/ 136 w 372"/>
                <a:gd name="T5" fmla="*/ 115 h 247"/>
                <a:gd name="T6" fmla="*/ 180 w 372"/>
                <a:gd name="T7" fmla="*/ 100 h 247"/>
                <a:gd name="T8" fmla="*/ 180 w 372"/>
                <a:gd name="T9" fmla="*/ 84 h 247"/>
                <a:gd name="T10" fmla="*/ 205 w 372"/>
                <a:gd name="T11" fmla="*/ 84 h 247"/>
                <a:gd name="T12" fmla="*/ 205 w 372"/>
                <a:gd name="T13" fmla="*/ 99 h 247"/>
                <a:gd name="T14" fmla="*/ 246 w 372"/>
                <a:gd name="T15" fmla="*/ 114 h 247"/>
                <a:gd name="T16" fmla="*/ 263 w 372"/>
                <a:gd name="T17" fmla="*/ 152 h 247"/>
                <a:gd name="T18" fmla="*/ 221 w 372"/>
                <a:gd name="T19" fmla="*/ 152 h 247"/>
                <a:gd name="T20" fmla="*/ 215 w 372"/>
                <a:gd name="T21" fmla="*/ 136 h 247"/>
                <a:gd name="T22" fmla="*/ 167 w 372"/>
                <a:gd name="T23" fmla="*/ 134 h 247"/>
                <a:gd name="T24" fmla="*/ 167 w 372"/>
                <a:gd name="T25" fmla="*/ 156 h 247"/>
                <a:gd name="T26" fmla="*/ 217 w 372"/>
                <a:gd name="T27" fmla="*/ 171 h 247"/>
                <a:gd name="T28" fmla="*/ 251 w 372"/>
                <a:gd name="T29" fmla="*/ 188 h 247"/>
                <a:gd name="T30" fmla="*/ 266 w 372"/>
                <a:gd name="T31" fmla="*/ 223 h 247"/>
                <a:gd name="T32" fmla="*/ 265 w 372"/>
                <a:gd name="T33" fmla="*/ 234 h 247"/>
                <a:gd name="T34" fmla="*/ 259 w 372"/>
                <a:gd name="T35" fmla="*/ 246 h 247"/>
                <a:gd name="T36" fmla="*/ 222 w 372"/>
                <a:gd name="T37" fmla="*/ 230 h 247"/>
                <a:gd name="T38" fmla="*/ 217 w 372"/>
                <a:gd name="T39" fmla="*/ 217 h 247"/>
                <a:gd name="T40" fmla="*/ 133 w 372"/>
                <a:gd name="T41" fmla="*/ 185 h 247"/>
                <a:gd name="T42" fmla="*/ 191 w 372"/>
                <a:gd name="T43" fmla="*/ 39 h 247"/>
                <a:gd name="T44" fmla="*/ 83 w 372"/>
                <a:gd name="T45" fmla="*/ 83 h 247"/>
                <a:gd name="T46" fmla="*/ 39 w 372"/>
                <a:gd name="T47" fmla="*/ 191 h 247"/>
                <a:gd name="T48" fmla="*/ 44 w 372"/>
                <a:gd name="T49" fmla="*/ 231 h 247"/>
                <a:gd name="T50" fmla="*/ 9 w 372"/>
                <a:gd name="T51" fmla="*/ 247 h 247"/>
                <a:gd name="T52" fmla="*/ 0 w 372"/>
                <a:gd name="T53" fmla="*/ 191 h 247"/>
                <a:gd name="T54" fmla="*/ 56 w 372"/>
                <a:gd name="T55" fmla="*/ 56 h 247"/>
                <a:gd name="T56" fmla="*/ 191 w 372"/>
                <a:gd name="T57" fmla="*/ 0 h 247"/>
                <a:gd name="T58" fmla="*/ 326 w 372"/>
                <a:gd name="T59" fmla="*/ 56 h 247"/>
                <a:gd name="T60" fmla="*/ 372 w 372"/>
                <a:gd name="T61" fmla="*/ 132 h 247"/>
                <a:gd name="T62" fmla="*/ 339 w 372"/>
                <a:gd name="T63" fmla="*/ 152 h 247"/>
                <a:gd name="T64" fmla="*/ 299 w 372"/>
                <a:gd name="T65" fmla="*/ 83 h 247"/>
                <a:gd name="T66" fmla="*/ 191 w 372"/>
                <a:gd name="T67" fmla="*/ 39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2" h="247">
                  <a:moveTo>
                    <a:pt x="133" y="185"/>
                  </a:moveTo>
                  <a:cubicBezTo>
                    <a:pt x="123" y="177"/>
                    <a:pt x="118" y="166"/>
                    <a:pt x="118" y="152"/>
                  </a:cubicBezTo>
                  <a:cubicBezTo>
                    <a:pt x="118" y="136"/>
                    <a:pt x="124" y="124"/>
                    <a:pt x="136" y="115"/>
                  </a:cubicBezTo>
                  <a:cubicBezTo>
                    <a:pt x="147" y="105"/>
                    <a:pt x="160" y="100"/>
                    <a:pt x="180" y="100"/>
                  </a:cubicBezTo>
                  <a:cubicBezTo>
                    <a:pt x="180" y="84"/>
                    <a:pt x="180" y="84"/>
                    <a:pt x="180" y="84"/>
                  </a:cubicBezTo>
                  <a:cubicBezTo>
                    <a:pt x="205" y="84"/>
                    <a:pt x="205" y="84"/>
                    <a:pt x="205" y="84"/>
                  </a:cubicBezTo>
                  <a:cubicBezTo>
                    <a:pt x="205" y="99"/>
                    <a:pt x="205" y="99"/>
                    <a:pt x="205" y="99"/>
                  </a:cubicBezTo>
                  <a:cubicBezTo>
                    <a:pt x="224" y="100"/>
                    <a:pt x="235" y="104"/>
                    <a:pt x="246" y="114"/>
                  </a:cubicBezTo>
                  <a:cubicBezTo>
                    <a:pt x="257" y="123"/>
                    <a:pt x="262" y="136"/>
                    <a:pt x="263" y="152"/>
                  </a:cubicBezTo>
                  <a:cubicBezTo>
                    <a:pt x="221" y="152"/>
                    <a:pt x="221" y="152"/>
                    <a:pt x="221" y="152"/>
                  </a:cubicBezTo>
                  <a:cubicBezTo>
                    <a:pt x="220" y="145"/>
                    <a:pt x="218" y="140"/>
                    <a:pt x="215" y="136"/>
                  </a:cubicBezTo>
                  <a:cubicBezTo>
                    <a:pt x="208" y="128"/>
                    <a:pt x="176" y="128"/>
                    <a:pt x="167" y="134"/>
                  </a:cubicBezTo>
                  <a:cubicBezTo>
                    <a:pt x="161" y="139"/>
                    <a:pt x="160" y="151"/>
                    <a:pt x="167" y="156"/>
                  </a:cubicBezTo>
                  <a:cubicBezTo>
                    <a:pt x="175" y="162"/>
                    <a:pt x="205" y="167"/>
                    <a:pt x="217" y="171"/>
                  </a:cubicBezTo>
                  <a:cubicBezTo>
                    <a:pt x="232" y="176"/>
                    <a:pt x="244" y="181"/>
                    <a:pt x="251" y="188"/>
                  </a:cubicBezTo>
                  <a:cubicBezTo>
                    <a:pt x="261" y="197"/>
                    <a:pt x="266" y="208"/>
                    <a:pt x="266" y="223"/>
                  </a:cubicBezTo>
                  <a:cubicBezTo>
                    <a:pt x="266" y="227"/>
                    <a:pt x="266" y="231"/>
                    <a:pt x="265" y="234"/>
                  </a:cubicBezTo>
                  <a:cubicBezTo>
                    <a:pt x="263" y="238"/>
                    <a:pt x="261" y="242"/>
                    <a:pt x="259" y="246"/>
                  </a:cubicBezTo>
                  <a:cubicBezTo>
                    <a:pt x="247" y="240"/>
                    <a:pt x="235" y="235"/>
                    <a:pt x="222" y="230"/>
                  </a:cubicBezTo>
                  <a:cubicBezTo>
                    <a:pt x="223" y="225"/>
                    <a:pt x="221" y="220"/>
                    <a:pt x="217" y="217"/>
                  </a:cubicBezTo>
                  <a:cubicBezTo>
                    <a:pt x="200" y="204"/>
                    <a:pt x="158" y="207"/>
                    <a:pt x="133" y="185"/>
                  </a:cubicBezTo>
                  <a:close/>
                  <a:moveTo>
                    <a:pt x="191" y="39"/>
                  </a:moveTo>
                  <a:cubicBezTo>
                    <a:pt x="149" y="39"/>
                    <a:pt x="111" y="56"/>
                    <a:pt x="83" y="83"/>
                  </a:cubicBezTo>
                  <a:cubicBezTo>
                    <a:pt x="56" y="111"/>
                    <a:pt x="39" y="149"/>
                    <a:pt x="39" y="191"/>
                  </a:cubicBezTo>
                  <a:cubicBezTo>
                    <a:pt x="39" y="205"/>
                    <a:pt x="40" y="219"/>
                    <a:pt x="44" y="231"/>
                  </a:cubicBezTo>
                  <a:cubicBezTo>
                    <a:pt x="32" y="236"/>
                    <a:pt x="20" y="241"/>
                    <a:pt x="9" y="247"/>
                  </a:cubicBezTo>
                  <a:cubicBezTo>
                    <a:pt x="3" y="229"/>
                    <a:pt x="0" y="210"/>
                    <a:pt x="0" y="191"/>
                  </a:cubicBezTo>
                  <a:cubicBezTo>
                    <a:pt x="0" y="138"/>
                    <a:pt x="22" y="91"/>
                    <a:pt x="56" y="56"/>
                  </a:cubicBezTo>
                  <a:cubicBezTo>
                    <a:pt x="91" y="22"/>
                    <a:pt x="138" y="0"/>
                    <a:pt x="191" y="0"/>
                  </a:cubicBezTo>
                  <a:cubicBezTo>
                    <a:pt x="244" y="0"/>
                    <a:pt x="291" y="22"/>
                    <a:pt x="326" y="56"/>
                  </a:cubicBezTo>
                  <a:cubicBezTo>
                    <a:pt x="347" y="77"/>
                    <a:pt x="363" y="103"/>
                    <a:pt x="372" y="132"/>
                  </a:cubicBezTo>
                  <a:cubicBezTo>
                    <a:pt x="361" y="138"/>
                    <a:pt x="349" y="145"/>
                    <a:pt x="339" y="152"/>
                  </a:cubicBezTo>
                  <a:cubicBezTo>
                    <a:pt x="332" y="126"/>
                    <a:pt x="318" y="102"/>
                    <a:pt x="299" y="83"/>
                  </a:cubicBezTo>
                  <a:cubicBezTo>
                    <a:pt x="271" y="56"/>
                    <a:pt x="233" y="39"/>
                    <a:pt x="191" y="3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1" name="Freeform 37"/>
            <p:cNvSpPr>
              <a:spLocks noEditPoints="1"/>
            </p:cNvSpPr>
            <p:nvPr/>
          </p:nvSpPr>
          <p:spPr bwMode="auto">
            <a:xfrm>
              <a:off x="8242846" y="1021288"/>
              <a:ext cx="335376" cy="351103"/>
            </a:xfrm>
            <a:custGeom>
              <a:avLst/>
              <a:gdLst>
                <a:gd name="T0" fmla="*/ 41 w 388"/>
                <a:gd name="T1" fmla="*/ 59 h 406"/>
                <a:gd name="T2" fmla="*/ 185 w 388"/>
                <a:gd name="T3" fmla="*/ 0 h 406"/>
                <a:gd name="T4" fmla="*/ 329 w 388"/>
                <a:gd name="T5" fmla="*/ 59 h 406"/>
                <a:gd name="T6" fmla="*/ 388 w 388"/>
                <a:gd name="T7" fmla="*/ 203 h 406"/>
                <a:gd name="T8" fmla="*/ 329 w 388"/>
                <a:gd name="T9" fmla="*/ 347 h 406"/>
                <a:gd name="T10" fmla="*/ 185 w 388"/>
                <a:gd name="T11" fmla="*/ 406 h 406"/>
                <a:gd name="T12" fmla="*/ 111 w 388"/>
                <a:gd name="T13" fmla="*/ 393 h 406"/>
                <a:gd name="T14" fmla="*/ 116 w 388"/>
                <a:gd name="T15" fmla="*/ 342 h 406"/>
                <a:gd name="T16" fmla="*/ 36 w 388"/>
                <a:gd name="T17" fmla="*/ 149 h 406"/>
                <a:gd name="T18" fmla="*/ 0 w 388"/>
                <a:gd name="T19" fmla="*/ 119 h 406"/>
                <a:gd name="T20" fmla="*/ 41 w 388"/>
                <a:gd name="T21" fmla="*/ 59 h 406"/>
                <a:gd name="T22" fmla="*/ 123 w 388"/>
                <a:gd name="T23" fmla="*/ 197 h 406"/>
                <a:gd name="T24" fmla="*/ 107 w 388"/>
                <a:gd name="T25" fmla="*/ 161 h 406"/>
                <a:gd name="T26" fmla="*/ 126 w 388"/>
                <a:gd name="T27" fmla="*/ 121 h 406"/>
                <a:gd name="T28" fmla="*/ 173 w 388"/>
                <a:gd name="T29" fmla="*/ 105 h 406"/>
                <a:gd name="T30" fmla="*/ 173 w 388"/>
                <a:gd name="T31" fmla="*/ 88 h 406"/>
                <a:gd name="T32" fmla="*/ 200 w 388"/>
                <a:gd name="T33" fmla="*/ 88 h 406"/>
                <a:gd name="T34" fmla="*/ 200 w 388"/>
                <a:gd name="T35" fmla="*/ 104 h 406"/>
                <a:gd name="T36" fmla="*/ 244 w 388"/>
                <a:gd name="T37" fmla="*/ 120 h 406"/>
                <a:gd name="T38" fmla="*/ 262 w 388"/>
                <a:gd name="T39" fmla="*/ 161 h 406"/>
                <a:gd name="T40" fmla="*/ 217 w 388"/>
                <a:gd name="T41" fmla="*/ 161 h 406"/>
                <a:gd name="T42" fmla="*/ 211 w 388"/>
                <a:gd name="T43" fmla="*/ 144 h 406"/>
                <a:gd name="T44" fmla="*/ 160 w 388"/>
                <a:gd name="T45" fmla="*/ 142 h 406"/>
                <a:gd name="T46" fmla="*/ 159 w 388"/>
                <a:gd name="T47" fmla="*/ 165 h 406"/>
                <a:gd name="T48" fmla="*/ 213 w 388"/>
                <a:gd name="T49" fmla="*/ 181 h 406"/>
                <a:gd name="T50" fmla="*/ 250 w 388"/>
                <a:gd name="T51" fmla="*/ 200 h 406"/>
                <a:gd name="T52" fmla="*/ 265 w 388"/>
                <a:gd name="T53" fmla="*/ 237 h 406"/>
                <a:gd name="T54" fmla="*/ 248 w 388"/>
                <a:gd name="T55" fmla="*/ 279 h 406"/>
                <a:gd name="T56" fmla="*/ 198 w 388"/>
                <a:gd name="T57" fmla="*/ 296 h 406"/>
                <a:gd name="T58" fmla="*/ 198 w 388"/>
                <a:gd name="T59" fmla="*/ 318 h 406"/>
                <a:gd name="T60" fmla="*/ 172 w 388"/>
                <a:gd name="T61" fmla="*/ 318 h 406"/>
                <a:gd name="T62" fmla="*/ 172 w 388"/>
                <a:gd name="T63" fmla="*/ 296 h 406"/>
                <a:gd name="T64" fmla="*/ 123 w 388"/>
                <a:gd name="T65" fmla="*/ 279 h 406"/>
                <a:gd name="T66" fmla="*/ 105 w 388"/>
                <a:gd name="T67" fmla="*/ 233 h 406"/>
                <a:gd name="T68" fmla="*/ 152 w 388"/>
                <a:gd name="T69" fmla="*/ 233 h 406"/>
                <a:gd name="T70" fmla="*/ 158 w 388"/>
                <a:gd name="T71" fmla="*/ 254 h 406"/>
                <a:gd name="T72" fmla="*/ 212 w 388"/>
                <a:gd name="T73" fmla="*/ 256 h 406"/>
                <a:gd name="T74" fmla="*/ 213 w 388"/>
                <a:gd name="T75" fmla="*/ 231 h 406"/>
                <a:gd name="T76" fmla="*/ 123 w 388"/>
                <a:gd name="T77" fmla="*/ 197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88" h="406">
                  <a:moveTo>
                    <a:pt x="41" y="59"/>
                  </a:moveTo>
                  <a:cubicBezTo>
                    <a:pt x="78" y="22"/>
                    <a:pt x="129" y="0"/>
                    <a:pt x="185" y="0"/>
                  </a:cubicBezTo>
                  <a:cubicBezTo>
                    <a:pt x="241" y="0"/>
                    <a:pt x="292" y="22"/>
                    <a:pt x="329" y="59"/>
                  </a:cubicBezTo>
                  <a:cubicBezTo>
                    <a:pt x="366" y="96"/>
                    <a:pt x="388" y="147"/>
                    <a:pt x="388" y="203"/>
                  </a:cubicBezTo>
                  <a:cubicBezTo>
                    <a:pt x="388" y="259"/>
                    <a:pt x="366" y="310"/>
                    <a:pt x="329" y="347"/>
                  </a:cubicBezTo>
                  <a:cubicBezTo>
                    <a:pt x="292" y="384"/>
                    <a:pt x="241" y="406"/>
                    <a:pt x="185" y="406"/>
                  </a:cubicBezTo>
                  <a:cubicBezTo>
                    <a:pt x="159" y="406"/>
                    <a:pt x="134" y="401"/>
                    <a:pt x="111" y="393"/>
                  </a:cubicBezTo>
                  <a:cubicBezTo>
                    <a:pt x="114" y="376"/>
                    <a:pt x="116" y="359"/>
                    <a:pt x="116" y="342"/>
                  </a:cubicBezTo>
                  <a:cubicBezTo>
                    <a:pt x="116" y="270"/>
                    <a:pt x="87" y="200"/>
                    <a:pt x="36" y="149"/>
                  </a:cubicBezTo>
                  <a:cubicBezTo>
                    <a:pt x="25" y="138"/>
                    <a:pt x="13" y="128"/>
                    <a:pt x="0" y="119"/>
                  </a:cubicBezTo>
                  <a:cubicBezTo>
                    <a:pt x="10" y="96"/>
                    <a:pt x="24" y="76"/>
                    <a:pt x="41" y="59"/>
                  </a:cubicBezTo>
                  <a:close/>
                  <a:moveTo>
                    <a:pt x="123" y="197"/>
                  </a:moveTo>
                  <a:cubicBezTo>
                    <a:pt x="112" y="188"/>
                    <a:pt x="107" y="176"/>
                    <a:pt x="107" y="161"/>
                  </a:cubicBezTo>
                  <a:cubicBezTo>
                    <a:pt x="107" y="144"/>
                    <a:pt x="113" y="131"/>
                    <a:pt x="126" y="121"/>
                  </a:cubicBezTo>
                  <a:cubicBezTo>
                    <a:pt x="138" y="111"/>
                    <a:pt x="152" y="105"/>
                    <a:pt x="173" y="105"/>
                  </a:cubicBezTo>
                  <a:cubicBezTo>
                    <a:pt x="173" y="88"/>
                    <a:pt x="173" y="88"/>
                    <a:pt x="173" y="88"/>
                  </a:cubicBezTo>
                  <a:cubicBezTo>
                    <a:pt x="200" y="88"/>
                    <a:pt x="200" y="88"/>
                    <a:pt x="200" y="88"/>
                  </a:cubicBezTo>
                  <a:cubicBezTo>
                    <a:pt x="200" y="104"/>
                    <a:pt x="200" y="104"/>
                    <a:pt x="200" y="104"/>
                  </a:cubicBezTo>
                  <a:cubicBezTo>
                    <a:pt x="220" y="105"/>
                    <a:pt x="233" y="110"/>
                    <a:pt x="244" y="120"/>
                  </a:cubicBezTo>
                  <a:cubicBezTo>
                    <a:pt x="255" y="130"/>
                    <a:pt x="261" y="143"/>
                    <a:pt x="262" y="161"/>
                  </a:cubicBezTo>
                  <a:cubicBezTo>
                    <a:pt x="217" y="161"/>
                    <a:pt x="217" y="161"/>
                    <a:pt x="217" y="161"/>
                  </a:cubicBezTo>
                  <a:cubicBezTo>
                    <a:pt x="216" y="154"/>
                    <a:pt x="214" y="148"/>
                    <a:pt x="211" y="144"/>
                  </a:cubicBezTo>
                  <a:cubicBezTo>
                    <a:pt x="203" y="135"/>
                    <a:pt x="168" y="135"/>
                    <a:pt x="160" y="142"/>
                  </a:cubicBezTo>
                  <a:cubicBezTo>
                    <a:pt x="152" y="147"/>
                    <a:pt x="152" y="160"/>
                    <a:pt x="159" y="165"/>
                  </a:cubicBezTo>
                  <a:cubicBezTo>
                    <a:pt x="168" y="172"/>
                    <a:pt x="200" y="177"/>
                    <a:pt x="213" y="181"/>
                  </a:cubicBezTo>
                  <a:cubicBezTo>
                    <a:pt x="229" y="186"/>
                    <a:pt x="242" y="193"/>
                    <a:pt x="250" y="200"/>
                  </a:cubicBezTo>
                  <a:cubicBezTo>
                    <a:pt x="260" y="209"/>
                    <a:pt x="265" y="221"/>
                    <a:pt x="265" y="237"/>
                  </a:cubicBezTo>
                  <a:cubicBezTo>
                    <a:pt x="265" y="256"/>
                    <a:pt x="260" y="270"/>
                    <a:pt x="248" y="279"/>
                  </a:cubicBezTo>
                  <a:cubicBezTo>
                    <a:pt x="236" y="289"/>
                    <a:pt x="222" y="295"/>
                    <a:pt x="198" y="296"/>
                  </a:cubicBezTo>
                  <a:cubicBezTo>
                    <a:pt x="198" y="318"/>
                    <a:pt x="198" y="318"/>
                    <a:pt x="198" y="318"/>
                  </a:cubicBezTo>
                  <a:cubicBezTo>
                    <a:pt x="172" y="318"/>
                    <a:pt x="172" y="318"/>
                    <a:pt x="172" y="318"/>
                  </a:cubicBezTo>
                  <a:cubicBezTo>
                    <a:pt x="172" y="296"/>
                    <a:pt x="172" y="296"/>
                    <a:pt x="172" y="296"/>
                  </a:cubicBezTo>
                  <a:cubicBezTo>
                    <a:pt x="150" y="295"/>
                    <a:pt x="136" y="290"/>
                    <a:pt x="123" y="279"/>
                  </a:cubicBezTo>
                  <a:cubicBezTo>
                    <a:pt x="111" y="268"/>
                    <a:pt x="105" y="252"/>
                    <a:pt x="105" y="233"/>
                  </a:cubicBezTo>
                  <a:cubicBezTo>
                    <a:pt x="152" y="233"/>
                    <a:pt x="152" y="233"/>
                    <a:pt x="152" y="233"/>
                  </a:cubicBezTo>
                  <a:cubicBezTo>
                    <a:pt x="153" y="243"/>
                    <a:pt x="155" y="250"/>
                    <a:pt x="158" y="254"/>
                  </a:cubicBezTo>
                  <a:cubicBezTo>
                    <a:pt x="167" y="265"/>
                    <a:pt x="203" y="263"/>
                    <a:pt x="212" y="256"/>
                  </a:cubicBezTo>
                  <a:cubicBezTo>
                    <a:pt x="220" y="251"/>
                    <a:pt x="221" y="237"/>
                    <a:pt x="213" y="231"/>
                  </a:cubicBezTo>
                  <a:cubicBezTo>
                    <a:pt x="195" y="216"/>
                    <a:pt x="150" y="220"/>
                    <a:pt x="123" y="19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2" name="Freeform 38"/>
            <p:cNvSpPr>
              <a:spLocks noEditPoints="1"/>
            </p:cNvSpPr>
            <p:nvPr/>
          </p:nvSpPr>
          <p:spPr bwMode="auto">
            <a:xfrm>
              <a:off x="7903081" y="1114915"/>
              <a:ext cx="406328" cy="405962"/>
            </a:xfrm>
            <a:custGeom>
              <a:avLst/>
              <a:gdLst>
                <a:gd name="T0" fmla="*/ 235 w 470"/>
                <a:gd name="T1" fmla="*/ 57 h 470"/>
                <a:gd name="T2" fmla="*/ 109 w 470"/>
                <a:gd name="T3" fmla="*/ 109 h 470"/>
                <a:gd name="T4" fmla="*/ 57 w 470"/>
                <a:gd name="T5" fmla="*/ 235 h 470"/>
                <a:gd name="T6" fmla="*/ 109 w 470"/>
                <a:gd name="T7" fmla="*/ 361 h 470"/>
                <a:gd name="T8" fmla="*/ 235 w 470"/>
                <a:gd name="T9" fmla="*/ 413 h 470"/>
                <a:gd name="T10" fmla="*/ 361 w 470"/>
                <a:gd name="T11" fmla="*/ 361 h 470"/>
                <a:gd name="T12" fmla="*/ 413 w 470"/>
                <a:gd name="T13" fmla="*/ 235 h 470"/>
                <a:gd name="T14" fmla="*/ 361 w 470"/>
                <a:gd name="T15" fmla="*/ 109 h 470"/>
                <a:gd name="T16" fmla="*/ 235 w 470"/>
                <a:gd name="T17" fmla="*/ 57 h 470"/>
                <a:gd name="T18" fmla="*/ 170 w 470"/>
                <a:gd name="T19" fmla="*/ 228 h 470"/>
                <a:gd name="T20" fmla="*/ 154 w 470"/>
                <a:gd name="T21" fmla="*/ 191 h 470"/>
                <a:gd name="T22" fmla="*/ 173 w 470"/>
                <a:gd name="T23" fmla="*/ 149 h 470"/>
                <a:gd name="T24" fmla="*/ 222 w 470"/>
                <a:gd name="T25" fmla="*/ 132 h 470"/>
                <a:gd name="T26" fmla="*/ 222 w 470"/>
                <a:gd name="T27" fmla="*/ 114 h 470"/>
                <a:gd name="T28" fmla="*/ 251 w 470"/>
                <a:gd name="T29" fmla="*/ 114 h 470"/>
                <a:gd name="T30" fmla="*/ 251 w 470"/>
                <a:gd name="T31" fmla="*/ 132 h 470"/>
                <a:gd name="T32" fmla="*/ 296 w 470"/>
                <a:gd name="T33" fmla="*/ 148 h 470"/>
                <a:gd name="T34" fmla="*/ 314 w 470"/>
                <a:gd name="T35" fmla="*/ 190 h 470"/>
                <a:gd name="T36" fmla="*/ 267 w 470"/>
                <a:gd name="T37" fmla="*/ 190 h 470"/>
                <a:gd name="T38" fmla="*/ 262 w 470"/>
                <a:gd name="T39" fmla="*/ 173 h 470"/>
                <a:gd name="T40" fmla="*/ 208 w 470"/>
                <a:gd name="T41" fmla="*/ 171 h 470"/>
                <a:gd name="T42" fmla="*/ 208 w 470"/>
                <a:gd name="T43" fmla="*/ 196 h 470"/>
                <a:gd name="T44" fmla="*/ 264 w 470"/>
                <a:gd name="T45" fmla="*/ 212 h 470"/>
                <a:gd name="T46" fmla="*/ 302 w 470"/>
                <a:gd name="T47" fmla="*/ 231 h 470"/>
                <a:gd name="T48" fmla="*/ 318 w 470"/>
                <a:gd name="T49" fmla="*/ 271 h 470"/>
                <a:gd name="T50" fmla="*/ 300 w 470"/>
                <a:gd name="T51" fmla="*/ 314 h 470"/>
                <a:gd name="T52" fmla="*/ 248 w 470"/>
                <a:gd name="T53" fmla="*/ 333 h 470"/>
                <a:gd name="T54" fmla="*/ 248 w 470"/>
                <a:gd name="T55" fmla="*/ 355 h 470"/>
                <a:gd name="T56" fmla="*/ 219 w 470"/>
                <a:gd name="T57" fmla="*/ 355 h 470"/>
                <a:gd name="T58" fmla="*/ 219 w 470"/>
                <a:gd name="T59" fmla="*/ 333 h 470"/>
                <a:gd name="T60" fmla="*/ 171 w 470"/>
                <a:gd name="T61" fmla="*/ 313 h 470"/>
                <a:gd name="T62" fmla="*/ 151 w 470"/>
                <a:gd name="T63" fmla="*/ 266 h 470"/>
                <a:gd name="T64" fmla="*/ 201 w 470"/>
                <a:gd name="T65" fmla="*/ 266 h 470"/>
                <a:gd name="T66" fmla="*/ 207 w 470"/>
                <a:gd name="T67" fmla="*/ 288 h 470"/>
                <a:gd name="T68" fmla="*/ 263 w 470"/>
                <a:gd name="T69" fmla="*/ 290 h 470"/>
                <a:gd name="T70" fmla="*/ 264 w 470"/>
                <a:gd name="T71" fmla="*/ 264 h 470"/>
                <a:gd name="T72" fmla="*/ 170 w 470"/>
                <a:gd name="T73" fmla="*/ 228 h 470"/>
                <a:gd name="T74" fmla="*/ 69 w 470"/>
                <a:gd name="T75" fmla="*/ 69 h 470"/>
                <a:gd name="T76" fmla="*/ 235 w 470"/>
                <a:gd name="T77" fmla="*/ 0 h 470"/>
                <a:gd name="T78" fmla="*/ 401 w 470"/>
                <a:gd name="T79" fmla="*/ 69 h 470"/>
                <a:gd name="T80" fmla="*/ 470 w 470"/>
                <a:gd name="T81" fmla="*/ 235 h 470"/>
                <a:gd name="T82" fmla="*/ 401 w 470"/>
                <a:gd name="T83" fmla="*/ 401 h 470"/>
                <a:gd name="T84" fmla="*/ 235 w 470"/>
                <a:gd name="T85" fmla="*/ 470 h 470"/>
                <a:gd name="T86" fmla="*/ 69 w 470"/>
                <a:gd name="T87" fmla="*/ 401 h 470"/>
                <a:gd name="T88" fmla="*/ 0 w 470"/>
                <a:gd name="T89" fmla="*/ 235 h 470"/>
                <a:gd name="T90" fmla="*/ 69 w 470"/>
                <a:gd name="T91" fmla="*/ 69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70" h="470">
                  <a:moveTo>
                    <a:pt x="235" y="57"/>
                  </a:moveTo>
                  <a:cubicBezTo>
                    <a:pt x="186" y="57"/>
                    <a:pt x="141" y="77"/>
                    <a:pt x="109" y="109"/>
                  </a:cubicBezTo>
                  <a:cubicBezTo>
                    <a:pt x="77" y="141"/>
                    <a:pt x="57" y="186"/>
                    <a:pt x="57" y="235"/>
                  </a:cubicBezTo>
                  <a:cubicBezTo>
                    <a:pt x="57" y="284"/>
                    <a:pt x="77" y="328"/>
                    <a:pt x="109" y="361"/>
                  </a:cubicBezTo>
                  <a:cubicBezTo>
                    <a:pt x="141" y="393"/>
                    <a:pt x="186" y="413"/>
                    <a:pt x="235" y="413"/>
                  </a:cubicBezTo>
                  <a:cubicBezTo>
                    <a:pt x="284" y="413"/>
                    <a:pt x="328" y="393"/>
                    <a:pt x="361" y="361"/>
                  </a:cubicBezTo>
                  <a:cubicBezTo>
                    <a:pt x="393" y="328"/>
                    <a:pt x="413" y="284"/>
                    <a:pt x="413" y="235"/>
                  </a:cubicBezTo>
                  <a:cubicBezTo>
                    <a:pt x="413" y="186"/>
                    <a:pt x="393" y="141"/>
                    <a:pt x="361" y="109"/>
                  </a:cubicBezTo>
                  <a:cubicBezTo>
                    <a:pt x="328" y="77"/>
                    <a:pt x="284" y="57"/>
                    <a:pt x="235" y="57"/>
                  </a:cubicBezTo>
                  <a:close/>
                  <a:moveTo>
                    <a:pt x="170" y="228"/>
                  </a:moveTo>
                  <a:cubicBezTo>
                    <a:pt x="159" y="219"/>
                    <a:pt x="154" y="207"/>
                    <a:pt x="154" y="191"/>
                  </a:cubicBezTo>
                  <a:cubicBezTo>
                    <a:pt x="154" y="174"/>
                    <a:pt x="160" y="160"/>
                    <a:pt x="173" y="149"/>
                  </a:cubicBezTo>
                  <a:cubicBezTo>
                    <a:pt x="186" y="139"/>
                    <a:pt x="200" y="133"/>
                    <a:pt x="222" y="132"/>
                  </a:cubicBezTo>
                  <a:cubicBezTo>
                    <a:pt x="222" y="114"/>
                    <a:pt x="222" y="114"/>
                    <a:pt x="222" y="114"/>
                  </a:cubicBezTo>
                  <a:cubicBezTo>
                    <a:pt x="251" y="114"/>
                    <a:pt x="251" y="114"/>
                    <a:pt x="251" y="114"/>
                  </a:cubicBezTo>
                  <a:cubicBezTo>
                    <a:pt x="251" y="132"/>
                    <a:pt x="251" y="132"/>
                    <a:pt x="251" y="132"/>
                  </a:cubicBezTo>
                  <a:cubicBezTo>
                    <a:pt x="272" y="133"/>
                    <a:pt x="284" y="138"/>
                    <a:pt x="296" y="148"/>
                  </a:cubicBezTo>
                  <a:cubicBezTo>
                    <a:pt x="308" y="158"/>
                    <a:pt x="313" y="172"/>
                    <a:pt x="314" y="190"/>
                  </a:cubicBezTo>
                  <a:cubicBezTo>
                    <a:pt x="267" y="190"/>
                    <a:pt x="267" y="190"/>
                    <a:pt x="267" y="190"/>
                  </a:cubicBezTo>
                  <a:cubicBezTo>
                    <a:pt x="266" y="182"/>
                    <a:pt x="265" y="177"/>
                    <a:pt x="262" y="173"/>
                  </a:cubicBezTo>
                  <a:cubicBezTo>
                    <a:pt x="254" y="164"/>
                    <a:pt x="218" y="164"/>
                    <a:pt x="208" y="171"/>
                  </a:cubicBezTo>
                  <a:cubicBezTo>
                    <a:pt x="201" y="177"/>
                    <a:pt x="200" y="190"/>
                    <a:pt x="208" y="196"/>
                  </a:cubicBezTo>
                  <a:cubicBezTo>
                    <a:pt x="217" y="203"/>
                    <a:pt x="250" y="208"/>
                    <a:pt x="264" y="212"/>
                  </a:cubicBezTo>
                  <a:cubicBezTo>
                    <a:pt x="281" y="218"/>
                    <a:pt x="294" y="224"/>
                    <a:pt x="302" y="231"/>
                  </a:cubicBezTo>
                  <a:cubicBezTo>
                    <a:pt x="313" y="241"/>
                    <a:pt x="318" y="254"/>
                    <a:pt x="318" y="271"/>
                  </a:cubicBezTo>
                  <a:cubicBezTo>
                    <a:pt x="319" y="290"/>
                    <a:pt x="312" y="304"/>
                    <a:pt x="300" y="314"/>
                  </a:cubicBezTo>
                  <a:cubicBezTo>
                    <a:pt x="288" y="325"/>
                    <a:pt x="272" y="332"/>
                    <a:pt x="248" y="333"/>
                  </a:cubicBezTo>
                  <a:cubicBezTo>
                    <a:pt x="248" y="355"/>
                    <a:pt x="248" y="355"/>
                    <a:pt x="248" y="355"/>
                  </a:cubicBezTo>
                  <a:cubicBezTo>
                    <a:pt x="219" y="355"/>
                    <a:pt x="219" y="355"/>
                    <a:pt x="219" y="355"/>
                  </a:cubicBezTo>
                  <a:cubicBezTo>
                    <a:pt x="219" y="333"/>
                    <a:pt x="219" y="333"/>
                    <a:pt x="219" y="333"/>
                  </a:cubicBezTo>
                  <a:cubicBezTo>
                    <a:pt x="196" y="333"/>
                    <a:pt x="183" y="325"/>
                    <a:pt x="171" y="313"/>
                  </a:cubicBezTo>
                  <a:cubicBezTo>
                    <a:pt x="158" y="302"/>
                    <a:pt x="151" y="286"/>
                    <a:pt x="151" y="266"/>
                  </a:cubicBezTo>
                  <a:cubicBezTo>
                    <a:pt x="201" y="266"/>
                    <a:pt x="201" y="266"/>
                    <a:pt x="201" y="266"/>
                  </a:cubicBezTo>
                  <a:cubicBezTo>
                    <a:pt x="202" y="276"/>
                    <a:pt x="204" y="283"/>
                    <a:pt x="207" y="288"/>
                  </a:cubicBezTo>
                  <a:cubicBezTo>
                    <a:pt x="216" y="299"/>
                    <a:pt x="254" y="297"/>
                    <a:pt x="263" y="290"/>
                  </a:cubicBezTo>
                  <a:cubicBezTo>
                    <a:pt x="272" y="284"/>
                    <a:pt x="272" y="271"/>
                    <a:pt x="264" y="264"/>
                  </a:cubicBezTo>
                  <a:cubicBezTo>
                    <a:pt x="245" y="249"/>
                    <a:pt x="198" y="252"/>
                    <a:pt x="170" y="228"/>
                  </a:cubicBezTo>
                  <a:close/>
                  <a:moveTo>
                    <a:pt x="69" y="69"/>
                  </a:moveTo>
                  <a:cubicBezTo>
                    <a:pt x="111" y="26"/>
                    <a:pt x="170" y="0"/>
                    <a:pt x="235" y="0"/>
                  </a:cubicBezTo>
                  <a:cubicBezTo>
                    <a:pt x="300" y="0"/>
                    <a:pt x="359" y="26"/>
                    <a:pt x="401" y="69"/>
                  </a:cubicBezTo>
                  <a:cubicBezTo>
                    <a:pt x="444" y="111"/>
                    <a:pt x="470" y="170"/>
                    <a:pt x="470" y="235"/>
                  </a:cubicBezTo>
                  <a:cubicBezTo>
                    <a:pt x="470" y="300"/>
                    <a:pt x="444" y="359"/>
                    <a:pt x="401" y="401"/>
                  </a:cubicBezTo>
                  <a:cubicBezTo>
                    <a:pt x="359" y="444"/>
                    <a:pt x="300" y="470"/>
                    <a:pt x="235" y="470"/>
                  </a:cubicBezTo>
                  <a:cubicBezTo>
                    <a:pt x="170" y="470"/>
                    <a:pt x="111" y="444"/>
                    <a:pt x="69" y="401"/>
                  </a:cubicBezTo>
                  <a:cubicBezTo>
                    <a:pt x="26" y="359"/>
                    <a:pt x="0" y="300"/>
                    <a:pt x="0" y="235"/>
                  </a:cubicBezTo>
                  <a:cubicBezTo>
                    <a:pt x="0" y="170"/>
                    <a:pt x="26" y="111"/>
                    <a:pt x="69"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3" name="原创设计师QQ598969553          _7"/>
          <p:cNvGrpSpPr/>
          <p:nvPr/>
        </p:nvGrpSpPr>
        <p:grpSpPr>
          <a:xfrm>
            <a:off x="4847010" y="4281308"/>
            <a:ext cx="206750" cy="203154"/>
            <a:chOff x="5037571" y="856343"/>
            <a:chExt cx="715006" cy="702571"/>
          </a:xfrm>
          <a:solidFill>
            <a:schemeClr val="accent1"/>
          </a:solidFill>
        </p:grpSpPr>
        <p:sp>
          <p:nvSpPr>
            <p:cNvPr id="34" name="Freeform 39"/>
            <p:cNvSpPr>
              <a:spLocks/>
            </p:cNvSpPr>
            <p:nvPr/>
          </p:nvSpPr>
          <p:spPr bwMode="auto">
            <a:xfrm>
              <a:off x="5468769" y="856343"/>
              <a:ext cx="244675" cy="244675"/>
            </a:xfrm>
            <a:custGeom>
              <a:avLst/>
              <a:gdLst>
                <a:gd name="T0" fmla="*/ 19 w 283"/>
                <a:gd name="T1" fmla="*/ 0 h 283"/>
                <a:gd name="T2" fmla="*/ 264 w 283"/>
                <a:gd name="T3" fmla="*/ 0 h 283"/>
                <a:gd name="T4" fmla="*/ 276 w 283"/>
                <a:gd name="T5" fmla="*/ 4 h 283"/>
                <a:gd name="T6" fmla="*/ 224 w 283"/>
                <a:gd name="T7" fmla="*/ 38 h 283"/>
                <a:gd name="T8" fmla="*/ 97 w 283"/>
                <a:gd name="T9" fmla="*/ 38 h 283"/>
                <a:gd name="T10" fmla="*/ 90 w 283"/>
                <a:gd name="T11" fmla="*/ 38 h 283"/>
                <a:gd name="T12" fmla="*/ 38 w 283"/>
                <a:gd name="T13" fmla="*/ 38 h 283"/>
                <a:gd name="T14" fmla="*/ 38 w 283"/>
                <a:gd name="T15" fmla="*/ 245 h 283"/>
                <a:gd name="T16" fmla="*/ 103 w 283"/>
                <a:gd name="T17" fmla="*/ 245 h 283"/>
                <a:gd name="T18" fmla="*/ 127 w 283"/>
                <a:gd name="T19" fmla="*/ 245 h 283"/>
                <a:gd name="T20" fmla="*/ 245 w 283"/>
                <a:gd name="T21" fmla="*/ 245 h 283"/>
                <a:gd name="T22" fmla="*/ 245 w 283"/>
                <a:gd name="T23" fmla="*/ 152 h 283"/>
                <a:gd name="T24" fmla="*/ 283 w 283"/>
                <a:gd name="T25" fmla="*/ 115 h 283"/>
                <a:gd name="T26" fmla="*/ 283 w 283"/>
                <a:gd name="T27" fmla="*/ 264 h 283"/>
                <a:gd name="T28" fmla="*/ 264 w 283"/>
                <a:gd name="T29" fmla="*/ 283 h 283"/>
                <a:gd name="T30" fmla="*/ 19 w 283"/>
                <a:gd name="T31" fmla="*/ 283 h 283"/>
                <a:gd name="T32" fmla="*/ 0 w 283"/>
                <a:gd name="T33" fmla="*/ 264 h 283"/>
                <a:gd name="T34" fmla="*/ 0 w 283"/>
                <a:gd name="T35" fmla="*/ 19 h 283"/>
                <a:gd name="T36" fmla="*/ 19 w 283"/>
                <a:gd name="T37" fmla="*/ 0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3" h="283">
                  <a:moveTo>
                    <a:pt x="19" y="0"/>
                  </a:moveTo>
                  <a:cubicBezTo>
                    <a:pt x="264" y="0"/>
                    <a:pt x="264" y="0"/>
                    <a:pt x="264" y="0"/>
                  </a:cubicBezTo>
                  <a:cubicBezTo>
                    <a:pt x="269" y="0"/>
                    <a:pt x="273" y="2"/>
                    <a:pt x="276" y="4"/>
                  </a:cubicBezTo>
                  <a:cubicBezTo>
                    <a:pt x="259" y="16"/>
                    <a:pt x="242" y="27"/>
                    <a:pt x="224" y="38"/>
                  </a:cubicBezTo>
                  <a:cubicBezTo>
                    <a:pt x="97" y="38"/>
                    <a:pt x="97" y="38"/>
                    <a:pt x="97" y="38"/>
                  </a:cubicBezTo>
                  <a:cubicBezTo>
                    <a:pt x="95" y="38"/>
                    <a:pt x="92" y="38"/>
                    <a:pt x="90" y="38"/>
                  </a:cubicBezTo>
                  <a:cubicBezTo>
                    <a:pt x="38" y="38"/>
                    <a:pt x="38" y="38"/>
                    <a:pt x="38" y="38"/>
                  </a:cubicBezTo>
                  <a:cubicBezTo>
                    <a:pt x="38" y="245"/>
                    <a:pt x="38" y="245"/>
                    <a:pt x="38" y="245"/>
                  </a:cubicBezTo>
                  <a:cubicBezTo>
                    <a:pt x="103" y="245"/>
                    <a:pt x="103" y="245"/>
                    <a:pt x="103" y="245"/>
                  </a:cubicBezTo>
                  <a:cubicBezTo>
                    <a:pt x="111" y="247"/>
                    <a:pt x="119" y="247"/>
                    <a:pt x="127" y="245"/>
                  </a:cubicBezTo>
                  <a:cubicBezTo>
                    <a:pt x="245" y="245"/>
                    <a:pt x="245" y="245"/>
                    <a:pt x="245" y="245"/>
                  </a:cubicBezTo>
                  <a:cubicBezTo>
                    <a:pt x="245" y="152"/>
                    <a:pt x="245" y="152"/>
                    <a:pt x="245" y="152"/>
                  </a:cubicBezTo>
                  <a:cubicBezTo>
                    <a:pt x="258" y="140"/>
                    <a:pt x="270" y="128"/>
                    <a:pt x="283" y="115"/>
                  </a:cubicBezTo>
                  <a:cubicBezTo>
                    <a:pt x="283" y="264"/>
                    <a:pt x="283" y="264"/>
                    <a:pt x="283" y="264"/>
                  </a:cubicBezTo>
                  <a:cubicBezTo>
                    <a:pt x="283" y="274"/>
                    <a:pt x="275" y="283"/>
                    <a:pt x="264" y="283"/>
                  </a:cubicBezTo>
                  <a:cubicBezTo>
                    <a:pt x="19" y="283"/>
                    <a:pt x="19" y="283"/>
                    <a:pt x="19" y="283"/>
                  </a:cubicBezTo>
                  <a:cubicBezTo>
                    <a:pt x="9" y="283"/>
                    <a:pt x="0" y="274"/>
                    <a:pt x="0" y="264"/>
                  </a:cubicBezTo>
                  <a:cubicBezTo>
                    <a:pt x="0" y="19"/>
                    <a:pt x="0" y="19"/>
                    <a:pt x="0" y="19"/>
                  </a:cubicBezTo>
                  <a:cubicBezTo>
                    <a:pt x="0" y="9"/>
                    <a:pt x="9" y="0"/>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5" name="Freeform 40"/>
            <p:cNvSpPr>
              <a:spLocks noEditPoints="1"/>
            </p:cNvSpPr>
            <p:nvPr/>
          </p:nvSpPr>
          <p:spPr bwMode="auto">
            <a:xfrm>
              <a:off x="5037571" y="889259"/>
              <a:ext cx="423518" cy="669655"/>
            </a:xfrm>
            <a:custGeom>
              <a:avLst/>
              <a:gdLst>
                <a:gd name="T0" fmla="*/ 253 w 490"/>
                <a:gd name="T1" fmla="*/ 737 h 775"/>
                <a:gd name="T2" fmla="*/ 211 w 490"/>
                <a:gd name="T3" fmla="*/ 775 h 775"/>
                <a:gd name="T4" fmla="*/ 175 w 490"/>
                <a:gd name="T5" fmla="*/ 762 h 775"/>
                <a:gd name="T6" fmla="*/ 161 w 490"/>
                <a:gd name="T7" fmla="*/ 762 h 775"/>
                <a:gd name="T8" fmla="*/ 125 w 490"/>
                <a:gd name="T9" fmla="*/ 775 h 775"/>
                <a:gd name="T10" fmla="*/ 84 w 490"/>
                <a:gd name="T11" fmla="*/ 737 h 775"/>
                <a:gd name="T12" fmla="*/ 76 w 490"/>
                <a:gd name="T13" fmla="*/ 475 h 775"/>
                <a:gd name="T14" fmla="*/ 65 w 490"/>
                <a:gd name="T15" fmla="*/ 474 h 775"/>
                <a:gd name="T16" fmla="*/ 21 w 490"/>
                <a:gd name="T17" fmla="*/ 441 h 775"/>
                <a:gd name="T18" fmla="*/ 19 w 490"/>
                <a:gd name="T19" fmla="*/ 217 h 775"/>
                <a:gd name="T20" fmla="*/ 48 w 490"/>
                <a:gd name="T21" fmla="*/ 192 h 775"/>
                <a:gd name="T22" fmla="*/ 121 w 490"/>
                <a:gd name="T23" fmla="*/ 183 h 775"/>
                <a:gd name="T24" fmla="*/ 132 w 490"/>
                <a:gd name="T25" fmla="*/ 189 h 775"/>
                <a:gd name="T26" fmla="*/ 168 w 490"/>
                <a:gd name="T27" fmla="*/ 243 h 775"/>
                <a:gd name="T28" fmla="*/ 204 w 490"/>
                <a:gd name="T29" fmla="*/ 189 h 775"/>
                <a:gd name="T30" fmla="*/ 216 w 490"/>
                <a:gd name="T31" fmla="*/ 183 h 775"/>
                <a:gd name="T32" fmla="*/ 257 w 490"/>
                <a:gd name="T33" fmla="*/ 188 h 775"/>
                <a:gd name="T34" fmla="*/ 293 w 490"/>
                <a:gd name="T35" fmla="*/ 205 h 775"/>
                <a:gd name="T36" fmla="*/ 331 w 490"/>
                <a:gd name="T37" fmla="*/ 251 h 775"/>
                <a:gd name="T38" fmla="*/ 339 w 490"/>
                <a:gd name="T39" fmla="*/ 259 h 775"/>
                <a:gd name="T40" fmla="*/ 355 w 490"/>
                <a:gd name="T41" fmla="*/ 261 h 775"/>
                <a:gd name="T42" fmla="*/ 362 w 490"/>
                <a:gd name="T43" fmla="*/ 256 h 775"/>
                <a:gd name="T44" fmla="*/ 406 w 490"/>
                <a:gd name="T45" fmla="*/ 223 h 775"/>
                <a:gd name="T46" fmla="*/ 452 w 490"/>
                <a:gd name="T47" fmla="*/ 284 h 775"/>
                <a:gd name="T48" fmla="*/ 405 w 490"/>
                <a:gd name="T49" fmla="*/ 318 h 775"/>
                <a:gd name="T50" fmla="*/ 357 w 490"/>
                <a:gd name="T51" fmla="*/ 346 h 775"/>
                <a:gd name="T52" fmla="*/ 321 w 490"/>
                <a:gd name="T53" fmla="*/ 343 h 775"/>
                <a:gd name="T54" fmla="*/ 275 w 490"/>
                <a:gd name="T55" fmla="*/ 302 h 775"/>
                <a:gd name="T56" fmla="*/ 265 w 490"/>
                <a:gd name="T57" fmla="*/ 291 h 775"/>
                <a:gd name="T58" fmla="*/ 253 w 490"/>
                <a:gd name="T59" fmla="*/ 737 h 775"/>
                <a:gd name="T60" fmla="*/ 170 w 490"/>
                <a:gd name="T61" fmla="*/ 1 h 775"/>
                <a:gd name="T62" fmla="*/ 236 w 490"/>
                <a:gd name="T63" fmla="*/ 74 h 775"/>
                <a:gd name="T64" fmla="*/ 167 w 490"/>
                <a:gd name="T65" fmla="*/ 159 h 775"/>
                <a:gd name="T66" fmla="*/ 100 w 490"/>
                <a:gd name="T67" fmla="*/ 71 h 775"/>
                <a:gd name="T68" fmla="*/ 170 w 490"/>
                <a:gd name="T69" fmla="*/ 1 h 7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90" h="775">
                  <a:moveTo>
                    <a:pt x="253" y="737"/>
                  </a:moveTo>
                  <a:cubicBezTo>
                    <a:pt x="252" y="758"/>
                    <a:pt x="230" y="775"/>
                    <a:pt x="211" y="775"/>
                  </a:cubicBezTo>
                  <a:cubicBezTo>
                    <a:pt x="198" y="775"/>
                    <a:pt x="182" y="770"/>
                    <a:pt x="175" y="762"/>
                  </a:cubicBezTo>
                  <a:cubicBezTo>
                    <a:pt x="172" y="757"/>
                    <a:pt x="165" y="757"/>
                    <a:pt x="161" y="762"/>
                  </a:cubicBezTo>
                  <a:cubicBezTo>
                    <a:pt x="155" y="770"/>
                    <a:pt x="138" y="775"/>
                    <a:pt x="125" y="775"/>
                  </a:cubicBezTo>
                  <a:cubicBezTo>
                    <a:pt x="106" y="775"/>
                    <a:pt x="85" y="758"/>
                    <a:pt x="84" y="737"/>
                  </a:cubicBezTo>
                  <a:cubicBezTo>
                    <a:pt x="76" y="475"/>
                    <a:pt x="76" y="475"/>
                    <a:pt x="76" y="475"/>
                  </a:cubicBezTo>
                  <a:cubicBezTo>
                    <a:pt x="65" y="474"/>
                    <a:pt x="65" y="474"/>
                    <a:pt x="65" y="474"/>
                  </a:cubicBezTo>
                  <a:cubicBezTo>
                    <a:pt x="47" y="472"/>
                    <a:pt x="24" y="459"/>
                    <a:pt x="21" y="441"/>
                  </a:cubicBezTo>
                  <a:cubicBezTo>
                    <a:pt x="0" y="331"/>
                    <a:pt x="4" y="332"/>
                    <a:pt x="19" y="217"/>
                  </a:cubicBezTo>
                  <a:cubicBezTo>
                    <a:pt x="21" y="209"/>
                    <a:pt x="31" y="194"/>
                    <a:pt x="48" y="192"/>
                  </a:cubicBezTo>
                  <a:cubicBezTo>
                    <a:pt x="121" y="183"/>
                    <a:pt x="121" y="183"/>
                    <a:pt x="121" y="183"/>
                  </a:cubicBezTo>
                  <a:cubicBezTo>
                    <a:pt x="125" y="183"/>
                    <a:pt x="130" y="185"/>
                    <a:pt x="132" y="189"/>
                  </a:cubicBezTo>
                  <a:cubicBezTo>
                    <a:pt x="168" y="243"/>
                    <a:pt x="168" y="243"/>
                    <a:pt x="168" y="243"/>
                  </a:cubicBezTo>
                  <a:cubicBezTo>
                    <a:pt x="204" y="189"/>
                    <a:pt x="204" y="189"/>
                    <a:pt x="204" y="189"/>
                  </a:cubicBezTo>
                  <a:cubicBezTo>
                    <a:pt x="207" y="185"/>
                    <a:pt x="211" y="183"/>
                    <a:pt x="216" y="183"/>
                  </a:cubicBezTo>
                  <a:cubicBezTo>
                    <a:pt x="257" y="188"/>
                    <a:pt x="257" y="188"/>
                    <a:pt x="257" y="188"/>
                  </a:cubicBezTo>
                  <a:cubicBezTo>
                    <a:pt x="278" y="191"/>
                    <a:pt x="285" y="196"/>
                    <a:pt x="293" y="205"/>
                  </a:cubicBezTo>
                  <a:cubicBezTo>
                    <a:pt x="307" y="223"/>
                    <a:pt x="320" y="239"/>
                    <a:pt x="331" y="251"/>
                  </a:cubicBezTo>
                  <a:cubicBezTo>
                    <a:pt x="334" y="254"/>
                    <a:pt x="336" y="257"/>
                    <a:pt x="339" y="259"/>
                  </a:cubicBezTo>
                  <a:cubicBezTo>
                    <a:pt x="343" y="264"/>
                    <a:pt x="350" y="264"/>
                    <a:pt x="355" y="261"/>
                  </a:cubicBezTo>
                  <a:cubicBezTo>
                    <a:pt x="357" y="259"/>
                    <a:pt x="360" y="258"/>
                    <a:pt x="362" y="256"/>
                  </a:cubicBezTo>
                  <a:cubicBezTo>
                    <a:pt x="373" y="248"/>
                    <a:pt x="393" y="233"/>
                    <a:pt x="406" y="223"/>
                  </a:cubicBezTo>
                  <a:cubicBezTo>
                    <a:pt x="442" y="195"/>
                    <a:pt x="490" y="255"/>
                    <a:pt x="452" y="284"/>
                  </a:cubicBezTo>
                  <a:cubicBezTo>
                    <a:pt x="438" y="294"/>
                    <a:pt x="418" y="310"/>
                    <a:pt x="405" y="318"/>
                  </a:cubicBezTo>
                  <a:cubicBezTo>
                    <a:pt x="386" y="332"/>
                    <a:pt x="369" y="342"/>
                    <a:pt x="357" y="346"/>
                  </a:cubicBezTo>
                  <a:cubicBezTo>
                    <a:pt x="346" y="351"/>
                    <a:pt x="332" y="351"/>
                    <a:pt x="321" y="343"/>
                  </a:cubicBezTo>
                  <a:cubicBezTo>
                    <a:pt x="305" y="333"/>
                    <a:pt x="291" y="320"/>
                    <a:pt x="275" y="302"/>
                  </a:cubicBezTo>
                  <a:cubicBezTo>
                    <a:pt x="272" y="299"/>
                    <a:pt x="269" y="295"/>
                    <a:pt x="265" y="291"/>
                  </a:cubicBezTo>
                  <a:cubicBezTo>
                    <a:pt x="253" y="737"/>
                    <a:pt x="253" y="737"/>
                    <a:pt x="253" y="737"/>
                  </a:cubicBezTo>
                  <a:close/>
                  <a:moveTo>
                    <a:pt x="170" y="1"/>
                  </a:moveTo>
                  <a:cubicBezTo>
                    <a:pt x="207" y="2"/>
                    <a:pt x="237" y="34"/>
                    <a:pt x="236" y="74"/>
                  </a:cubicBezTo>
                  <a:cubicBezTo>
                    <a:pt x="235" y="113"/>
                    <a:pt x="204" y="160"/>
                    <a:pt x="167" y="159"/>
                  </a:cubicBezTo>
                  <a:cubicBezTo>
                    <a:pt x="129" y="159"/>
                    <a:pt x="100" y="110"/>
                    <a:pt x="100" y="71"/>
                  </a:cubicBezTo>
                  <a:cubicBezTo>
                    <a:pt x="101" y="32"/>
                    <a:pt x="132" y="0"/>
                    <a:pt x="17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6" name="Freeform 41"/>
            <p:cNvSpPr>
              <a:spLocks/>
            </p:cNvSpPr>
            <p:nvPr/>
          </p:nvSpPr>
          <p:spPr bwMode="auto">
            <a:xfrm>
              <a:off x="5532772" y="870972"/>
              <a:ext cx="219805" cy="176283"/>
            </a:xfrm>
            <a:custGeom>
              <a:avLst/>
              <a:gdLst>
                <a:gd name="T0" fmla="*/ 35 w 254"/>
                <a:gd name="T1" fmla="*/ 62 h 204"/>
                <a:gd name="T2" fmla="*/ 0 w 254"/>
                <a:gd name="T3" fmla="*/ 66 h 204"/>
                <a:gd name="T4" fmla="*/ 11 w 254"/>
                <a:gd name="T5" fmla="*/ 171 h 204"/>
                <a:gd name="T6" fmla="*/ 48 w 254"/>
                <a:gd name="T7" fmla="*/ 195 h 204"/>
                <a:gd name="T8" fmla="*/ 243 w 254"/>
                <a:gd name="T9" fmla="*/ 20 h 204"/>
                <a:gd name="T10" fmla="*/ 230 w 254"/>
                <a:gd name="T11" fmla="*/ 7 h 204"/>
                <a:gd name="T12" fmla="*/ 53 w 254"/>
                <a:gd name="T13" fmla="*/ 116 h 204"/>
                <a:gd name="T14" fmla="*/ 35 w 254"/>
                <a:gd name="T15" fmla="*/ 62 h 20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4" h="204">
                  <a:moveTo>
                    <a:pt x="35" y="62"/>
                  </a:moveTo>
                  <a:cubicBezTo>
                    <a:pt x="31" y="48"/>
                    <a:pt x="0" y="51"/>
                    <a:pt x="0" y="66"/>
                  </a:cubicBezTo>
                  <a:cubicBezTo>
                    <a:pt x="0" y="113"/>
                    <a:pt x="4" y="130"/>
                    <a:pt x="11" y="171"/>
                  </a:cubicBezTo>
                  <a:cubicBezTo>
                    <a:pt x="14" y="186"/>
                    <a:pt x="36" y="204"/>
                    <a:pt x="48" y="195"/>
                  </a:cubicBezTo>
                  <a:cubicBezTo>
                    <a:pt x="133" y="135"/>
                    <a:pt x="169" y="92"/>
                    <a:pt x="243" y="20"/>
                  </a:cubicBezTo>
                  <a:cubicBezTo>
                    <a:pt x="254" y="9"/>
                    <a:pt x="240" y="0"/>
                    <a:pt x="230" y="7"/>
                  </a:cubicBezTo>
                  <a:cubicBezTo>
                    <a:pt x="158" y="56"/>
                    <a:pt x="123" y="73"/>
                    <a:pt x="53" y="116"/>
                  </a:cubicBezTo>
                  <a:cubicBezTo>
                    <a:pt x="42" y="95"/>
                    <a:pt x="40" y="80"/>
                    <a:pt x="35" y="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7" name="原创设计师QQ598969553          _8"/>
          <p:cNvGrpSpPr/>
          <p:nvPr/>
        </p:nvGrpSpPr>
        <p:grpSpPr>
          <a:xfrm>
            <a:off x="5600127" y="4294869"/>
            <a:ext cx="186416" cy="176033"/>
            <a:chOff x="6460269" y="872801"/>
            <a:chExt cx="709154" cy="669655"/>
          </a:xfrm>
          <a:solidFill>
            <a:schemeClr val="accent2"/>
          </a:solidFill>
        </p:grpSpPr>
        <p:sp>
          <p:nvSpPr>
            <p:cNvPr id="38" name="Freeform 42"/>
            <p:cNvSpPr>
              <a:spLocks noEditPoints="1"/>
            </p:cNvSpPr>
            <p:nvPr/>
          </p:nvSpPr>
          <p:spPr bwMode="auto">
            <a:xfrm>
              <a:off x="6460269" y="872801"/>
              <a:ext cx="442902" cy="669655"/>
            </a:xfrm>
            <a:custGeom>
              <a:avLst/>
              <a:gdLst>
                <a:gd name="T0" fmla="*/ 250 w 512"/>
                <a:gd name="T1" fmla="*/ 737 h 775"/>
                <a:gd name="T2" fmla="*/ 209 w 512"/>
                <a:gd name="T3" fmla="*/ 775 h 775"/>
                <a:gd name="T4" fmla="*/ 173 w 512"/>
                <a:gd name="T5" fmla="*/ 762 h 775"/>
                <a:gd name="T6" fmla="*/ 159 w 512"/>
                <a:gd name="T7" fmla="*/ 762 h 775"/>
                <a:gd name="T8" fmla="*/ 124 w 512"/>
                <a:gd name="T9" fmla="*/ 775 h 775"/>
                <a:gd name="T10" fmla="*/ 83 w 512"/>
                <a:gd name="T11" fmla="*/ 737 h 775"/>
                <a:gd name="T12" fmla="*/ 75 w 512"/>
                <a:gd name="T13" fmla="*/ 475 h 775"/>
                <a:gd name="T14" fmla="*/ 65 w 512"/>
                <a:gd name="T15" fmla="*/ 474 h 775"/>
                <a:gd name="T16" fmla="*/ 21 w 512"/>
                <a:gd name="T17" fmla="*/ 441 h 775"/>
                <a:gd name="T18" fmla="*/ 19 w 512"/>
                <a:gd name="T19" fmla="*/ 214 h 775"/>
                <a:gd name="T20" fmla="*/ 48 w 512"/>
                <a:gd name="T21" fmla="*/ 189 h 775"/>
                <a:gd name="T22" fmla="*/ 119 w 512"/>
                <a:gd name="T23" fmla="*/ 181 h 775"/>
                <a:gd name="T24" fmla="*/ 131 w 512"/>
                <a:gd name="T25" fmla="*/ 186 h 775"/>
                <a:gd name="T26" fmla="*/ 166 w 512"/>
                <a:gd name="T27" fmla="*/ 239 h 775"/>
                <a:gd name="T28" fmla="*/ 202 w 512"/>
                <a:gd name="T29" fmla="*/ 186 h 775"/>
                <a:gd name="T30" fmla="*/ 213 w 512"/>
                <a:gd name="T31" fmla="*/ 181 h 775"/>
                <a:gd name="T32" fmla="*/ 269 w 512"/>
                <a:gd name="T33" fmla="*/ 184 h 775"/>
                <a:gd name="T34" fmla="*/ 286 w 512"/>
                <a:gd name="T35" fmla="*/ 190 h 775"/>
                <a:gd name="T36" fmla="*/ 361 w 512"/>
                <a:gd name="T37" fmla="*/ 220 h 775"/>
                <a:gd name="T38" fmla="*/ 454 w 512"/>
                <a:gd name="T39" fmla="*/ 179 h 775"/>
                <a:gd name="T40" fmla="*/ 503 w 512"/>
                <a:gd name="T41" fmla="*/ 193 h 775"/>
                <a:gd name="T42" fmla="*/ 488 w 512"/>
                <a:gd name="T43" fmla="*/ 243 h 775"/>
                <a:gd name="T44" fmla="*/ 382 w 512"/>
                <a:gd name="T45" fmla="*/ 290 h 775"/>
                <a:gd name="T46" fmla="*/ 359 w 512"/>
                <a:gd name="T47" fmla="*/ 294 h 775"/>
                <a:gd name="T48" fmla="*/ 266 w 512"/>
                <a:gd name="T49" fmla="*/ 263 h 775"/>
                <a:gd name="T50" fmla="*/ 261 w 512"/>
                <a:gd name="T51" fmla="*/ 265 h 775"/>
                <a:gd name="T52" fmla="*/ 250 w 512"/>
                <a:gd name="T53" fmla="*/ 737 h 775"/>
                <a:gd name="T54" fmla="*/ 168 w 512"/>
                <a:gd name="T55" fmla="*/ 1 h 775"/>
                <a:gd name="T56" fmla="*/ 233 w 512"/>
                <a:gd name="T57" fmla="*/ 72 h 775"/>
                <a:gd name="T58" fmla="*/ 165 w 512"/>
                <a:gd name="T59" fmla="*/ 157 h 775"/>
                <a:gd name="T60" fmla="*/ 99 w 512"/>
                <a:gd name="T61" fmla="*/ 70 h 775"/>
                <a:gd name="T62" fmla="*/ 168 w 512"/>
                <a:gd name="T63" fmla="*/ 1 h 7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12" h="775">
                  <a:moveTo>
                    <a:pt x="250" y="737"/>
                  </a:moveTo>
                  <a:cubicBezTo>
                    <a:pt x="249" y="758"/>
                    <a:pt x="228" y="775"/>
                    <a:pt x="209" y="775"/>
                  </a:cubicBezTo>
                  <a:cubicBezTo>
                    <a:pt x="196" y="775"/>
                    <a:pt x="180" y="770"/>
                    <a:pt x="173" y="762"/>
                  </a:cubicBezTo>
                  <a:cubicBezTo>
                    <a:pt x="170" y="757"/>
                    <a:pt x="163" y="757"/>
                    <a:pt x="159" y="762"/>
                  </a:cubicBezTo>
                  <a:cubicBezTo>
                    <a:pt x="153" y="770"/>
                    <a:pt x="137" y="775"/>
                    <a:pt x="124" y="775"/>
                  </a:cubicBezTo>
                  <a:cubicBezTo>
                    <a:pt x="105" y="775"/>
                    <a:pt x="84" y="758"/>
                    <a:pt x="83" y="737"/>
                  </a:cubicBezTo>
                  <a:cubicBezTo>
                    <a:pt x="75" y="475"/>
                    <a:pt x="75" y="475"/>
                    <a:pt x="75" y="475"/>
                  </a:cubicBezTo>
                  <a:cubicBezTo>
                    <a:pt x="65" y="474"/>
                    <a:pt x="65" y="474"/>
                    <a:pt x="65" y="474"/>
                  </a:cubicBezTo>
                  <a:cubicBezTo>
                    <a:pt x="46" y="472"/>
                    <a:pt x="24" y="460"/>
                    <a:pt x="21" y="441"/>
                  </a:cubicBezTo>
                  <a:cubicBezTo>
                    <a:pt x="0" y="333"/>
                    <a:pt x="4" y="328"/>
                    <a:pt x="19" y="214"/>
                  </a:cubicBezTo>
                  <a:cubicBezTo>
                    <a:pt x="21" y="206"/>
                    <a:pt x="30" y="191"/>
                    <a:pt x="48" y="189"/>
                  </a:cubicBezTo>
                  <a:cubicBezTo>
                    <a:pt x="119" y="181"/>
                    <a:pt x="119" y="181"/>
                    <a:pt x="119" y="181"/>
                  </a:cubicBezTo>
                  <a:cubicBezTo>
                    <a:pt x="124" y="180"/>
                    <a:pt x="128" y="182"/>
                    <a:pt x="131" y="186"/>
                  </a:cubicBezTo>
                  <a:cubicBezTo>
                    <a:pt x="166" y="239"/>
                    <a:pt x="166" y="239"/>
                    <a:pt x="166" y="239"/>
                  </a:cubicBezTo>
                  <a:cubicBezTo>
                    <a:pt x="202" y="186"/>
                    <a:pt x="202" y="186"/>
                    <a:pt x="202" y="186"/>
                  </a:cubicBezTo>
                  <a:cubicBezTo>
                    <a:pt x="204" y="182"/>
                    <a:pt x="209" y="180"/>
                    <a:pt x="213" y="181"/>
                  </a:cubicBezTo>
                  <a:cubicBezTo>
                    <a:pt x="219" y="181"/>
                    <a:pt x="248" y="183"/>
                    <a:pt x="269" y="184"/>
                  </a:cubicBezTo>
                  <a:cubicBezTo>
                    <a:pt x="275" y="185"/>
                    <a:pt x="281" y="186"/>
                    <a:pt x="286" y="190"/>
                  </a:cubicBezTo>
                  <a:cubicBezTo>
                    <a:pt x="309" y="204"/>
                    <a:pt x="334" y="215"/>
                    <a:pt x="361" y="220"/>
                  </a:cubicBezTo>
                  <a:cubicBezTo>
                    <a:pt x="393" y="209"/>
                    <a:pt x="424" y="195"/>
                    <a:pt x="454" y="179"/>
                  </a:cubicBezTo>
                  <a:cubicBezTo>
                    <a:pt x="471" y="169"/>
                    <a:pt x="493" y="176"/>
                    <a:pt x="503" y="193"/>
                  </a:cubicBezTo>
                  <a:cubicBezTo>
                    <a:pt x="512" y="211"/>
                    <a:pt x="506" y="233"/>
                    <a:pt x="488" y="243"/>
                  </a:cubicBezTo>
                  <a:cubicBezTo>
                    <a:pt x="452" y="262"/>
                    <a:pt x="420" y="274"/>
                    <a:pt x="382" y="290"/>
                  </a:cubicBezTo>
                  <a:cubicBezTo>
                    <a:pt x="375" y="293"/>
                    <a:pt x="367" y="295"/>
                    <a:pt x="359" y="294"/>
                  </a:cubicBezTo>
                  <a:cubicBezTo>
                    <a:pt x="326" y="288"/>
                    <a:pt x="296" y="279"/>
                    <a:pt x="266" y="263"/>
                  </a:cubicBezTo>
                  <a:cubicBezTo>
                    <a:pt x="261" y="265"/>
                    <a:pt x="261" y="265"/>
                    <a:pt x="261" y="265"/>
                  </a:cubicBezTo>
                  <a:cubicBezTo>
                    <a:pt x="250" y="737"/>
                    <a:pt x="250" y="737"/>
                    <a:pt x="250" y="737"/>
                  </a:cubicBezTo>
                  <a:close/>
                  <a:moveTo>
                    <a:pt x="168" y="1"/>
                  </a:moveTo>
                  <a:cubicBezTo>
                    <a:pt x="205" y="1"/>
                    <a:pt x="234" y="33"/>
                    <a:pt x="233" y="72"/>
                  </a:cubicBezTo>
                  <a:cubicBezTo>
                    <a:pt x="233" y="111"/>
                    <a:pt x="202" y="158"/>
                    <a:pt x="165" y="157"/>
                  </a:cubicBezTo>
                  <a:cubicBezTo>
                    <a:pt x="128" y="156"/>
                    <a:pt x="99" y="109"/>
                    <a:pt x="99" y="70"/>
                  </a:cubicBezTo>
                  <a:cubicBezTo>
                    <a:pt x="100" y="31"/>
                    <a:pt x="131" y="0"/>
                    <a:pt x="16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9" name="Freeform 43"/>
            <p:cNvSpPr>
              <a:spLocks noEditPoints="1"/>
            </p:cNvSpPr>
            <p:nvPr/>
          </p:nvSpPr>
          <p:spPr bwMode="auto">
            <a:xfrm>
              <a:off x="6735299" y="1108698"/>
              <a:ext cx="434124" cy="433758"/>
            </a:xfrm>
            <a:custGeom>
              <a:avLst/>
              <a:gdLst>
                <a:gd name="T0" fmla="*/ 388 w 502"/>
                <a:gd name="T1" fmla="*/ 388 h 502"/>
                <a:gd name="T2" fmla="*/ 383 w 502"/>
                <a:gd name="T3" fmla="*/ 335 h 502"/>
                <a:gd name="T4" fmla="*/ 334 w 502"/>
                <a:gd name="T5" fmla="*/ 426 h 502"/>
                <a:gd name="T6" fmla="*/ 445 w 502"/>
                <a:gd name="T7" fmla="*/ 251 h 502"/>
                <a:gd name="T8" fmla="*/ 393 w 502"/>
                <a:gd name="T9" fmla="*/ 214 h 502"/>
                <a:gd name="T10" fmla="*/ 392 w 502"/>
                <a:gd name="T11" fmla="*/ 297 h 502"/>
                <a:gd name="T12" fmla="*/ 430 w 502"/>
                <a:gd name="T13" fmla="*/ 176 h 502"/>
                <a:gd name="T14" fmla="*/ 332 w 502"/>
                <a:gd name="T15" fmla="*/ 75 h 502"/>
                <a:gd name="T16" fmla="*/ 385 w 502"/>
                <a:gd name="T17" fmla="*/ 176 h 502"/>
                <a:gd name="T18" fmla="*/ 72 w 502"/>
                <a:gd name="T19" fmla="*/ 176 h 502"/>
                <a:gd name="T20" fmla="*/ 150 w 502"/>
                <a:gd name="T21" fmla="*/ 117 h 502"/>
                <a:gd name="T22" fmla="*/ 114 w 502"/>
                <a:gd name="T23" fmla="*/ 114 h 502"/>
                <a:gd name="T24" fmla="*/ 165 w 502"/>
                <a:gd name="T25" fmla="*/ 176 h 502"/>
                <a:gd name="T26" fmla="*/ 236 w 502"/>
                <a:gd name="T27" fmla="*/ 71 h 502"/>
                <a:gd name="T28" fmla="*/ 165 w 502"/>
                <a:gd name="T29" fmla="*/ 176 h 502"/>
                <a:gd name="T30" fmla="*/ 345 w 502"/>
                <a:gd name="T31" fmla="*/ 176 h 502"/>
                <a:gd name="T32" fmla="*/ 274 w 502"/>
                <a:gd name="T33" fmla="*/ 71 h 502"/>
                <a:gd name="T34" fmla="*/ 354 w 502"/>
                <a:gd name="T35" fmla="*/ 214 h 502"/>
                <a:gd name="T36" fmla="*/ 274 w 502"/>
                <a:gd name="T37" fmla="*/ 297 h 502"/>
                <a:gd name="T38" fmla="*/ 357 w 502"/>
                <a:gd name="T39" fmla="*/ 252 h 502"/>
                <a:gd name="T40" fmla="*/ 236 w 502"/>
                <a:gd name="T41" fmla="*/ 214 h 502"/>
                <a:gd name="T42" fmla="*/ 153 w 502"/>
                <a:gd name="T43" fmla="*/ 252 h 502"/>
                <a:gd name="T44" fmla="*/ 236 w 502"/>
                <a:gd name="T45" fmla="*/ 297 h 502"/>
                <a:gd name="T46" fmla="*/ 118 w 502"/>
                <a:gd name="T47" fmla="*/ 214 h 502"/>
                <a:gd name="T48" fmla="*/ 57 w 502"/>
                <a:gd name="T49" fmla="*/ 251 h 502"/>
                <a:gd name="T50" fmla="*/ 119 w 502"/>
                <a:gd name="T51" fmla="*/ 297 h 502"/>
                <a:gd name="T52" fmla="*/ 118 w 502"/>
                <a:gd name="T53" fmla="*/ 214 h 502"/>
                <a:gd name="T54" fmla="*/ 274 w 502"/>
                <a:gd name="T55" fmla="*/ 335 h 502"/>
                <a:gd name="T56" fmla="*/ 328 w 502"/>
                <a:gd name="T57" fmla="*/ 367 h 502"/>
                <a:gd name="T58" fmla="*/ 236 w 502"/>
                <a:gd name="T59" fmla="*/ 335 h 502"/>
                <a:gd name="T60" fmla="*/ 182 w 502"/>
                <a:gd name="T61" fmla="*/ 367 h 502"/>
                <a:gd name="T62" fmla="*/ 236 w 502"/>
                <a:gd name="T63" fmla="*/ 335 h 502"/>
                <a:gd name="T64" fmla="*/ 77 w 502"/>
                <a:gd name="T65" fmla="*/ 335 h 502"/>
                <a:gd name="T66" fmla="*/ 181 w 502"/>
                <a:gd name="T67" fmla="*/ 431 h 502"/>
                <a:gd name="T68" fmla="*/ 128 w 502"/>
                <a:gd name="T69" fmla="*/ 335 h 502"/>
                <a:gd name="T70" fmla="*/ 251 w 502"/>
                <a:gd name="T71" fmla="*/ 502 h 502"/>
                <a:gd name="T72" fmla="*/ 0 w 502"/>
                <a:gd name="T73" fmla="*/ 251 h 502"/>
                <a:gd name="T74" fmla="*/ 251 w 502"/>
                <a:gd name="T75" fmla="*/ 0 h 502"/>
                <a:gd name="T76" fmla="*/ 502 w 502"/>
                <a:gd name="T77" fmla="*/ 251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02" h="502">
                  <a:moveTo>
                    <a:pt x="334" y="426"/>
                  </a:moveTo>
                  <a:cubicBezTo>
                    <a:pt x="355" y="416"/>
                    <a:pt x="373" y="403"/>
                    <a:pt x="388" y="388"/>
                  </a:cubicBezTo>
                  <a:cubicBezTo>
                    <a:pt x="403" y="373"/>
                    <a:pt x="416" y="354"/>
                    <a:pt x="425" y="335"/>
                  </a:cubicBezTo>
                  <a:cubicBezTo>
                    <a:pt x="383" y="335"/>
                    <a:pt x="383" y="335"/>
                    <a:pt x="383" y="335"/>
                  </a:cubicBezTo>
                  <a:cubicBezTo>
                    <a:pt x="377" y="352"/>
                    <a:pt x="370" y="370"/>
                    <a:pt x="362" y="385"/>
                  </a:cubicBezTo>
                  <a:cubicBezTo>
                    <a:pt x="354" y="400"/>
                    <a:pt x="345" y="413"/>
                    <a:pt x="334" y="426"/>
                  </a:cubicBezTo>
                  <a:close/>
                  <a:moveTo>
                    <a:pt x="439" y="297"/>
                  </a:moveTo>
                  <a:cubicBezTo>
                    <a:pt x="443" y="282"/>
                    <a:pt x="445" y="267"/>
                    <a:pt x="445" y="251"/>
                  </a:cubicBezTo>
                  <a:cubicBezTo>
                    <a:pt x="445" y="238"/>
                    <a:pt x="444" y="226"/>
                    <a:pt x="442" y="214"/>
                  </a:cubicBezTo>
                  <a:cubicBezTo>
                    <a:pt x="393" y="214"/>
                    <a:pt x="393" y="214"/>
                    <a:pt x="393" y="214"/>
                  </a:cubicBezTo>
                  <a:cubicBezTo>
                    <a:pt x="395" y="227"/>
                    <a:pt x="395" y="239"/>
                    <a:pt x="395" y="252"/>
                  </a:cubicBezTo>
                  <a:cubicBezTo>
                    <a:pt x="395" y="267"/>
                    <a:pt x="394" y="282"/>
                    <a:pt x="392" y="297"/>
                  </a:cubicBezTo>
                  <a:cubicBezTo>
                    <a:pt x="439" y="297"/>
                    <a:pt x="439" y="297"/>
                    <a:pt x="439" y="297"/>
                  </a:cubicBezTo>
                  <a:close/>
                  <a:moveTo>
                    <a:pt x="430" y="176"/>
                  </a:moveTo>
                  <a:cubicBezTo>
                    <a:pt x="420" y="153"/>
                    <a:pt x="406" y="132"/>
                    <a:pt x="388" y="114"/>
                  </a:cubicBezTo>
                  <a:cubicBezTo>
                    <a:pt x="372" y="98"/>
                    <a:pt x="353" y="84"/>
                    <a:pt x="332" y="75"/>
                  </a:cubicBezTo>
                  <a:cubicBezTo>
                    <a:pt x="343" y="88"/>
                    <a:pt x="353" y="102"/>
                    <a:pt x="361" y="117"/>
                  </a:cubicBezTo>
                  <a:cubicBezTo>
                    <a:pt x="371" y="135"/>
                    <a:pt x="379" y="155"/>
                    <a:pt x="385" y="176"/>
                  </a:cubicBezTo>
                  <a:cubicBezTo>
                    <a:pt x="430" y="176"/>
                    <a:pt x="430" y="176"/>
                    <a:pt x="430" y="176"/>
                  </a:cubicBezTo>
                  <a:close/>
                  <a:moveTo>
                    <a:pt x="72" y="176"/>
                  </a:moveTo>
                  <a:cubicBezTo>
                    <a:pt x="125" y="176"/>
                    <a:pt x="125" y="176"/>
                    <a:pt x="125" y="176"/>
                  </a:cubicBezTo>
                  <a:cubicBezTo>
                    <a:pt x="131" y="155"/>
                    <a:pt x="139" y="135"/>
                    <a:pt x="150" y="117"/>
                  </a:cubicBezTo>
                  <a:cubicBezTo>
                    <a:pt x="159" y="100"/>
                    <a:pt x="170" y="84"/>
                    <a:pt x="183" y="69"/>
                  </a:cubicBezTo>
                  <a:cubicBezTo>
                    <a:pt x="157" y="79"/>
                    <a:pt x="133" y="94"/>
                    <a:pt x="114" y="114"/>
                  </a:cubicBezTo>
                  <a:cubicBezTo>
                    <a:pt x="96" y="132"/>
                    <a:pt x="82" y="153"/>
                    <a:pt x="72" y="176"/>
                  </a:cubicBezTo>
                  <a:close/>
                  <a:moveTo>
                    <a:pt x="165" y="176"/>
                  </a:moveTo>
                  <a:cubicBezTo>
                    <a:pt x="236" y="176"/>
                    <a:pt x="236" y="176"/>
                    <a:pt x="236" y="176"/>
                  </a:cubicBezTo>
                  <a:cubicBezTo>
                    <a:pt x="236" y="71"/>
                    <a:pt x="236" y="71"/>
                    <a:pt x="236" y="71"/>
                  </a:cubicBezTo>
                  <a:cubicBezTo>
                    <a:pt x="215" y="88"/>
                    <a:pt x="197" y="110"/>
                    <a:pt x="183" y="135"/>
                  </a:cubicBezTo>
                  <a:cubicBezTo>
                    <a:pt x="176" y="148"/>
                    <a:pt x="170" y="162"/>
                    <a:pt x="165" y="176"/>
                  </a:cubicBezTo>
                  <a:close/>
                  <a:moveTo>
                    <a:pt x="274" y="176"/>
                  </a:moveTo>
                  <a:cubicBezTo>
                    <a:pt x="345" y="176"/>
                    <a:pt x="345" y="176"/>
                    <a:pt x="345" y="176"/>
                  </a:cubicBezTo>
                  <a:cubicBezTo>
                    <a:pt x="341" y="162"/>
                    <a:pt x="335" y="148"/>
                    <a:pt x="327" y="135"/>
                  </a:cubicBezTo>
                  <a:cubicBezTo>
                    <a:pt x="314" y="110"/>
                    <a:pt x="296" y="88"/>
                    <a:pt x="274" y="71"/>
                  </a:cubicBezTo>
                  <a:cubicBezTo>
                    <a:pt x="274" y="176"/>
                    <a:pt x="274" y="176"/>
                    <a:pt x="274" y="176"/>
                  </a:cubicBezTo>
                  <a:close/>
                  <a:moveTo>
                    <a:pt x="354" y="214"/>
                  </a:moveTo>
                  <a:cubicBezTo>
                    <a:pt x="274" y="214"/>
                    <a:pt x="274" y="214"/>
                    <a:pt x="274" y="214"/>
                  </a:cubicBezTo>
                  <a:cubicBezTo>
                    <a:pt x="274" y="297"/>
                    <a:pt x="274" y="297"/>
                    <a:pt x="274" y="297"/>
                  </a:cubicBezTo>
                  <a:cubicBezTo>
                    <a:pt x="353" y="297"/>
                    <a:pt x="353" y="297"/>
                    <a:pt x="353" y="297"/>
                  </a:cubicBezTo>
                  <a:cubicBezTo>
                    <a:pt x="356" y="282"/>
                    <a:pt x="357" y="267"/>
                    <a:pt x="357" y="252"/>
                  </a:cubicBezTo>
                  <a:cubicBezTo>
                    <a:pt x="357" y="239"/>
                    <a:pt x="356" y="227"/>
                    <a:pt x="354" y="214"/>
                  </a:cubicBezTo>
                  <a:close/>
                  <a:moveTo>
                    <a:pt x="236" y="214"/>
                  </a:moveTo>
                  <a:cubicBezTo>
                    <a:pt x="156" y="214"/>
                    <a:pt x="156" y="214"/>
                    <a:pt x="156" y="214"/>
                  </a:cubicBezTo>
                  <a:cubicBezTo>
                    <a:pt x="154" y="227"/>
                    <a:pt x="153" y="239"/>
                    <a:pt x="153" y="252"/>
                  </a:cubicBezTo>
                  <a:cubicBezTo>
                    <a:pt x="153" y="267"/>
                    <a:pt x="155" y="282"/>
                    <a:pt x="158" y="297"/>
                  </a:cubicBezTo>
                  <a:cubicBezTo>
                    <a:pt x="236" y="297"/>
                    <a:pt x="236" y="297"/>
                    <a:pt x="236" y="297"/>
                  </a:cubicBezTo>
                  <a:cubicBezTo>
                    <a:pt x="236" y="214"/>
                    <a:pt x="236" y="214"/>
                    <a:pt x="236" y="214"/>
                  </a:cubicBezTo>
                  <a:close/>
                  <a:moveTo>
                    <a:pt x="118" y="214"/>
                  </a:moveTo>
                  <a:cubicBezTo>
                    <a:pt x="61" y="214"/>
                    <a:pt x="61" y="214"/>
                    <a:pt x="61" y="214"/>
                  </a:cubicBezTo>
                  <a:cubicBezTo>
                    <a:pt x="59" y="226"/>
                    <a:pt x="57" y="238"/>
                    <a:pt x="57" y="251"/>
                  </a:cubicBezTo>
                  <a:cubicBezTo>
                    <a:pt x="57" y="267"/>
                    <a:pt x="59" y="282"/>
                    <a:pt x="63" y="297"/>
                  </a:cubicBezTo>
                  <a:cubicBezTo>
                    <a:pt x="119" y="297"/>
                    <a:pt x="119" y="297"/>
                    <a:pt x="119" y="297"/>
                  </a:cubicBezTo>
                  <a:cubicBezTo>
                    <a:pt x="116" y="282"/>
                    <a:pt x="115" y="267"/>
                    <a:pt x="115" y="252"/>
                  </a:cubicBezTo>
                  <a:cubicBezTo>
                    <a:pt x="115" y="239"/>
                    <a:pt x="116" y="227"/>
                    <a:pt x="118" y="214"/>
                  </a:cubicBezTo>
                  <a:close/>
                  <a:moveTo>
                    <a:pt x="342" y="335"/>
                  </a:moveTo>
                  <a:cubicBezTo>
                    <a:pt x="274" y="335"/>
                    <a:pt x="274" y="335"/>
                    <a:pt x="274" y="335"/>
                  </a:cubicBezTo>
                  <a:cubicBezTo>
                    <a:pt x="274" y="433"/>
                    <a:pt x="274" y="433"/>
                    <a:pt x="274" y="433"/>
                  </a:cubicBezTo>
                  <a:cubicBezTo>
                    <a:pt x="296" y="415"/>
                    <a:pt x="315" y="392"/>
                    <a:pt x="328" y="367"/>
                  </a:cubicBezTo>
                  <a:cubicBezTo>
                    <a:pt x="334" y="357"/>
                    <a:pt x="338" y="346"/>
                    <a:pt x="342" y="335"/>
                  </a:cubicBezTo>
                  <a:close/>
                  <a:moveTo>
                    <a:pt x="236" y="335"/>
                  </a:moveTo>
                  <a:cubicBezTo>
                    <a:pt x="168" y="335"/>
                    <a:pt x="168" y="335"/>
                    <a:pt x="168" y="335"/>
                  </a:cubicBezTo>
                  <a:cubicBezTo>
                    <a:pt x="172" y="346"/>
                    <a:pt x="177" y="357"/>
                    <a:pt x="182" y="367"/>
                  </a:cubicBezTo>
                  <a:cubicBezTo>
                    <a:pt x="196" y="392"/>
                    <a:pt x="214" y="415"/>
                    <a:pt x="236" y="433"/>
                  </a:cubicBezTo>
                  <a:cubicBezTo>
                    <a:pt x="236" y="335"/>
                    <a:pt x="236" y="335"/>
                    <a:pt x="236" y="335"/>
                  </a:cubicBezTo>
                  <a:close/>
                  <a:moveTo>
                    <a:pt x="128" y="335"/>
                  </a:moveTo>
                  <a:cubicBezTo>
                    <a:pt x="77" y="335"/>
                    <a:pt x="77" y="335"/>
                    <a:pt x="77" y="335"/>
                  </a:cubicBezTo>
                  <a:cubicBezTo>
                    <a:pt x="86" y="354"/>
                    <a:pt x="99" y="373"/>
                    <a:pt x="114" y="388"/>
                  </a:cubicBezTo>
                  <a:cubicBezTo>
                    <a:pt x="133" y="407"/>
                    <a:pt x="155" y="422"/>
                    <a:pt x="181" y="431"/>
                  </a:cubicBezTo>
                  <a:cubicBezTo>
                    <a:pt x="168" y="417"/>
                    <a:pt x="158" y="402"/>
                    <a:pt x="149" y="385"/>
                  </a:cubicBezTo>
                  <a:cubicBezTo>
                    <a:pt x="140" y="370"/>
                    <a:pt x="133" y="352"/>
                    <a:pt x="128" y="335"/>
                  </a:cubicBezTo>
                  <a:close/>
                  <a:moveTo>
                    <a:pt x="429" y="428"/>
                  </a:moveTo>
                  <a:cubicBezTo>
                    <a:pt x="383" y="474"/>
                    <a:pt x="321" y="502"/>
                    <a:pt x="251" y="502"/>
                  </a:cubicBezTo>
                  <a:cubicBezTo>
                    <a:pt x="182" y="502"/>
                    <a:pt x="119" y="474"/>
                    <a:pt x="74" y="428"/>
                  </a:cubicBezTo>
                  <a:cubicBezTo>
                    <a:pt x="28" y="383"/>
                    <a:pt x="0" y="320"/>
                    <a:pt x="0" y="251"/>
                  </a:cubicBezTo>
                  <a:cubicBezTo>
                    <a:pt x="0" y="182"/>
                    <a:pt x="28" y="119"/>
                    <a:pt x="74" y="73"/>
                  </a:cubicBezTo>
                  <a:cubicBezTo>
                    <a:pt x="119" y="28"/>
                    <a:pt x="182" y="0"/>
                    <a:pt x="251" y="0"/>
                  </a:cubicBezTo>
                  <a:cubicBezTo>
                    <a:pt x="321" y="0"/>
                    <a:pt x="383" y="28"/>
                    <a:pt x="429" y="73"/>
                  </a:cubicBezTo>
                  <a:cubicBezTo>
                    <a:pt x="474" y="119"/>
                    <a:pt x="502" y="182"/>
                    <a:pt x="502" y="251"/>
                  </a:cubicBezTo>
                  <a:cubicBezTo>
                    <a:pt x="502" y="320"/>
                    <a:pt x="474" y="383"/>
                    <a:pt x="429" y="4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pic>
        <p:nvPicPr>
          <p:cNvPr id="40" name="Picture 64"/>
          <p:cNvPicPr>
            <a:picLocks noGrp="1" noSelect="1" noRot="1" noChangeAspect="1" noMove="1" noResize="1" noChangeShapeType="1"/>
          </p:cNvPicPr>
          <p:nvPr/>
        </p:nvPicPr>
        <p:blipFill>
          <a:blip r:embed="rId3"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22488152"/>
      </p:ext>
    </p:extLst>
  </p:cSld>
  <p:clrMapOvr>
    <a:masterClrMapping/>
  </p:clrMapOvr>
  <p:transition spd="med" advClick="0"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53" presetClass="entr" presetSubtype="16" fill="hold" grpId="0" nodeType="afterEffect">
                                  <p:stCondLst>
                                    <p:cond delay="0"/>
                                  </p:stCondLst>
                                  <p:iterate type="lt">
                                    <p:tmPct val="10000"/>
                                  </p:iterate>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childTnLst>
                          </p:cTn>
                        </p:par>
                        <p:par>
                          <p:cTn id="15" fill="hold">
                            <p:stCondLst>
                              <p:cond delay="1450"/>
                            </p:stCondLst>
                            <p:childTnLst>
                              <p:par>
                                <p:cTn id="16" presetID="16" presetClass="entr" presetSubtype="37" fill="hold" grpId="0" nodeType="after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barn(outVertical)">
                                      <p:cBhvr>
                                        <p:cTn id="18" dur="500"/>
                                        <p:tgtEl>
                                          <p:spTgt spid="11"/>
                                        </p:tgtEl>
                                      </p:cBhvr>
                                    </p:animEffect>
                                  </p:childTnLst>
                                </p:cTn>
                              </p:par>
                            </p:childTnLst>
                          </p:cTn>
                        </p:par>
                        <p:par>
                          <p:cTn id="19" fill="hold">
                            <p:stCondLst>
                              <p:cond delay="1950"/>
                            </p:stCondLst>
                            <p:childTnLst>
                              <p:par>
                                <p:cTn id="20" presetID="53" presetClass="entr" presetSubtype="16" fill="hold" nodeType="afterEffect">
                                  <p:stCondLst>
                                    <p:cond delay="0"/>
                                  </p:stCondLst>
                                  <p:childTnLst>
                                    <p:set>
                                      <p:cBhvr>
                                        <p:cTn id="21" dur="1" fill="hold">
                                          <p:stCondLst>
                                            <p:cond delay="0"/>
                                          </p:stCondLst>
                                        </p:cTn>
                                        <p:tgtEl>
                                          <p:spTgt spid="25"/>
                                        </p:tgtEl>
                                        <p:attrNameLst>
                                          <p:attrName>style.visibility</p:attrName>
                                        </p:attrNameLst>
                                      </p:cBhvr>
                                      <p:to>
                                        <p:strVal val="visible"/>
                                      </p:to>
                                    </p:set>
                                    <p:anim calcmode="lin" valueType="num">
                                      <p:cBhvr>
                                        <p:cTn id="22" dur="500" fill="hold"/>
                                        <p:tgtEl>
                                          <p:spTgt spid="25"/>
                                        </p:tgtEl>
                                        <p:attrNameLst>
                                          <p:attrName>ppt_w</p:attrName>
                                        </p:attrNameLst>
                                      </p:cBhvr>
                                      <p:tavLst>
                                        <p:tav tm="0">
                                          <p:val>
                                            <p:fltVal val="0"/>
                                          </p:val>
                                        </p:tav>
                                        <p:tav tm="100000">
                                          <p:val>
                                            <p:strVal val="#ppt_w"/>
                                          </p:val>
                                        </p:tav>
                                      </p:tavLst>
                                    </p:anim>
                                    <p:anim calcmode="lin" valueType="num">
                                      <p:cBhvr>
                                        <p:cTn id="23" dur="500" fill="hold"/>
                                        <p:tgtEl>
                                          <p:spTgt spid="25"/>
                                        </p:tgtEl>
                                        <p:attrNameLst>
                                          <p:attrName>ppt_h</p:attrName>
                                        </p:attrNameLst>
                                      </p:cBhvr>
                                      <p:tavLst>
                                        <p:tav tm="0">
                                          <p:val>
                                            <p:fltVal val="0"/>
                                          </p:val>
                                        </p:tav>
                                        <p:tav tm="100000">
                                          <p:val>
                                            <p:strVal val="#ppt_h"/>
                                          </p:val>
                                        </p:tav>
                                      </p:tavLst>
                                    </p:anim>
                                    <p:animEffect transition="in" filter="fade">
                                      <p:cBhvr>
                                        <p:cTn id="24" dur="500"/>
                                        <p:tgtEl>
                                          <p:spTgt spid="25"/>
                                        </p:tgtEl>
                                      </p:cBhvr>
                                    </p:animEffect>
                                  </p:childTnLst>
                                </p:cTn>
                              </p:par>
                            </p:childTnLst>
                          </p:cTn>
                        </p:par>
                        <p:par>
                          <p:cTn id="25" fill="hold">
                            <p:stCondLst>
                              <p:cond delay="2450"/>
                            </p:stCondLst>
                            <p:childTnLst>
                              <p:par>
                                <p:cTn id="26" presetID="2" presetClass="entr" presetSubtype="4" fill="hold" nodeType="afterEffect">
                                  <p:stCondLst>
                                    <p:cond delay="0"/>
                                  </p:stCondLst>
                                  <p:childTnLst>
                                    <p:set>
                                      <p:cBhvr>
                                        <p:cTn id="27" dur="1" fill="hold">
                                          <p:stCondLst>
                                            <p:cond delay="0"/>
                                          </p:stCondLst>
                                        </p:cTn>
                                        <p:tgtEl>
                                          <p:spTgt spid="26"/>
                                        </p:tgtEl>
                                        <p:attrNameLst>
                                          <p:attrName>style.visibility</p:attrName>
                                        </p:attrNameLst>
                                      </p:cBhvr>
                                      <p:to>
                                        <p:strVal val="visible"/>
                                      </p:to>
                                    </p:set>
                                    <p:anim calcmode="lin" valueType="num">
                                      <p:cBhvr additive="base">
                                        <p:cTn id="28" dur="500" fill="hold"/>
                                        <p:tgtEl>
                                          <p:spTgt spid="26"/>
                                        </p:tgtEl>
                                        <p:attrNameLst>
                                          <p:attrName>ppt_x</p:attrName>
                                        </p:attrNameLst>
                                      </p:cBhvr>
                                      <p:tavLst>
                                        <p:tav tm="0">
                                          <p:val>
                                            <p:strVal val="#ppt_x"/>
                                          </p:val>
                                        </p:tav>
                                        <p:tav tm="100000">
                                          <p:val>
                                            <p:strVal val="#ppt_x"/>
                                          </p:val>
                                        </p:tav>
                                      </p:tavLst>
                                    </p:anim>
                                    <p:anim calcmode="lin" valueType="num">
                                      <p:cBhvr additive="base">
                                        <p:cTn id="29" dur="500" fill="hold"/>
                                        <p:tgtEl>
                                          <p:spTgt spid="26"/>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200"/>
                                  </p:stCondLst>
                                  <p:childTnLst>
                                    <p:set>
                                      <p:cBhvr>
                                        <p:cTn id="31" dur="1" fill="hold">
                                          <p:stCondLst>
                                            <p:cond delay="0"/>
                                          </p:stCondLst>
                                        </p:cTn>
                                        <p:tgtEl>
                                          <p:spTgt spid="29"/>
                                        </p:tgtEl>
                                        <p:attrNameLst>
                                          <p:attrName>style.visibility</p:attrName>
                                        </p:attrNameLst>
                                      </p:cBhvr>
                                      <p:to>
                                        <p:strVal val="visible"/>
                                      </p:to>
                                    </p:set>
                                    <p:anim calcmode="lin" valueType="num">
                                      <p:cBhvr additive="base">
                                        <p:cTn id="32" dur="500" fill="hold"/>
                                        <p:tgtEl>
                                          <p:spTgt spid="29"/>
                                        </p:tgtEl>
                                        <p:attrNameLst>
                                          <p:attrName>ppt_x</p:attrName>
                                        </p:attrNameLst>
                                      </p:cBhvr>
                                      <p:tavLst>
                                        <p:tav tm="0">
                                          <p:val>
                                            <p:strVal val="#ppt_x"/>
                                          </p:val>
                                        </p:tav>
                                        <p:tav tm="100000">
                                          <p:val>
                                            <p:strVal val="#ppt_x"/>
                                          </p:val>
                                        </p:tav>
                                      </p:tavLst>
                                    </p:anim>
                                    <p:anim calcmode="lin" valueType="num">
                                      <p:cBhvr additive="base">
                                        <p:cTn id="33" dur="500" fill="hold"/>
                                        <p:tgtEl>
                                          <p:spTgt spid="29"/>
                                        </p:tgtEl>
                                        <p:attrNameLst>
                                          <p:attrName>ppt_y</p:attrName>
                                        </p:attrNameLst>
                                      </p:cBhvr>
                                      <p:tavLst>
                                        <p:tav tm="0">
                                          <p:val>
                                            <p:strVal val="1+#ppt_h/2"/>
                                          </p:val>
                                        </p:tav>
                                        <p:tav tm="100000">
                                          <p:val>
                                            <p:strVal val="#ppt_y"/>
                                          </p:val>
                                        </p:tav>
                                      </p:tavLst>
                                    </p:anim>
                                  </p:childTnLst>
                                </p:cTn>
                              </p:par>
                              <p:par>
                                <p:cTn id="34" presetID="2" presetClass="entr" presetSubtype="4" fill="hold" nodeType="withEffect">
                                  <p:stCondLst>
                                    <p:cond delay="400"/>
                                  </p:stCondLst>
                                  <p:childTnLst>
                                    <p:set>
                                      <p:cBhvr>
                                        <p:cTn id="35" dur="1" fill="hold">
                                          <p:stCondLst>
                                            <p:cond delay="0"/>
                                          </p:stCondLst>
                                        </p:cTn>
                                        <p:tgtEl>
                                          <p:spTgt spid="33"/>
                                        </p:tgtEl>
                                        <p:attrNameLst>
                                          <p:attrName>style.visibility</p:attrName>
                                        </p:attrNameLst>
                                      </p:cBhvr>
                                      <p:to>
                                        <p:strVal val="visible"/>
                                      </p:to>
                                    </p:set>
                                    <p:anim calcmode="lin" valueType="num">
                                      <p:cBhvr additive="base">
                                        <p:cTn id="36" dur="500" fill="hold"/>
                                        <p:tgtEl>
                                          <p:spTgt spid="33"/>
                                        </p:tgtEl>
                                        <p:attrNameLst>
                                          <p:attrName>ppt_x</p:attrName>
                                        </p:attrNameLst>
                                      </p:cBhvr>
                                      <p:tavLst>
                                        <p:tav tm="0">
                                          <p:val>
                                            <p:strVal val="#ppt_x"/>
                                          </p:val>
                                        </p:tav>
                                        <p:tav tm="100000">
                                          <p:val>
                                            <p:strVal val="#ppt_x"/>
                                          </p:val>
                                        </p:tav>
                                      </p:tavLst>
                                    </p:anim>
                                    <p:anim calcmode="lin" valueType="num">
                                      <p:cBhvr additive="base">
                                        <p:cTn id="37" dur="500" fill="hold"/>
                                        <p:tgtEl>
                                          <p:spTgt spid="33"/>
                                        </p:tgtEl>
                                        <p:attrNameLst>
                                          <p:attrName>ppt_y</p:attrName>
                                        </p:attrNameLst>
                                      </p:cBhvr>
                                      <p:tavLst>
                                        <p:tav tm="0">
                                          <p:val>
                                            <p:strVal val="1+#ppt_h/2"/>
                                          </p:val>
                                        </p:tav>
                                        <p:tav tm="100000">
                                          <p:val>
                                            <p:strVal val="#ppt_y"/>
                                          </p:val>
                                        </p:tav>
                                      </p:tavLst>
                                    </p:anim>
                                  </p:childTnLst>
                                </p:cTn>
                              </p:par>
                              <p:par>
                                <p:cTn id="38" presetID="2" presetClass="entr" presetSubtype="4" fill="hold" nodeType="withEffect">
                                  <p:stCondLst>
                                    <p:cond delay="600"/>
                                  </p:stCondLst>
                                  <p:childTnLst>
                                    <p:set>
                                      <p:cBhvr>
                                        <p:cTn id="39" dur="1" fill="hold">
                                          <p:stCondLst>
                                            <p:cond delay="0"/>
                                          </p:stCondLst>
                                        </p:cTn>
                                        <p:tgtEl>
                                          <p:spTgt spid="37"/>
                                        </p:tgtEl>
                                        <p:attrNameLst>
                                          <p:attrName>style.visibility</p:attrName>
                                        </p:attrNameLst>
                                      </p:cBhvr>
                                      <p:to>
                                        <p:strVal val="visible"/>
                                      </p:to>
                                    </p:set>
                                    <p:anim calcmode="lin" valueType="num">
                                      <p:cBhvr additive="base">
                                        <p:cTn id="40" dur="500" fill="hold"/>
                                        <p:tgtEl>
                                          <p:spTgt spid="37"/>
                                        </p:tgtEl>
                                        <p:attrNameLst>
                                          <p:attrName>ppt_x</p:attrName>
                                        </p:attrNameLst>
                                      </p:cBhvr>
                                      <p:tavLst>
                                        <p:tav tm="0">
                                          <p:val>
                                            <p:strVal val="#ppt_x"/>
                                          </p:val>
                                        </p:tav>
                                        <p:tav tm="100000">
                                          <p:val>
                                            <p:strVal val="#ppt_x"/>
                                          </p:val>
                                        </p:tav>
                                      </p:tavLst>
                                    </p:anim>
                                    <p:anim calcmode="lin" valueType="num">
                                      <p:cBhvr additive="base">
                                        <p:cTn id="41"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原创设计师QQ598969553          _1"/>
          <p:cNvSpPr txBox="1"/>
          <p:nvPr/>
        </p:nvSpPr>
        <p:spPr>
          <a:xfrm>
            <a:off x="1023505" y="3291036"/>
            <a:ext cx="1569660" cy="738664"/>
          </a:xfrm>
          <a:prstGeom prst="rect">
            <a:avLst/>
          </a:prstGeom>
          <a:noFill/>
        </p:spPr>
        <p:txBody>
          <a:bodyPr wrap="none" rtlCol="0">
            <a:spAutoFit/>
          </a:bodyPr>
          <a:lstStyle/>
          <a:p>
            <a:pPr algn="ctr">
              <a:lnSpc>
                <a:spcPct val="150000"/>
              </a:lnSpc>
            </a:pPr>
            <a:r>
              <a:rPr lang="zh-CN" altLang="en-US" sz="1700" b="1" spc="100" dirty="0">
                <a:solidFill>
                  <a:schemeClr val="tx1">
                    <a:lumMod val="75000"/>
                    <a:lumOff val="25000"/>
                  </a:schemeClr>
                </a:solidFill>
                <a:latin typeface="华文细黑" panose="02010600040101010101" pitchFamily="2" charset="-122"/>
                <a:ea typeface="华文细黑" panose="02010600040101010101" pitchFamily="2" charset="-122"/>
              </a:rPr>
              <a:t>工作回顾</a:t>
            </a:r>
            <a:endParaRPr lang="en-US" altLang="zh-CN" sz="1700" b="1" spc="100" dirty="0">
              <a:solidFill>
                <a:schemeClr val="tx1">
                  <a:lumMod val="75000"/>
                  <a:lumOff val="25000"/>
                </a:schemeClr>
              </a:solidFill>
              <a:latin typeface="华文细黑" panose="02010600040101010101" pitchFamily="2" charset="-122"/>
              <a:ea typeface="华文细黑" panose="02010600040101010101" pitchFamily="2" charset="-122"/>
            </a:endParaRPr>
          </a:p>
          <a:p>
            <a:pPr algn="ctr">
              <a:lnSpc>
                <a:spcPct val="150000"/>
              </a:lnSpc>
            </a:pPr>
            <a:r>
              <a:rPr lang="zh-CN" altLang="en-US" sz="1100" spc="100" dirty="0">
                <a:solidFill>
                  <a:schemeClr val="tx1">
                    <a:lumMod val="75000"/>
                    <a:lumOff val="25000"/>
                  </a:schemeClr>
                </a:solidFill>
                <a:latin typeface="华文细黑" panose="02010600040101010101" pitchFamily="2" charset="-122"/>
                <a:ea typeface="华文细黑" panose="02010600040101010101" pitchFamily="2" charset="-122"/>
              </a:rPr>
              <a:t>（近年来工作情况）</a:t>
            </a:r>
            <a:endParaRPr lang="zh-CN" altLang="en-US" sz="1700" spc="100" dirty="0">
              <a:solidFill>
                <a:schemeClr val="tx1">
                  <a:lumMod val="75000"/>
                  <a:lumOff val="25000"/>
                </a:schemeClr>
              </a:solidFill>
              <a:latin typeface="华文细黑" panose="02010600040101010101" pitchFamily="2" charset="-122"/>
              <a:ea typeface="华文细黑" panose="02010600040101010101" pitchFamily="2" charset="-122"/>
            </a:endParaRPr>
          </a:p>
        </p:txBody>
      </p:sp>
      <p:sp>
        <p:nvSpPr>
          <p:cNvPr id="25" name="原创设计师QQ598969553          _2"/>
          <p:cNvSpPr txBox="1"/>
          <p:nvPr/>
        </p:nvSpPr>
        <p:spPr>
          <a:xfrm>
            <a:off x="2967966" y="3291036"/>
            <a:ext cx="1415773" cy="738664"/>
          </a:xfrm>
          <a:prstGeom prst="rect">
            <a:avLst/>
          </a:prstGeom>
          <a:noFill/>
        </p:spPr>
        <p:txBody>
          <a:bodyPr wrap="none" rtlCol="0">
            <a:spAutoFit/>
          </a:bodyPr>
          <a:lstStyle/>
          <a:p>
            <a:pPr algn="ctr">
              <a:lnSpc>
                <a:spcPct val="150000"/>
              </a:lnSpc>
            </a:pPr>
            <a:r>
              <a:rPr lang="zh-CN" altLang="en-US" sz="1700" b="1" spc="100" dirty="0">
                <a:solidFill>
                  <a:schemeClr val="tx1">
                    <a:lumMod val="75000"/>
                    <a:lumOff val="25000"/>
                  </a:schemeClr>
                </a:solidFill>
                <a:latin typeface="华文细黑" panose="02010600040101010101" pitchFamily="2" charset="-122"/>
                <a:ea typeface="华文细黑" panose="02010600040101010101" pitchFamily="2" charset="-122"/>
              </a:rPr>
              <a:t>自我评价</a:t>
            </a:r>
            <a:endParaRPr lang="en-US" altLang="zh-CN" sz="1700" b="1" spc="100" dirty="0">
              <a:solidFill>
                <a:schemeClr val="tx1">
                  <a:lumMod val="75000"/>
                  <a:lumOff val="25000"/>
                </a:schemeClr>
              </a:solidFill>
              <a:latin typeface="华文细黑" panose="02010600040101010101" pitchFamily="2" charset="-122"/>
              <a:ea typeface="华文细黑" panose="02010600040101010101" pitchFamily="2" charset="-122"/>
            </a:endParaRPr>
          </a:p>
          <a:p>
            <a:pPr algn="ctr">
              <a:lnSpc>
                <a:spcPct val="150000"/>
              </a:lnSpc>
            </a:pPr>
            <a:r>
              <a:rPr lang="zh-CN" altLang="en-US" sz="1100" spc="100" dirty="0">
                <a:solidFill>
                  <a:prstClr val="black">
                    <a:lumMod val="75000"/>
                    <a:lumOff val="25000"/>
                  </a:prstClr>
                </a:solidFill>
                <a:latin typeface="华文细黑" panose="02010600040101010101" pitchFamily="2" charset="-122"/>
                <a:ea typeface="华文细黑" panose="02010600040101010101" pitchFamily="2" charset="-122"/>
              </a:rPr>
              <a:t>（对自己的看法）</a:t>
            </a:r>
            <a:endParaRPr lang="zh-CN" altLang="en-US" sz="1700" b="1" spc="100" dirty="0">
              <a:solidFill>
                <a:schemeClr val="tx1">
                  <a:lumMod val="75000"/>
                  <a:lumOff val="25000"/>
                </a:schemeClr>
              </a:solidFill>
              <a:latin typeface="华文细黑" panose="02010600040101010101" pitchFamily="2" charset="-122"/>
              <a:ea typeface="华文细黑" panose="02010600040101010101" pitchFamily="2" charset="-122"/>
            </a:endParaRPr>
          </a:p>
        </p:txBody>
      </p:sp>
      <p:sp>
        <p:nvSpPr>
          <p:cNvPr id="26" name="原创设计师QQ598969553          _3"/>
          <p:cNvSpPr txBox="1"/>
          <p:nvPr/>
        </p:nvSpPr>
        <p:spPr>
          <a:xfrm>
            <a:off x="6596100" y="3291036"/>
            <a:ext cx="1415773" cy="738664"/>
          </a:xfrm>
          <a:prstGeom prst="rect">
            <a:avLst/>
          </a:prstGeom>
          <a:noFill/>
        </p:spPr>
        <p:txBody>
          <a:bodyPr wrap="none" rtlCol="0">
            <a:spAutoFit/>
          </a:bodyPr>
          <a:lstStyle/>
          <a:p>
            <a:pPr algn="ctr">
              <a:lnSpc>
                <a:spcPct val="150000"/>
              </a:lnSpc>
            </a:pPr>
            <a:r>
              <a:rPr lang="zh-CN" altLang="en-US" sz="1700" b="1" spc="100" dirty="0">
                <a:solidFill>
                  <a:schemeClr val="tx1">
                    <a:lumMod val="75000"/>
                    <a:lumOff val="25000"/>
                  </a:schemeClr>
                </a:solidFill>
                <a:latin typeface="华文细黑" panose="02010600040101010101" pitchFamily="2" charset="-122"/>
                <a:ea typeface="华文细黑" panose="02010600040101010101" pitchFamily="2" charset="-122"/>
              </a:rPr>
              <a:t>目标展望</a:t>
            </a:r>
            <a:endParaRPr lang="en-US" altLang="zh-CN" sz="1700" b="1" spc="100" dirty="0">
              <a:solidFill>
                <a:schemeClr val="tx1">
                  <a:lumMod val="75000"/>
                  <a:lumOff val="25000"/>
                </a:schemeClr>
              </a:solidFill>
              <a:latin typeface="华文细黑" panose="02010600040101010101" pitchFamily="2" charset="-122"/>
              <a:ea typeface="华文细黑" panose="02010600040101010101" pitchFamily="2" charset="-122"/>
            </a:endParaRPr>
          </a:p>
          <a:p>
            <a:pPr algn="ctr">
              <a:lnSpc>
                <a:spcPct val="150000"/>
              </a:lnSpc>
            </a:pPr>
            <a:r>
              <a:rPr lang="zh-CN" altLang="en-US" sz="1100" spc="100" dirty="0">
                <a:solidFill>
                  <a:prstClr val="black">
                    <a:lumMod val="75000"/>
                    <a:lumOff val="25000"/>
                  </a:prstClr>
                </a:solidFill>
                <a:latin typeface="华文细黑" panose="02010600040101010101" pitchFamily="2" charset="-122"/>
                <a:ea typeface="华文细黑" panose="02010600040101010101" pitchFamily="2" charset="-122"/>
              </a:rPr>
              <a:t>（对未来的规划）</a:t>
            </a:r>
            <a:endParaRPr lang="zh-CN" altLang="en-US" sz="1700" b="1" spc="100" dirty="0">
              <a:solidFill>
                <a:schemeClr val="tx1">
                  <a:lumMod val="75000"/>
                  <a:lumOff val="25000"/>
                </a:schemeClr>
              </a:solidFill>
              <a:latin typeface="华文细黑" panose="02010600040101010101" pitchFamily="2" charset="-122"/>
              <a:ea typeface="华文细黑" panose="02010600040101010101" pitchFamily="2" charset="-122"/>
            </a:endParaRPr>
          </a:p>
        </p:txBody>
      </p:sp>
      <p:sp>
        <p:nvSpPr>
          <p:cNvPr id="42" name="原创设计师QQ598969553          _4"/>
          <p:cNvSpPr txBox="1"/>
          <p:nvPr/>
        </p:nvSpPr>
        <p:spPr>
          <a:xfrm>
            <a:off x="4789290" y="3291036"/>
            <a:ext cx="1415773" cy="738664"/>
          </a:xfrm>
          <a:prstGeom prst="rect">
            <a:avLst/>
          </a:prstGeom>
          <a:noFill/>
        </p:spPr>
        <p:txBody>
          <a:bodyPr wrap="none" rtlCol="0">
            <a:spAutoFit/>
          </a:bodyPr>
          <a:lstStyle/>
          <a:p>
            <a:pPr algn="ctr">
              <a:lnSpc>
                <a:spcPct val="150000"/>
              </a:lnSpc>
            </a:pPr>
            <a:r>
              <a:rPr lang="zh-CN" altLang="en-US" sz="1700" b="1" spc="100" dirty="0">
                <a:solidFill>
                  <a:schemeClr val="tx1">
                    <a:lumMod val="75000"/>
                    <a:lumOff val="25000"/>
                  </a:schemeClr>
                </a:solidFill>
                <a:latin typeface="华文细黑" panose="02010600040101010101" pitchFamily="2" charset="-122"/>
                <a:ea typeface="华文细黑" panose="02010600040101010101" pitchFamily="2" charset="-122"/>
              </a:rPr>
              <a:t>工作体会</a:t>
            </a:r>
            <a:endParaRPr lang="en-US" altLang="zh-CN" sz="1700" b="1" spc="100" dirty="0">
              <a:solidFill>
                <a:schemeClr val="tx1">
                  <a:lumMod val="75000"/>
                  <a:lumOff val="25000"/>
                </a:schemeClr>
              </a:solidFill>
              <a:latin typeface="华文细黑" panose="02010600040101010101" pitchFamily="2" charset="-122"/>
              <a:ea typeface="华文细黑" panose="02010600040101010101" pitchFamily="2" charset="-122"/>
            </a:endParaRPr>
          </a:p>
          <a:p>
            <a:pPr algn="ctr">
              <a:lnSpc>
                <a:spcPct val="150000"/>
              </a:lnSpc>
            </a:pPr>
            <a:r>
              <a:rPr lang="zh-CN" altLang="en-US" sz="1100" spc="100" dirty="0">
                <a:solidFill>
                  <a:prstClr val="black">
                    <a:lumMod val="75000"/>
                    <a:lumOff val="25000"/>
                  </a:prstClr>
                </a:solidFill>
                <a:latin typeface="华文细黑" panose="02010600040101010101" pitchFamily="2" charset="-122"/>
                <a:ea typeface="华文细黑" panose="02010600040101010101" pitchFamily="2" charset="-122"/>
              </a:rPr>
              <a:t>（对工作的感悟）</a:t>
            </a:r>
            <a:endParaRPr lang="zh-CN" altLang="en-US" sz="1700" b="1" spc="100" dirty="0">
              <a:solidFill>
                <a:schemeClr val="tx1">
                  <a:lumMod val="75000"/>
                  <a:lumOff val="25000"/>
                </a:schemeClr>
              </a:solidFill>
              <a:latin typeface="华文细黑" panose="02010600040101010101" pitchFamily="2" charset="-122"/>
              <a:ea typeface="华文细黑" panose="02010600040101010101" pitchFamily="2" charset="-122"/>
            </a:endParaRPr>
          </a:p>
        </p:txBody>
      </p:sp>
      <p:cxnSp>
        <p:nvCxnSpPr>
          <p:cNvPr id="43" name="原创设计师QQ598969553          _5"/>
          <p:cNvCxnSpPr/>
          <p:nvPr/>
        </p:nvCxnSpPr>
        <p:spPr>
          <a:xfrm>
            <a:off x="395536" y="1250216"/>
            <a:ext cx="8352928" cy="0"/>
          </a:xfrm>
          <a:prstGeom prst="line">
            <a:avLst/>
          </a:prstGeom>
          <a:ln>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44" name="原创设计师QQ598969553          _6"/>
          <p:cNvSpPr txBox="1"/>
          <p:nvPr/>
        </p:nvSpPr>
        <p:spPr>
          <a:xfrm>
            <a:off x="3203849" y="746160"/>
            <a:ext cx="2736302" cy="461665"/>
          </a:xfrm>
          <a:prstGeom prst="rect">
            <a:avLst/>
          </a:prstGeom>
          <a:noFill/>
        </p:spPr>
        <p:txBody>
          <a:bodyPr wrap="square" rtlCol="0">
            <a:spAutoFit/>
          </a:bodyPr>
          <a:lstStyle/>
          <a:p>
            <a:pPr algn="ctr"/>
            <a:r>
              <a:rPr lang="zh-CN" altLang="en-US" sz="2400" b="1" dirty="0">
                <a:solidFill>
                  <a:schemeClr val="accent1"/>
                </a:solidFill>
                <a:latin typeface="微软雅黑" panose="020B0503020204020204" pitchFamily="34" charset="-122"/>
                <a:ea typeface="微软雅黑" panose="020B0503020204020204" pitchFamily="34" charset="-122"/>
              </a:rPr>
              <a:t>目  录</a:t>
            </a:r>
            <a:r>
              <a:rPr lang="en-US" altLang="zh-CN" sz="2400" b="1" dirty="0">
                <a:solidFill>
                  <a:schemeClr val="accent1"/>
                </a:solidFill>
                <a:latin typeface="微软雅黑" panose="020B0503020204020204" pitchFamily="34" charset="-122"/>
                <a:ea typeface="微软雅黑" panose="020B0503020204020204" pitchFamily="34" charset="-122"/>
              </a:rPr>
              <a:t>/</a:t>
            </a:r>
            <a:r>
              <a:rPr lang="en-US" altLang="zh-CN" sz="1600" b="1" dirty="0">
                <a:solidFill>
                  <a:schemeClr val="accent1"/>
                </a:solidFill>
                <a:latin typeface="微软雅黑" panose="020B0503020204020204" pitchFamily="34" charset="-122"/>
                <a:ea typeface="微软雅黑" panose="020B0503020204020204" pitchFamily="34" charset="-122"/>
              </a:rPr>
              <a:t>CONTENTS</a:t>
            </a:r>
            <a:endParaRPr lang="en-US" altLang="zh-CN" sz="2400" b="1" dirty="0">
              <a:solidFill>
                <a:schemeClr val="accent1"/>
              </a:solidFill>
              <a:latin typeface="微软雅黑" panose="020B0503020204020204" pitchFamily="34" charset="-122"/>
              <a:ea typeface="微软雅黑" panose="020B0503020204020204" pitchFamily="34" charset="-122"/>
            </a:endParaRPr>
          </a:p>
        </p:txBody>
      </p:sp>
      <p:grpSp>
        <p:nvGrpSpPr>
          <p:cNvPr id="45" name="原创设计师QQ598969553          _7"/>
          <p:cNvGrpSpPr/>
          <p:nvPr/>
        </p:nvGrpSpPr>
        <p:grpSpPr>
          <a:xfrm rot="5400000">
            <a:off x="1281760" y="1935317"/>
            <a:ext cx="1116508" cy="1259752"/>
            <a:chOff x="4468733" y="2771468"/>
            <a:chExt cx="1487127" cy="1677919"/>
          </a:xfrm>
        </p:grpSpPr>
        <p:sp>
          <p:nvSpPr>
            <p:cNvPr id="46" name="Freeform 5"/>
            <p:cNvSpPr>
              <a:spLocks/>
            </p:cNvSpPr>
            <p:nvPr/>
          </p:nvSpPr>
          <p:spPr bwMode="auto">
            <a:xfrm rot="5400000">
              <a:off x="4373337" y="2866864"/>
              <a:ext cx="1677919" cy="148712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0">
                  <a:schemeClr val="bg1"/>
                </a:gs>
                <a:gs pos="100000">
                  <a:srgbClr val="DCDCDC"/>
                </a:gs>
              </a:gsLst>
              <a:lin ang="2700000" scaled="0"/>
            </a:gradFill>
            <a:ln w="19050">
              <a:gradFill>
                <a:gsLst>
                  <a:gs pos="0">
                    <a:srgbClr val="ADADAD"/>
                  </a:gs>
                  <a:gs pos="66000">
                    <a:schemeClr val="bg1"/>
                  </a:gs>
                </a:gsLst>
                <a:lin ang="2700000" scaled="0"/>
              </a:gradFill>
            </a:ln>
            <a:effectLst>
              <a:outerShdw blurRad="1143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a:p>
          </p:txBody>
        </p:sp>
        <p:sp>
          <p:nvSpPr>
            <p:cNvPr id="47" name="Freeform 5"/>
            <p:cNvSpPr>
              <a:spLocks/>
            </p:cNvSpPr>
            <p:nvPr/>
          </p:nvSpPr>
          <p:spPr bwMode="auto">
            <a:xfrm rot="5400000">
              <a:off x="4600909" y="3068559"/>
              <a:ext cx="1222771" cy="108373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1"/>
            </a:solidFill>
            <a:ln w="15875">
              <a:noFill/>
            </a:ln>
            <a:effectLst>
              <a:innerShdw blurRad="63500" dist="25400" dir="2700000">
                <a:prstClr val="black">
                  <a:alpha val="50000"/>
                </a:prstClr>
              </a:innerShdw>
            </a:effectLst>
          </p:spPr>
          <p:txBody>
            <a:bodyPr vert="horz" wrap="square" lIns="91440" tIns="45720" rIns="91440" bIns="45720" numCol="1" anchor="t" anchorCtr="0" compatLnSpc="1">
              <a:prstTxWarp prst="textNoShape">
                <a:avLst/>
              </a:prstTxWarp>
            </a:bodyPr>
            <a:lstStyle/>
            <a:p>
              <a:endParaRPr lang="zh-CN" altLang="en-US">
                <a:solidFill>
                  <a:srgbClr val="C00000"/>
                </a:solidFill>
              </a:endParaRPr>
            </a:p>
          </p:txBody>
        </p:sp>
      </p:grpSp>
      <p:grpSp>
        <p:nvGrpSpPr>
          <p:cNvPr id="48" name="原创设计师QQ598969553          _8"/>
          <p:cNvGrpSpPr/>
          <p:nvPr/>
        </p:nvGrpSpPr>
        <p:grpSpPr>
          <a:xfrm rot="5400000">
            <a:off x="3117598" y="1935316"/>
            <a:ext cx="1116508" cy="1259752"/>
            <a:chOff x="4468733" y="2771468"/>
            <a:chExt cx="1487127" cy="1677919"/>
          </a:xfrm>
        </p:grpSpPr>
        <p:sp>
          <p:nvSpPr>
            <p:cNvPr id="49" name="Freeform 5"/>
            <p:cNvSpPr>
              <a:spLocks/>
            </p:cNvSpPr>
            <p:nvPr/>
          </p:nvSpPr>
          <p:spPr bwMode="auto">
            <a:xfrm rot="5400000">
              <a:off x="4373337" y="2866864"/>
              <a:ext cx="1677919" cy="148712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0">
                  <a:schemeClr val="bg1"/>
                </a:gs>
                <a:gs pos="100000">
                  <a:srgbClr val="DCDCDC"/>
                </a:gs>
              </a:gsLst>
              <a:lin ang="2700000" scaled="0"/>
            </a:gradFill>
            <a:ln w="19050">
              <a:gradFill>
                <a:gsLst>
                  <a:gs pos="0">
                    <a:srgbClr val="ADADAD"/>
                  </a:gs>
                  <a:gs pos="66000">
                    <a:schemeClr val="bg1"/>
                  </a:gs>
                </a:gsLst>
                <a:lin ang="2700000" scaled="0"/>
              </a:gradFill>
            </a:ln>
            <a:effectLst>
              <a:outerShdw blurRad="1143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a:p>
          </p:txBody>
        </p:sp>
        <p:sp>
          <p:nvSpPr>
            <p:cNvPr id="50" name="Freeform 5"/>
            <p:cNvSpPr>
              <a:spLocks/>
            </p:cNvSpPr>
            <p:nvPr/>
          </p:nvSpPr>
          <p:spPr bwMode="auto">
            <a:xfrm rot="5400000">
              <a:off x="4600910" y="3068560"/>
              <a:ext cx="1222771" cy="108373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2"/>
            </a:solidFill>
            <a:ln w="15875">
              <a:noFill/>
            </a:ln>
            <a:effectLst>
              <a:innerShdw blurRad="63500" dist="25400" dir="2700000">
                <a:prstClr val="black">
                  <a:alpha val="50000"/>
                </a:prstClr>
              </a:innerShdw>
            </a:effectLst>
          </p:spPr>
          <p:txBody>
            <a:bodyPr vert="horz" wrap="square" lIns="91440" tIns="45720" rIns="91440" bIns="45720" numCol="1" anchor="t" anchorCtr="0" compatLnSpc="1">
              <a:prstTxWarp prst="textNoShape">
                <a:avLst/>
              </a:prstTxWarp>
            </a:bodyPr>
            <a:lstStyle/>
            <a:p>
              <a:endParaRPr lang="zh-CN" altLang="en-US"/>
            </a:p>
          </p:txBody>
        </p:sp>
      </p:grpSp>
      <p:grpSp>
        <p:nvGrpSpPr>
          <p:cNvPr id="51" name="原创设计师QQ598969553          _9"/>
          <p:cNvGrpSpPr/>
          <p:nvPr/>
        </p:nvGrpSpPr>
        <p:grpSpPr>
          <a:xfrm rot="5400000">
            <a:off x="4938922" y="1935316"/>
            <a:ext cx="1116508" cy="1259752"/>
            <a:chOff x="4468733" y="2771468"/>
            <a:chExt cx="1487127" cy="1677919"/>
          </a:xfrm>
        </p:grpSpPr>
        <p:sp>
          <p:nvSpPr>
            <p:cNvPr id="52" name="Freeform 5"/>
            <p:cNvSpPr>
              <a:spLocks/>
            </p:cNvSpPr>
            <p:nvPr/>
          </p:nvSpPr>
          <p:spPr bwMode="auto">
            <a:xfrm rot="5400000">
              <a:off x="4373337" y="2866864"/>
              <a:ext cx="1677919" cy="148712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0">
                  <a:schemeClr val="bg1"/>
                </a:gs>
                <a:gs pos="100000">
                  <a:srgbClr val="DCDCDC"/>
                </a:gs>
              </a:gsLst>
              <a:lin ang="2700000" scaled="0"/>
            </a:gradFill>
            <a:ln w="19050">
              <a:gradFill>
                <a:gsLst>
                  <a:gs pos="0">
                    <a:srgbClr val="ADADAD"/>
                  </a:gs>
                  <a:gs pos="66000">
                    <a:schemeClr val="bg1"/>
                  </a:gs>
                </a:gsLst>
                <a:lin ang="2700000" scaled="0"/>
              </a:gradFill>
            </a:ln>
            <a:effectLst>
              <a:outerShdw blurRad="1143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a:p>
          </p:txBody>
        </p:sp>
        <p:sp>
          <p:nvSpPr>
            <p:cNvPr id="53" name="Freeform 5"/>
            <p:cNvSpPr>
              <a:spLocks/>
            </p:cNvSpPr>
            <p:nvPr/>
          </p:nvSpPr>
          <p:spPr bwMode="auto">
            <a:xfrm rot="5400000">
              <a:off x="4600910" y="3068560"/>
              <a:ext cx="1222771" cy="108373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1"/>
            </a:solidFill>
            <a:ln w="15875">
              <a:noFill/>
            </a:ln>
            <a:effectLst>
              <a:innerShdw blurRad="63500" dist="25400" dir="2700000">
                <a:prstClr val="black">
                  <a:alpha val="50000"/>
                </a:prstClr>
              </a:innerShdw>
            </a:effectLst>
          </p:spPr>
          <p:txBody>
            <a:bodyPr vert="horz" wrap="square" lIns="91440" tIns="45720" rIns="91440" bIns="45720" numCol="1" anchor="t" anchorCtr="0" compatLnSpc="1">
              <a:prstTxWarp prst="textNoShape">
                <a:avLst/>
              </a:prstTxWarp>
            </a:bodyPr>
            <a:lstStyle/>
            <a:p>
              <a:endParaRPr lang="zh-CN" altLang="en-US"/>
            </a:p>
          </p:txBody>
        </p:sp>
      </p:grpSp>
      <p:grpSp>
        <p:nvGrpSpPr>
          <p:cNvPr id="54" name="原创设计师QQ598969553          _10"/>
          <p:cNvGrpSpPr/>
          <p:nvPr/>
        </p:nvGrpSpPr>
        <p:grpSpPr>
          <a:xfrm rot="5400000">
            <a:off x="6745733" y="1935316"/>
            <a:ext cx="1116508" cy="1259752"/>
            <a:chOff x="4468733" y="2771468"/>
            <a:chExt cx="1487127" cy="1677919"/>
          </a:xfrm>
        </p:grpSpPr>
        <p:sp>
          <p:nvSpPr>
            <p:cNvPr id="55" name="Freeform 5"/>
            <p:cNvSpPr>
              <a:spLocks/>
            </p:cNvSpPr>
            <p:nvPr/>
          </p:nvSpPr>
          <p:spPr bwMode="auto">
            <a:xfrm rot="5400000">
              <a:off x="4373337" y="2866864"/>
              <a:ext cx="1677919" cy="148712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0">
                  <a:schemeClr val="bg1"/>
                </a:gs>
                <a:gs pos="100000">
                  <a:srgbClr val="DCDCDC"/>
                </a:gs>
              </a:gsLst>
              <a:lin ang="2700000" scaled="0"/>
            </a:gradFill>
            <a:ln w="19050">
              <a:gradFill>
                <a:gsLst>
                  <a:gs pos="0">
                    <a:srgbClr val="ADADAD"/>
                  </a:gs>
                  <a:gs pos="66000">
                    <a:schemeClr val="bg1"/>
                  </a:gs>
                </a:gsLst>
                <a:lin ang="2700000" scaled="0"/>
              </a:gradFill>
            </a:ln>
            <a:effectLst>
              <a:outerShdw blurRad="1143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a:p>
          </p:txBody>
        </p:sp>
        <p:sp>
          <p:nvSpPr>
            <p:cNvPr id="56" name="Freeform 5"/>
            <p:cNvSpPr>
              <a:spLocks/>
            </p:cNvSpPr>
            <p:nvPr/>
          </p:nvSpPr>
          <p:spPr bwMode="auto">
            <a:xfrm rot="5400000">
              <a:off x="4600910" y="3068560"/>
              <a:ext cx="1222771" cy="108373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2"/>
            </a:solidFill>
            <a:ln w="15875">
              <a:noFill/>
            </a:ln>
            <a:effectLst>
              <a:innerShdw blurRad="63500" dist="25400" dir="2700000">
                <a:prstClr val="black">
                  <a:alpha val="50000"/>
                </a:prstClr>
              </a:innerShdw>
            </a:effectLst>
          </p:spPr>
          <p:txBody>
            <a:bodyPr vert="horz" wrap="square" lIns="91440" tIns="45720" rIns="91440" bIns="45720" numCol="1" anchor="t" anchorCtr="0" compatLnSpc="1">
              <a:prstTxWarp prst="textNoShape">
                <a:avLst/>
              </a:prstTxWarp>
            </a:bodyPr>
            <a:lstStyle/>
            <a:p>
              <a:endParaRPr lang="zh-CN" altLang="en-US"/>
            </a:p>
          </p:txBody>
        </p:sp>
      </p:grpSp>
      <p:sp>
        <p:nvSpPr>
          <p:cNvPr id="57" name="原创设计师QQ598969553          _11"/>
          <p:cNvSpPr>
            <a:spLocks noEditPoints="1"/>
          </p:cNvSpPr>
          <p:nvPr/>
        </p:nvSpPr>
        <p:spPr bwMode="auto">
          <a:xfrm>
            <a:off x="1629976" y="2443181"/>
            <a:ext cx="420074" cy="244020"/>
          </a:xfrm>
          <a:custGeom>
            <a:avLst/>
            <a:gdLst>
              <a:gd name="T0" fmla="*/ 712 w 739"/>
              <a:gd name="T1" fmla="*/ 36 h 492"/>
              <a:gd name="T2" fmla="*/ 712 w 739"/>
              <a:gd name="T3" fmla="*/ 404 h 492"/>
              <a:gd name="T4" fmla="*/ 702 w 739"/>
              <a:gd name="T5" fmla="*/ 404 h 492"/>
              <a:gd name="T6" fmla="*/ 678 w 739"/>
              <a:gd name="T7" fmla="*/ 403 h 492"/>
              <a:gd name="T8" fmla="*/ 373 w 739"/>
              <a:gd name="T9" fmla="*/ 480 h 492"/>
              <a:gd name="T10" fmla="*/ 369 w 739"/>
              <a:gd name="T11" fmla="*/ 482 h 492"/>
              <a:gd name="T12" fmla="*/ 365 w 739"/>
              <a:gd name="T13" fmla="*/ 480 h 492"/>
              <a:gd name="T14" fmla="*/ 60 w 739"/>
              <a:gd name="T15" fmla="*/ 403 h 492"/>
              <a:gd name="T16" fmla="*/ 37 w 739"/>
              <a:gd name="T17" fmla="*/ 404 h 492"/>
              <a:gd name="T18" fmla="*/ 26 w 739"/>
              <a:gd name="T19" fmla="*/ 404 h 492"/>
              <a:gd name="T20" fmla="*/ 26 w 739"/>
              <a:gd name="T21" fmla="*/ 36 h 492"/>
              <a:gd name="T22" fmla="*/ 0 w 739"/>
              <a:gd name="T23" fmla="*/ 36 h 492"/>
              <a:gd name="T24" fmla="*/ 0 w 739"/>
              <a:gd name="T25" fmla="*/ 418 h 492"/>
              <a:gd name="T26" fmla="*/ 369 w 739"/>
              <a:gd name="T27" fmla="*/ 492 h 492"/>
              <a:gd name="T28" fmla="*/ 739 w 739"/>
              <a:gd name="T29" fmla="*/ 418 h 492"/>
              <a:gd name="T30" fmla="*/ 739 w 739"/>
              <a:gd name="T31" fmla="*/ 36 h 492"/>
              <a:gd name="T32" fmla="*/ 712 w 739"/>
              <a:gd name="T33" fmla="*/ 36 h 492"/>
              <a:gd name="T34" fmla="*/ 357 w 739"/>
              <a:gd name="T35" fmla="*/ 418 h 492"/>
              <a:gd name="T36" fmla="*/ 357 w 739"/>
              <a:gd name="T37" fmla="*/ 82 h 492"/>
              <a:gd name="T38" fmla="*/ 101 w 739"/>
              <a:gd name="T39" fmla="*/ 2 h 492"/>
              <a:gd name="T40" fmla="*/ 101 w 739"/>
              <a:gd name="T41" fmla="*/ 352 h 492"/>
              <a:gd name="T42" fmla="*/ 111 w 739"/>
              <a:gd name="T43" fmla="*/ 352 h 492"/>
              <a:gd name="T44" fmla="*/ 357 w 739"/>
              <a:gd name="T45" fmla="*/ 418 h 492"/>
              <a:gd name="T46" fmla="*/ 638 w 739"/>
              <a:gd name="T47" fmla="*/ 352 h 492"/>
              <a:gd name="T48" fmla="*/ 638 w 739"/>
              <a:gd name="T49" fmla="*/ 2 h 492"/>
              <a:gd name="T50" fmla="*/ 382 w 739"/>
              <a:gd name="T51" fmla="*/ 82 h 492"/>
              <a:gd name="T52" fmla="*/ 382 w 739"/>
              <a:gd name="T53" fmla="*/ 418 h 492"/>
              <a:gd name="T54" fmla="*/ 628 w 739"/>
              <a:gd name="T55" fmla="*/ 352 h 492"/>
              <a:gd name="T56" fmla="*/ 638 w 739"/>
              <a:gd name="T57" fmla="*/ 352 h 492"/>
              <a:gd name="T58" fmla="*/ 369 w 739"/>
              <a:gd name="T59" fmla="*/ 473 h 492"/>
              <a:gd name="T60" fmla="*/ 695 w 739"/>
              <a:gd name="T61" fmla="*/ 395 h 492"/>
              <a:gd name="T62" fmla="*/ 695 w 739"/>
              <a:gd name="T63" fmla="*/ 7 h 492"/>
              <a:gd name="T64" fmla="*/ 655 w 739"/>
              <a:gd name="T65" fmla="*/ 7 h 492"/>
              <a:gd name="T66" fmla="*/ 655 w 739"/>
              <a:gd name="T67" fmla="*/ 370 h 492"/>
              <a:gd name="T68" fmla="*/ 645 w 739"/>
              <a:gd name="T69" fmla="*/ 370 h 492"/>
              <a:gd name="T70" fmla="*/ 626 w 739"/>
              <a:gd name="T71" fmla="*/ 369 h 492"/>
              <a:gd name="T72" fmla="*/ 376 w 739"/>
              <a:gd name="T73" fmla="*/ 441 h 492"/>
              <a:gd name="T74" fmla="*/ 369 w 739"/>
              <a:gd name="T75" fmla="*/ 445 h 492"/>
              <a:gd name="T76" fmla="*/ 363 w 739"/>
              <a:gd name="T77" fmla="*/ 441 h 492"/>
              <a:gd name="T78" fmla="*/ 113 w 739"/>
              <a:gd name="T79" fmla="*/ 369 h 492"/>
              <a:gd name="T80" fmla="*/ 93 w 739"/>
              <a:gd name="T81" fmla="*/ 370 h 492"/>
              <a:gd name="T82" fmla="*/ 83 w 739"/>
              <a:gd name="T83" fmla="*/ 370 h 492"/>
              <a:gd name="T84" fmla="*/ 83 w 739"/>
              <a:gd name="T85" fmla="*/ 7 h 492"/>
              <a:gd name="T86" fmla="*/ 44 w 739"/>
              <a:gd name="T87" fmla="*/ 7 h 492"/>
              <a:gd name="T88" fmla="*/ 44 w 739"/>
              <a:gd name="T89" fmla="*/ 395 h 492"/>
              <a:gd name="T90" fmla="*/ 369 w 739"/>
              <a:gd name="T91" fmla="*/ 473 h 4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39" h="492">
                <a:moveTo>
                  <a:pt x="712" y="36"/>
                </a:moveTo>
                <a:lnTo>
                  <a:pt x="712" y="404"/>
                </a:lnTo>
                <a:lnTo>
                  <a:pt x="702" y="404"/>
                </a:lnTo>
                <a:cubicBezTo>
                  <a:pt x="694" y="404"/>
                  <a:pt x="686" y="403"/>
                  <a:pt x="678" y="403"/>
                </a:cubicBezTo>
                <a:cubicBezTo>
                  <a:pt x="576" y="403"/>
                  <a:pt x="467" y="430"/>
                  <a:pt x="373" y="480"/>
                </a:cubicBezTo>
                <a:lnTo>
                  <a:pt x="369" y="482"/>
                </a:lnTo>
                <a:lnTo>
                  <a:pt x="365" y="480"/>
                </a:lnTo>
                <a:cubicBezTo>
                  <a:pt x="271" y="430"/>
                  <a:pt x="163" y="403"/>
                  <a:pt x="60" y="403"/>
                </a:cubicBezTo>
                <a:cubicBezTo>
                  <a:pt x="52" y="403"/>
                  <a:pt x="45" y="404"/>
                  <a:pt x="37" y="404"/>
                </a:cubicBezTo>
                <a:lnTo>
                  <a:pt x="26" y="404"/>
                </a:lnTo>
                <a:lnTo>
                  <a:pt x="26" y="36"/>
                </a:lnTo>
                <a:cubicBezTo>
                  <a:pt x="17" y="36"/>
                  <a:pt x="9" y="36"/>
                  <a:pt x="0" y="36"/>
                </a:cubicBezTo>
                <a:lnTo>
                  <a:pt x="0" y="418"/>
                </a:lnTo>
                <a:cubicBezTo>
                  <a:pt x="123" y="415"/>
                  <a:pt x="254" y="442"/>
                  <a:pt x="369" y="492"/>
                </a:cubicBezTo>
                <a:cubicBezTo>
                  <a:pt x="484" y="442"/>
                  <a:pt x="616" y="415"/>
                  <a:pt x="739" y="418"/>
                </a:cubicBezTo>
                <a:lnTo>
                  <a:pt x="739" y="36"/>
                </a:lnTo>
                <a:cubicBezTo>
                  <a:pt x="730" y="36"/>
                  <a:pt x="721" y="36"/>
                  <a:pt x="712" y="36"/>
                </a:cubicBezTo>
                <a:close/>
                <a:moveTo>
                  <a:pt x="357" y="418"/>
                </a:moveTo>
                <a:lnTo>
                  <a:pt x="357" y="82"/>
                </a:lnTo>
                <a:cubicBezTo>
                  <a:pt x="277" y="28"/>
                  <a:pt x="186" y="0"/>
                  <a:pt x="101" y="2"/>
                </a:cubicBezTo>
                <a:lnTo>
                  <a:pt x="101" y="352"/>
                </a:lnTo>
                <a:cubicBezTo>
                  <a:pt x="104" y="352"/>
                  <a:pt x="107" y="352"/>
                  <a:pt x="111" y="352"/>
                </a:cubicBezTo>
                <a:cubicBezTo>
                  <a:pt x="193" y="352"/>
                  <a:pt x="280" y="375"/>
                  <a:pt x="357" y="418"/>
                </a:cubicBezTo>
                <a:close/>
                <a:moveTo>
                  <a:pt x="638" y="352"/>
                </a:moveTo>
                <a:lnTo>
                  <a:pt x="638" y="2"/>
                </a:lnTo>
                <a:cubicBezTo>
                  <a:pt x="552" y="0"/>
                  <a:pt x="461" y="28"/>
                  <a:pt x="382" y="82"/>
                </a:cubicBezTo>
                <a:lnTo>
                  <a:pt x="382" y="418"/>
                </a:lnTo>
                <a:cubicBezTo>
                  <a:pt x="459" y="375"/>
                  <a:pt x="545" y="352"/>
                  <a:pt x="628" y="352"/>
                </a:cubicBezTo>
                <a:cubicBezTo>
                  <a:pt x="631" y="352"/>
                  <a:pt x="635" y="352"/>
                  <a:pt x="638" y="352"/>
                </a:cubicBezTo>
                <a:close/>
                <a:moveTo>
                  <a:pt x="369" y="473"/>
                </a:moveTo>
                <a:cubicBezTo>
                  <a:pt x="473" y="417"/>
                  <a:pt x="590" y="391"/>
                  <a:pt x="695" y="395"/>
                </a:cubicBezTo>
                <a:lnTo>
                  <a:pt x="695" y="7"/>
                </a:lnTo>
                <a:cubicBezTo>
                  <a:pt x="682" y="6"/>
                  <a:pt x="669" y="6"/>
                  <a:pt x="655" y="7"/>
                </a:cubicBezTo>
                <a:lnTo>
                  <a:pt x="655" y="370"/>
                </a:lnTo>
                <a:lnTo>
                  <a:pt x="645" y="370"/>
                </a:lnTo>
                <a:cubicBezTo>
                  <a:pt x="639" y="369"/>
                  <a:pt x="632" y="369"/>
                  <a:pt x="626" y="369"/>
                </a:cubicBezTo>
                <a:cubicBezTo>
                  <a:pt x="542" y="369"/>
                  <a:pt x="453" y="395"/>
                  <a:pt x="376" y="441"/>
                </a:cubicBezTo>
                <a:lnTo>
                  <a:pt x="369" y="445"/>
                </a:lnTo>
                <a:lnTo>
                  <a:pt x="363" y="441"/>
                </a:lnTo>
                <a:cubicBezTo>
                  <a:pt x="286" y="395"/>
                  <a:pt x="197" y="369"/>
                  <a:pt x="113" y="369"/>
                </a:cubicBezTo>
                <a:cubicBezTo>
                  <a:pt x="106" y="369"/>
                  <a:pt x="100" y="369"/>
                  <a:pt x="93" y="370"/>
                </a:cubicBezTo>
                <a:lnTo>
                  <a:pt x="83" y="370"/>
                </a:lnTo>
                <a:lnTo>
                  <a:pt x="83" y="7"/>
                </a:lnTo>
                <a:cubicBezTo>
                  <a:pt x="70" y="6"/>
                  <a:pt x="57" y="6"/>
                  <a:pt x="44" y="7"/>
                </a:cubicBezTo>
                <a:lnTo>
                  <a:pt x="44" y="395"/>
                </a:lnTo>
                <a:cubicBezTo>
                  <a:pt x="148" y="391"/>
                  <a:pt x="265" y="417"/>
                  <a:pt x="369" y="47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53" tIns="34277" rIns="68553" bIns="34277" numCol="1" anchor="t" anchorCtr="0" compatLnSpc="1">
            <a:prstTxWarp prst="textNoShape">
              <a:avLst/>
            </a:prstTxWarp>
          </a:bodyPr>
          <a:lstStyle/>
          <a:p>
            <a:endParaRPr lang="zh-CN" altLang="en-US"/>
          </a:p>
        </p:txBody>
      </p:sp>
      <p:sp>
        <p:nvSpPr>
          <p:cNvPr id="58" name="原创设计师QQ598969553          _12"/>
          <p:cNvSpPr>
            <a:spLocks noEditPoints="1"/>
          </p:cNvSpPr>
          <p:nvPr/>
        </p:nvSpPr>
        <p:spPr bwMode="auto">
          <a:xfrm>
            <a:off x="3515672" y="2376506"/>
            <a:ext cx="332598" cy="377370"/>
          </a:xfrm>
          <a:custGeom>
            <a:avLst/>
            <a:gdLst>
              <a:gd name="T0" fmla="*/ 402 w 630"/>
              <a:gd name="T1" fmla="*/ 89 h 711"/>
              <a:gd name="T2" fmla="*/ 313 w 630"/>
              <a:gd name="T3" fmla="*/ 178 h 711"/>
              <a:gd name="T4" fmla="*/ 223 w 630"/>
              <a:gd name="T5" fmla="*/ 178 h 711"/>
              <a:gd name="T6" fmla="*/ 134 w 630"/>
              <a:gd name="T7" fmla="*/ 89 h 711"/>
              <a:gd name="T8" fmla="*/ 223 w 630"/>
              <a:gd name="T9" fmla="*/ 0 h 711"/>
              <a:gd name="T10" fmla="*/ 313 w 630"/>
              <a:gd name="T11" fmla="*/ 0 h 711"/>
              <a:gd name="T12" fmla="*/ 402 w 630"/>
              <a:gd name="T13" fmla="*/ 89 h 711"/>
              <a:gd name="T14" fmla="*/ 445 w 630"/>
              <a:gd name="T15" fmla="*/ 89 h 711"/>
              <a:gd name="T16" fmla="*/ 446 w 630"/>
              <a:gd name="T17" fmla="*/ 109 h 711"/>
              <a:gd name="T18" fmla="*/ 335 w 630"/>
              <a:gd name="T19" fmla="*/ 221 h 711"/>
              <a:gd name="T20" fmla="*/ 201 w 630"/>
              <a:gd name="T21" fmla="*/ 221 h 711"/>
              <a:gd name="T22" fmla="*/ 90 w 630"/>
              <a:gd name="T23" fmla="*/ 109 h 711"/>
              <a:gd name="T24" fmla="*/ 92 w 630"/>
              <a:gd name="T25" fmla="*/ 89 h 711"/>
              <a:gd name="T26" fmla="*/ 0 w 630"/>
              <a:gd name="T27" fmla="*/ 198 h 711"/>
              <a:gd name="T28" fmla="*/ 0 w 630"/>
              <a:gd name="T29" fmla="*/ 600 h 711"/>
              <a:gd name="T30" fmla="*/ 112 w 630"/>
              <a:gd name="T31" fmla="*/ 711 h 711"/>
              <a:gd name="T32" fmla="*/ 409 w 630"/>
              <a:gd name="T33" fmla="*/ 711 h 711"/>
              <a:gd name="T34" fmla="*/ 288 w 630"/>
              <a:gd name="T35" fmla="*/ 528 h 711"/>
              <a:gd name="T36" fmla="*/ 487 w 630"/>
              <a:gd name="T37" fmla="*/ 328 h 711"/>
              <a:gd name="T38" fmla="*/ 536 w 630"/>
              <a:gd name="T39" fmla="*/ 335 h 711"/>
              <a:gd name="T40" fmla="*/ 536 w 630"/>
              <a:gd name="T41" fmla="*/ 198 h 711"/>
              <a:gd name="T42" fmla="*/ 445 w 630"/>
              <a:gd name="T43" fmla="*/ 89 h 711"/>
              <a:gd name="T44" fmla="*/ 251 w 630"/>
              <a:gd name="T45" fmla="*/ 446 h 711"/>
              <a:gd name="T46" fmla="*/ 251 w 630"/>
              <a:gd name="T47" fmla="*/ 446 h 711"/>
              <a:gd name="T48" fmla="*/ 112 w 630"/>
              <a:gd name="T49" fmla="*/ 446 h 711"/>
              <a:gd name="T50" fmla="*/ 90 w 630"/>
              <a:gd name="T51" fmla="*/ 423 h 711"/>
              <a:gd name="T52" fmla="*/ 112 w 630"/>
              <a:gd name="T53" fmla="*/ 401 h 711"/>
              <a:gd name="T54" fmla="*/ 251 w 630"/>
              <a:gd name="T55" fmla="*/ 401 h 711"/>
              <a:gd name="T56" fmla="*/ 274 w 630"/>
              <a:gd name="T57" fmla="*/ 423 h 711"/>
              <a:gd name="T58" fmla="*/ 251 w 630"/>
              <a:gd name="T59" fmla="*/ 446 h 711"/>
              <a:gd name="T60" fmla="*/ 296 w 630"/>
              <a:gd name="T61" fmla="*/ 356 h 711"/>
              <a:gd name="T62" fmla="*/ 296 w 630"/>
              <a:gd name="T63" fmla="*/ 356 h 711"/>
              <a:gd name="T64" fmla="*/ 112 w 630"/>
              <a:gd name="T65" fmla="*/ 356 h 711"/>
              <a:gd name="T66" fmla="*/ 90 w 630"/>
              <a:gd name="T67" fmla="*/ 334 h 711"/>
              <a:gd name="T68" fmla="*/ 112 w 630"/>
              <a:gd name="T69" fmla="*/ 312 h 711"/>
              <a:gd name="T70" fmla="*/ 296 w 630"/>
              <a:gd name="T71" fmla="*/ 312 h 711"/>
              <a:gd name="T72" fmla="*/ 318 w 630"/>
              <a:gd name="T73" fmla="*/ 334 h 711"/>
              <a:gd name="T74" fmla="*/ 296 w 630"/>
              <a:gd name="T75" fmla="*/ 356 h 711"/>
              <a:gd name="T76" fmla="*/ 524 w 630"/>
              <a:gd name="T77" fmla="*/ 390 h 711"/>
              <a:gd name="T78" fmla="*/ 488 w 630"/>
              <a:gd name="T79" fmla="*/ 385 h 711"/>
              <a:gd name="T80" fmla="*/ 346 w 630"/>
              <a:gd name="T81" fmla="*/ 527 h 711"/>
              <a:gd name="T82" fmla="*/ 458 w 630"/>
              <a:gd name="T83" fmla="*/ 666 h 711"/>
              <a:gd name="T84" fmla="*/ 488 w 630"/>
              <a:gd name="T85" fmla="*/ 669 h 711"/>
              <a:gd name="T86" fmla="*/ 630 w 630"/>
              <a:gd name="T87" fmla="*/ 527 h 711"/>
              <a:gd name="T88" fmla="*/ 524 w 630"/>
              <a:gd name="T89" fmla="*/ 390 h 711"/>
              <a:gd name="T90" fmla="*/ 569 w 630"/>
              <a:gd name="T91" fmla="*/ 507 h 711"/>
              <a:gd name="T92" fmla="*/ 569 w 630"/>
              <a:gd name="T93" fmla="*/ 507 h 711"/>
              <a:gd name="T94" fmla="*/ 524 w 630"/>
              <a:gd name="T95" fmla="*/ 552 h 711"/>
              <a:gd name="T96" fmla="*/ 488 w 630"/>
              <a:gd name="T97" fmla="*/ 588 h 711"/>
              <a:gd name="T98" fmla="*/ 448 w 630"/>
              <a:gd name="T99" fmla="*/ 588 h 711"/>
              <a:gd name="T100" fmla="*/ 408 w 630"/>
              <a:gd name="T101" fmla="*/ 547 h 711"/>
              <a:gd name="T102" fmla="*/ 408 w 630"/>
              <a:gd name="T103" fmla="*/ 507 h 711"/>
              <a:gd name="T104" fmla="*/ 448 w 630"/>
              <a:gd name="T105" fmla="*/ 507 h 711"/>
              <a:gd name="T106" fmla="*/ 468 w 630"/>
              <a:gd name="T107" fmla="*/ 527 h 711"/>
              <a:gd name="T108" fmla="*/ 524 w 630"/>
              <a:gd name="T109" fmla="*/ 472 h 711"/>
              <a:gd name="T110" fmla="*/ 528 w 630"/>
              <a:gd name="T111" fmla="*/ 467 h 711"/>
              <a:gd name="T112" fmla="*/ 569 w 630"/>
              <a:gd name="T113" fmla="*/ 467 h 711"/>
              <a:gd name="T114" fmla="*/ 569 w 630"/>
              <a:gd name="T115" fmla="*/ 507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30" h="711">
                <a:moveTo>
                  <a:pt x="402" y="89"/>
                </a:moveTo>
                <a:cubicBezTo>
                  <a:pt x="402" y="138"/>
                  <a:pt x="362" y="178"/>
                  <a:pt x="313" y="178"/>
                </a:cubicBezTo>
                <a:lnTo>
                  <a:pt x="223" y="178"/>
                </a:lnTo>
                <a:cubicBezTo>
                  <a:pt x="174" y="178"/>
                  <a:pt x="134" y="138"/>
                  <a:pt x="134" y="89"/>
                </a:cubicBezTo>
                <a:cubicBezTo>
                  <a:pt x="134" y="39"/>
                  <a:pt x="174" y="0"/>
                  <a:pt x="223" y="0"/>
                </a:cubicBezTo>
                <a:lnTo>
                  <a:pt x="313" y="0"/>
                </a:lnTo>
                <a:cubicBezTo>
                  <a:pt x="362" y="0"/>
                  <a:pt x="402" y="39"/>
                  <a:pt x="402" y="89"/>
                </a:cubicBezTo>
                <a:close/>
                <a:moveTo>
                  <a:pt x="445" y="89"/>
                </a:moveTo>
                <a:cubicBezTo>
                  <a:pt x="446" y="95"/>
                  <a:pt x="446" y="102"/>
                  <a:pt x="446" y="109"/>
                </a:cubicBezTo>
                <a:cubicBezTo>
                  <a:pt x="446" y="171"/>
                  <a:pt x="397" y="221"/>
                  <a:pt x="335" y="221"/>
                </a:cubicBezTo>
                <a:lnTo>
                  <a:pt x="201" y="221"/>
                </a:lnTo>
                <a:cubicBezTo>
                  <a:pt x="140" y="221"/>
                  <a:pt x="90" y="171"/>
                  <a:pt x="90" y="109"/>
                </a:cubicBezTo>
                <a:cubicBezTo>
                  <a:pt x="90" y="102"/>
                  <a:pt x="90" y="95"/>
                  <a:pt x="92" y="89"/>
                </a:cubicBezTo>
                <a:cubicBezTo>
                  <a:pt x="40" y="98"/>
                  <a:pt x="0" y="144"/>
                  <a:pt x="0" y="198"/>
                </a:cubicBezTo>
                <a:lnTo>
                  <a:pt x="0" y="600"/>
                </a:lnTo>
                <a:cubicBezTo>
                  <a:pt x="0" y="661"/>
                  <a:pt x="50" y="711"/>
                  <a:pt x="112" y="711"/>
                </a:cubicBezTo>
                <a:lnTo>
                  <a:pt x="409" y="711"/>
                </a:lnTo>
                <a:cubicBezTo>
                  <a:pt x="338" y="681"/>
                  <a:pt x="288" y="610"/>
                  <a:pt x="288" y="528"/>
                </a:cubicBezTo>
                <a:cubicBezTo>
                  <a:pt x="288" y="418"/>
                  <a:pt x="377" y="328"/>
                  <a:pt x="487" y="328"/>
                </a:cubicBezTo>
                <a:cubicBezTo>
                  <a:pt x="504" y="328"/>
                  <a:pt x="520" y="331"/>
                  <a:pt x="536" y="335"/>
                </a:cubicBezTo>
                <a:lnTo>
                  <a:pt x="536" y="198"/>
                </a:lnTo>
                <a:cubicBezTo>
                  <a:pt x="536" y="144"/>
                  <a:pt x="496" y="98"/>
                  <a:pt x="445" y="89"/>
                </a:cubicBezTo>
                <a:close/>
                <a:moveTo>
                  <a:pt x="251" y="446"/>
                </a:moveTo>
                <a:lnTo>
                  <a:pt x="251" y="446"/>
                </a:lnTo>
                <a:lnTo>
                  <a:pt x="112" y="446"/>
                </a:lnTo>
                <a:cubicBezTo>
                  <a:pt x="100" y="446"/>
                  <a:pt x="90" y="436"/>
                  <a:pt x="90" y="423"/>
                </a:cubicBezTo>
                <a:cubicBezTo>
                  <a:pt x="90" y="411"/>
                  <a:pt x="100" y="401"/>
                  <a:pt x="112" y="401"/>
                </a:cubicBezTo>
                <a:lnTo>
                  <a:pt x="251" y="401"/>
                </a:lnTo>
                <a:cubicBezTo>
                  <a:pt x="264" y="401"/>
                  <a:pt x="274" y="411"/>
                  <a:pt x="274" y="423"/>
                </a:cubicBezTo>
                <a:cubicBezTo>
                  <a:pt x="274" y="436"/>
                  <a:pt x="264" y="446"/>
                  <a:pt x="251" y="446"/>
                </a:cubicBezTo>
                <a:close/>
                <a:moveTo>
                  <a:pt x="296" y="356"/>
                </a:moveTo>
                <a:lnTo>
                  <a:pt x="296" y="356"/>
                </a:lnTo>
                <a:lnTo>
                  <a:pt x="112" y="356"/>
                </a:lnTo>
                <a:cubicBezTo>
                  <a:pt x="100" y="356"/>
                  <a:pt x="90" y="346"/>
                  <a:pt x="90" y="334"/>
                </a:cubicBezTo>
                <a:cubicBezTo>
                  <a:pt x="90" y="322"/>
                  <a:pt x="100" y="312"/>
                  <a:pt x="112" y="312"/>
                </a:cubicBezTo>
                <a:lnTo>
                  <a:pt x="296" y="312"/>
                </a:lnTo>
                <a:cubicBezTo>
                  <a:pt x="308" y="312"/>
                  <a:pt x="318" y="322"/>
                  <a:pt x="318" y="334"/>
                </a:cubicBezTo>
                <a:cubicBezTo>
                  <a:pt x="318" y="346"/>
                  <a:pt x="308" y="356"/>
                  <a:pt x="296" y="356"/>
                </a:cubicBezTo>
                <a:close/>
                <a:moveTo>
                  <a:pt x="524" y="390"/>
                </a:moveTo>
                <a:cubicBezTo>
                  <a:pt x="512" y="387"/>
                  <a:pt x="501" y="385"/>
                  <a:pt x="488" y="385"/>
                </a:cubicBezTo>
                <a:cubicBezTo>
                  <a:pt x="410" y="385"/>
                  <a:pt x="346" y="449"/>
                  <a:pt x="346" y="527"/>
                </a:cubicBezTo>
                <a:cubicBezTo>
                  <a:pt x="346" y="596"/>
                  <a:pt x="394" y="652"/>
                  <a:pt x="458" y="666"/>
                </a:cubicBezTo>
                <a:cubicBezTo>
                  <a:pt x="468" y="668"/>
                  <a:pt x="478" y="669"/>
                  <a:pt x="488" y="669"/>
                </a:cubicBezTo>
                <a:cubicBezTo>
                  <a:pt x="567" y="669"/>
                  <a:pt x="630" y="606"/>
                  <a:pt x="630" y="527"/>
                </a:cubicBezTo>
                <a:cubicBezTo>
                  <a:pt x="630" y="461"/>
                  <a:pt x="585" y="405"/>
                  <a:pt x="524" y="390"/>
                </a:cubicBezTo>
                <a:close/>
                <a:moveTo>
                  <a:pt x="569" y="507"/>
                </a:moveTo>
                <a:lnTo>
                  <a:pt x="569" y="507"/>
                </a:lnTo>
                <a:lnTo>
                  <a:pt x="524" y="552"/>
                </a:lnTo>
                <a:lnTo>
                  <a:pt x="488" y="588"/>
                </a:lnTo>
                <a:cubicBezTo>
                  <a:pt x="477" y="599"/>
                  <a:pt x="459" y="599"/>
                  <a:pt x="448" y="588"/>
                </a:cubicBezTo>
                <a:lnTo>
                  <a:pt x="408" y="547"/>
                </a:lnTo>
                <a:cubicBezTo>
                  <a:pt x="397" y="536"/>
                  <a:pt x="397" y="518"/>
                  <a:pt x="408" y="507"/>
                </a:cubicBezTo>
                <a:cubicBezTo>
                  <a:pt x="419" y="496"/>
                  <a:pt x="437" y="496"/>
                  <a:pt x="448" y="507"/>
                </a:cubicBezTo>
                <a:lnTo>
                  <a:pt x="468" y="527"/>
                </a:lnTo>
                <a:lnTo>
                  <a:pt x="524" y="472"/>
                </a:lnTo>
                <a:lnTo>
                  <a:pt x="528" y="467"/>
                </a:lnTo>
                <a:cubicBezTo>
                  <a:pt x="540" y="456"/>
                  <a:pt x="558" y="456"/>
                  <a:pt x="569" y="467"/>
                </a:cubicBezTo>
                <a:cubicBezTo>
                  <a:pt x="580" y="478"/>
                  <a:pt x="580" y="496"/>
                  <a:pt x="569" y="50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53" tIns="34277" rIns="68553" bIns="34277" numCol="1" anchor="t" anchorCtr="0" compatLnSpc="1">
            <a:prstTxWarp prst="textNoShape">
              <a:avLst/>
            </a:prstTxWarp>
          </a:bodyPr>
          <a:lstStyle/>
          <a:p>
            <a:endParaRPr lang="zh-CN" altLang="en-US"/>
          </a:p>
        </p:txBody>
      </p:sp>
      <p:sp>
        <p:nvSpPr>
          <p:cNvPr id="59" name="原创设计师QQ598969553          _13"/>
          <p:cNvSpPr>
            <a:spLocks noEditPoints="1"/>
          </p:cNvSpPr>
          <p:nvPr/>
        </p:nvSpPr>
        <p:spPr bwMode="auto">
          <a:xfrm>
            <a:off x="5331739" y="2369899"/>
            <a:ext cx="330874" cy="354650"/>
          </a:xfrm>
          <a:custGeom>
            <a:avLst/>
            <a:gdLst>
              <a:gd name="T0" fmla="*/ 255 w 674"/>
              <a:gd name="T1" fmla="*/ 448 h 720"/>
              <a:gd name="T2" fmla="*/ 243 w 674"/>
              <a:gd name="T3" fmla="*/ 407 h 720"/>
              <a:gd name="T4" fmla="*/ 295 w 674"/>
              <a:gd name="T5" fmla="*/ 196 h 720"/>
              <a:gd name="T6" fmla="*/ 350 w 674"/>
              <a:gd name="T7" fmla="*/ 367 h 720"/>
              <a:gd name="T8" fmla="*/ 418 w 674"/>
              <a:gd name="T9" fmla="*/ 169 h 720"/>
              <a:gd name="T10" fmla="*/ 267 w 674"/>
              <a:gd name="T11" fmla="*/ 336 h 720"/>
              <a:gd name="T12" fmla="*/ 254 w 674"/>
              <a:gd name="T13" fmla="*/ 358 h 720"/>
              <a:gd name="T14" fmla="*/ 346 w 674"/>
              <a:gd name="T15" fmla="*/ 412 h 720"/>
              <a:gd name="T16" fmla="*/ 445 w 674"/>
              <a:gd name="T17" fmla="*/ 144 h 720"/>
              <a:gd name="T18" fmla="*/ 449 w 674"/>
              <a:gd name="T19" fmla="*/ 91 h 720"/>
              <a:gd name="T20" fmla="*/ 445 w 674"/>
              <a:gd name="T21" fmla="*/ 144 h 720"/>
              <a:gd name="T22" fmla="*/ 526 w 674"/>
              <a:gd name="T23" fmla="*/ 170 h 720"/>
              <a:gd name="T24" fmla="*/ 474 w 674"/>
              <a:gd name="T25" fmla="*/ 174 h 720"/>
              <a:gd name="T26" fmla="*/ 385 w 674"/>
              <a:gd name="T27" fmla="*/ 121 h 720"/>
              <a:gd name="T28" fmla="*/ 363 w 674"/>
              <a:gd name="T29" fmla="*/ 73 h 720"/>
              <a:gd name="T30" fmla="*/ 385 w 674"/>
              <a:gd name="T31" fmla="*/ 121 h 720"/>
              <a:gd name="T32" fmla="*/ 298 w 674"/>
              <a:gd name="T33" fmla="*/ 90 h 720"/>
              <a:gd name="T34" fmla="*/ 302 w 674"/>
              <a:gd name="T35" fmla="*/ 142 h 720"/>
              <a:gd name="T36" fmla="*/ 496 w 674"/>
              <a:gd name="T37" fmla="*/ 257 h 720"/>
              <a:gd name="T38" fmla="*/ 543 w 674"/>
              <a:gd name="T39" fmla="*/ 235 h 720"/>
              <a:gd name="T40" fmla="*/ 496 w 674"/>
              <a:gd name="T41" fmla="*/ 257 h 720"/>
              <a:gd name="T42" fmla="*/ 248 w 674"/>
              <a:gd name="T43" fmla="*/ 368 h 720"/>
              <a:gd name="T44" fmla="*/ 235 w 674"/>
              <a:gd name="T45" fmla="*/ 391 h 720"/>
              <a:gd name="T46" fmla="*/ 328 w 674"/>
              <a:gd name="T47" fmla="*/ 445 h 720"/>
              <a:gd name="T48" fmla="*/ 246 w 674"/>
              <a:gd name="T49" fmla="*/ 720 h 720"/>
              <a:gd name="T50" fmla="*/ 263 w 674"/>
              <a:gd name="T51" fmla="*/ 42 h 720"/>
              <a:gd name="T52" fmla="*/ 642 w 674"/>
              <a:gd name="T53" fmla="*/ 204 h 720"/>
              <a:gd name="T54" fmla="*/ 648 w 674"/>
              <a:gd name="T55" fmla="*/ 313 h 720"/>
              <a:gd name="T56" fmla="*/ 667 w 674"/>
              <a:gd name="T57" fmla="*/ 450 h 720"/>
              <a:gd name="T58" fmla="*/ 643 w 674"/>
              <a:gd name="T59" fmla="*/ 566 h 720"/>
              <a:gd name="T60" fmla="*/ 504 w 674"/>
              <a:gd name="T61" fmla="*/ 598 h 720"/>
              <a:gd name="T62" fmla="*/ 246 w 674"/>
              <a:gd name="T63" fmla="*/ 720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74" h="720">
                <a:moveTo>
                  <a:pt x="243" y="407"/>
                </a:moveTo>
                <a:cubicBezTo>
                  <a:pt x="236" y="421"/>
                  <a:pt x="241" y="439"/>
                  <a:pt x="255" y="448"/>
                </a:cubicBezTo>
                <a:cubicBezTo>
                  <a:pt x="267" y="455"/>
                  <a:pt x="282" y="453"/>
                  <a:pt x="292" y="444"/>
                </a:cubicBezTo>
                <a:lnTo>
                  <a:pt x="243" y="407"/>
                </a:lnTo>
                <a:close/>
                <a:moveTo>
                  <a:pt x="418" y="169"/>
                </a:moveTo>
                <a:cubicBezTo>
                  <a:pt x="373" y="143"/>
                  <a:pt x="318" y="155"/>
                  <a:pt x="295" y="196"/>
                </a:cubicBezTo>
                <a:cubicBezTo>
                  <a:pt x="270" y="238"/>
                  <a:pt x="302" y="284"/>
                  <a:pt x="280" y="327"/>
                </a:cubicBezTo>
                <a:lnTo>
                  <a:pt x="350" y="367"/>
                </a:lnTo>
                <a:cubicBezTo>
                  <a:pt x="376" y="327"/>
                  <a:pt x="432" y="331"/>
                  <a:pt x="456" y="289"/>
                </a:cubicBezTo>
                <a:cubicBezTo>
                  <a:pt x="480" y="249"/>
                  <a:pt x="462" y="195"/>
                  <a:pt x="418" y="169"/>
                </a:cubicBezTo>
                <a:close/>
                <a:moveTo>
                  <a:pt x="342" y="393"/>
                </a:moveTo>
                <a:lnTo>
                  <a:pt x="267" y="336"/>
                </a:lnTo>
                <a:cubicBezTo>
                  <a:pt x="261" y="331"/>
                  <a:pt x="253" y="333"/>
                  <a:pt x="250" y="339"/>
                </a:cubicBezTo>
                <a:cubicBezTo>
                  <a:pt x="246" y="345"/>
                  <a:pt x="248" y="354"/>
                  <a:pt x="254" y="358"/>
                </a:cubicBezTo>
                <a:lnTo>
                  <a:pt x="329" y="416"/>
                </a:lnTo>
                <a:cubicBezTo>
                  <a:pt x="335" y="420"/>
                  <a:pt x="343" y="418"/>
                  <a:pt x="346" y="412"/>
                </a:cubicBezTo>
                <a:cubicBezTo>
                  <a:pt x="350" y="406"/>
                  <a:pt x="348" y="397"/>
                  <a:pt x="342" y="393"/>
                </a:cubicBezTo>
                <a:close/>
                <a:moveTo>
                  <a:pt x="445" y="144"/>
                </a:moveTo>
                <a:lnTo>
                  <a:pt x="468" y="102"/>
                </a:lnTo>
                <a:lnTo>
                  <a:pt x="449" y="91"/>
                </a:lnTo>
                <a:lnTo>
                  <a:pt x="426" y="133"/>
                </a:lnTo>
                <a:lnTo>
                  <a:pt x="445" y="144"/>
                </a:lnTo>
                <a:close/>
                <a:moveTo>
                  <a:pt x="485" y="193"/>
                </a:moveTo>
                <a:lnTo>
                  <a:pt x="526" y="170"/>
                </a:lnTo>
                <a:lnTo>
                  <a:pt x="515" y="150"/>
                </a:lnTo>
                <a:lnTo>
                  <a:pt x="474" y="174"/>
                </a:lnTo>
                <a:lnTo>
                  <a:pt x="485" y="193"/>
                </a:lnTo>
                <a:close/>
                <a:moveTo>
                  <a:pt x="385" y="121"/>
                </a:moveTo>
                <a:lnTo>
                  <a:pt x="385" y="73"/>
                </a:lnTo>
                <a:lnTo>
                  <a:pt x="363" y="73"/>
                </a:lnTo>
                <a:lnTo>
                  <a:pt x="363" y="121"/>
                </a:lnTo>
                <a:lnTo>
                  <a:pt x="385" y="121"/>
                </a:lnTo>
                <a:close/>
                <a:moveTo>
                  <a:pt x="321" y="131"/>
                </a:moveTo>
                <a:lnTo>
                  <a:pt x="298" y="90"/>
                </a:lnTo>
                <a:lnTo>
                  <a:pt x="278" y="101"/>
                </a:lnTo>
                <a:lnTo>
                  <a:pt x="302" y="142"/>
                </a:lnTo>
                <a:lnTo>
                  <a:pt x="321" y="131"/>
                </a:lnTo>
                <a:close/>
                <a:moveTo>
                  <a:pt x="496" y="257"/>
                </a:moveTo>
                <a:lnTo>
                  <a:pt x="543" y="257"/>
                </a:lnTo>
                <a:lnTo>
                  <a:pt x="543" y="235"/>
                </a:lnTo>
                <a:lnTo>
                  <a:pt x="496" y="235"/>
                </a:lnTo>
                <a:lnTo>
                  <a:pt x="496" y="257"/>
                </a:lnTo>
                <a:close/>
                <a:moveTo>
                  <a:pt x="324" y="426"/>
                </a:moveTo>
                <a:lnTo>
                  <a:pt x="248" y="368"/>
                </a:lnTo>
                <a:cubicBezTo>
                  <a:pt x="242" y="364"/>
                  <a:pt x="235" y="365"/>
                  <a:pt x="231" y="372"/>
                </a:cubicBezTo>
                <a:cubicBezTo>
                  <a:pt x="227" y="378"/>
                  <a:pt x="229" y="386"/>
                  <a:pt x="235" y="391"/>
                </a:cubicBezTo>
                <a:lnTo>
                  <a:pt x="311" y="448"/>
                </a:lnTo>
                <a:cubicBezTo>
                  <a:pt x="316" y="453"/>
                  <a:pt x="324" y="451"/>
                  <a:pt x="328" y="445"/>
                </a:cubicBezTo>
                <a:cubicBezTo>
                  <a:pt x="331" y="439"/>
                  <a:pt x="329" y="430"/>
                  <a:pt x="324" y="426"/>
                </a:cubicBezTo>
                <a:close/>
                <a:moveTo>
                  <a:pt x="246" y="720"/>
                </a:moveTo>
                <a:cubicBezTo>
                  <a:pt x="254" y="663"/>
                  <a:pt x="254" y="603"/>
                  <a:pt x="239" y="550"/>
                </a:cubicBezTo>
                <a:cubicBezTo>
                  <a:pt x="0" y="415"/>
                  <a:pt x="62" y="105"/>
                  <a:pt x="263" y="42"/>
                </a:cubicBezTo>
                <a:cubicBezTo>
                  <a:pt x="369" y="0"/>
                  <a:pt x="513" y="25"/>
                  <a:pt x="606" y="119"/>
                </a:cubicBezTo>
                <a:cubicBezTo>
                  <a:pt x="674" y="187"/>
                  <a:pt x="642" y="204"/>
                  <a:pt x="642" y="204"/>
                </a:cubicBezTo>
                <a:lnTo>
                  <a:pt x="627" y="213"/>
                </a:lnTo>
                <a:cubicBezTo>
                  <a:pt x="635" y="245"/>
                  <a:pt x="650" y="305"/>
                  <a:pt x="648" y="313"/>
                </a:cubicBezTo>
                <a:cubicBezTo>
                  <a:pt x="645" y="324"/>
                  <a:pt x="633" y="336"/>
                  <a:pt x="633" y="336"/>
                </a:cubicBezTo>
                <a:lnTo>
                  <a:pt x="667" y="450"/>
                </a:lnTo>
                <a:lnTo>
                  <a:pt x="636" y="462"/>
                </a:lnTo>
                <a:cubicBezTo>
                  <a:pt x="643" y="499"/>
                  <a:pt x="647" y="530"/>
                  <a:pt x="643" y="566"/>
                </a:cubicBezTo>
                <a:cubicBezTo>
                  <a:pt x="643" y="572"/>
                  <a:pt x="622" y="590"/>
                  <a:pt x="606" y="591"/>
                </a:cubicBezTo>
                <a:lnTo>
                  <a:pt x="504" y="598"/>
                </a:lnTo>
                <a:lnTo>
                  <a:pt x="510" y="720"/>
                </a:lnTo>
                <a:lnTo>
                  <a:pt x="246" y="72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53" tIns="34277" rIns="68553" bIns="34277" numCol="1" anchor="t" anchorCtr="0" compatLnSpc="1">
            <a:prstTxWarp prst="textNoShape">
              <a:avLst/>
            </a:prstTxWarp>
          </a:bodyPr>
          <a:lstStyle/>
          <a:p>
            <a:endParaRPr lang="zh-CN" altLang="en-US"/>
          </a:p>
        </p:txBody>
      </p:sp>
      <p:sp>
        <p:nvSpPr>
          <p:cNvPr id="60" name="原创设计师QQ598969553          _14"/>
          <p:cNvSpPr>
            <a:spLocks noEditPoints="1"/>
          </p:cNvSpPr>
          <p:nvPr/>
        </p:nvSpPr>
        <p:spPr bwMode="auto">
          <a:xfrm>
            <a:off x="7135609" y="2384016"/>
            <a:ext cx="336754" cy="362350"/>
          </a:xfrm>
          <a:custGeom>
            <a:avLst/>
            <a:gdLst>
              <a:gd name="T0" fmla="*/ 255 w 847"/>
              <a:gd name="T1" fmla="*/ 138 h 903"/>
              <a:gd name="T2" fmla="*/ 555 w 847"/>
              <a:gd name="T3" fmla="*/ 100 h 903"/>
              <a:gd name="T4" fmla="*/ 448 w 847"/>
              <a:gd name="T5" fmla="*/ 61 h 903"/>
              <a:gd name="T6" fmla="*/ 324 w 847"/>
              <a:gd name="T7" fmla="*/ 61 h 903"/>
              <a:gd name="T8" fmla="*/ 217 w 847"/>
              <a:gd name="T9" fmla="*/ 100 h 903"/>
              <a:gd name="T10" fmla="*/ 697 w 847"/>
              <a:gd name="T11" fmla="*/ 782 h 903"/>
              <a:gd name="T12" fmla="*/ 709 w 847"/>
              <a:gd name="T13" fmla="*/ 755 h 903"/>
              <a:gd name="T14" fmla="*/ 660 w 847"/>
              <a:gd name="T15" fmla="*/ 586 h 903"/>
              <a:gd name="T16" fmla="*/ 629 w 847"/>
              <a:gd name="T17" fmla="*/ 586 h 903"/>
              <a:gd name="T18" fmla="*/ 629 w 847"/>
              <a:gd name="T19" fmla="*/ 716 h 903"/>
              <a:gd name="T20" fmla="*/ 630 w 847"/>
              <a:gd name="T21" fmla="*/ 719 h 903"/>
              <a:gd name="T22" fmla="*/ 631 w 847"/>
              <a:gd name="T23" fmla="*/ 722 h 903"/>
              <a:gd name="T24" fmla="*/ 633 w 847"/>
              <a:gd name="T25" fmla="*/ 724 h 903"/>
              <a:gd name="T26" fmla="*/ 807 w 847"/>
              <a:gd name="T27" fmla="*/ 596 h 903"/>
              <a:gd name="T28" fmla="*/ 644 w 847"/>
              <a:gd name="T29" fmla="*/ 510 h 903"/>
              <a:gd name="T30" fmla="*/ 607 w 847"/>
              <a:gd name="T31" fmla="*/ 899 h 903"/>
              <a:gd name="T32" fmla="*/ 837 w 847"/>
              <a:gd name="T33" fmla="*/ 743 h 903"/>
              <a:gd name="T34" fmla="*/ 808 w 847"/>
              <a:gd name="T35" fmla="*/ 737 h 903"/>
              <a:gd name="T36" fmla="*/ 645 w 847"/>
              <a:gd name="T37" fmla="*/ 872 h 903"/>
              <a:gd name="T38" fmla="*/ 481 w 847"/>
              <a:gd name="T39" fmla="*/ 675 h 903"/>
              <a:gd name="T40" fmla="*/ 676 w 847"/>
              <a:gd name="T41" fmla="*/ 543 h 903"/>
              <a:gd name="T42" fmla="*/ 808 w 847"/>
              <a:gd name="T43" fmla="*/ 737 h 903"/>
              <a:gd name="T44" fmla="*/ 284 w 847"/>
              <a:gd name="T45" fmla="*/ 736 h 903"/>
              <a:gd name="T46" fmla="*/ 485 w 847"/>
              <a:gd name="T47" fmla="*/ 536 h 903"/>
              <a:gd name="T48" fmla="*/ 526 w 847"/>
              <a:gd name="T49" fmla="*/ 505 h 903"/>
              <a:gd name="T50" fmla="*/ 732 w 847"/>
              <a:gd name="T51" fmla="*/ 306 h 903"/>
              <a:gd name="T52" fmla="*/ 740 w 847"/>
              <a:gd name="T53" fmla="*/ 494 h 903"/>
              <a:gd name="T54" fmla="*/ 772 w 847"/>
              <a:gd name="T55" fmla="*/ 505 h 903"/>
              <a:gd name="T56" fmla="*/ 772 w 847"/>
              <a:gd name="T57" fmla="*/ 208 h 903"/>
              <a:gd name="T58" fmla="*/ 40 w 847"/>
              <a:gd name="T59" fmla="*/ 167 h 903"/>
              <a:gd name="T60" fmla="*/ 0 w 847"/>
              <a:gd name="T61" fmla="*/ 314 h 903"/>
              <a:gd name="T62" fmla="*/ 0 w 847"/>
              <a:gd name="T63" fmla="*/ 536 h 903"/>
              <a:gd name="T64" fmla="*/ 0 w 847"/>
              <a:gd name="T65" fmla="*/ 751 h 903"/>
              <a:gd name="T66" fmla="*/ 427 w 847"/>
              <a:gd name="T67" fmla="*/ 791 h 903"/>
              <a:gd name="T68" fmla="*/ 32 w 847"/>
              <a:gd name="T69" fmla="*/ 314 h 903"/>
              <a:gd name="T70" fmla="*/ 40 w 847"/>
              <a:gd name="T71" fmla="*/ 306 h 903"/>
              <a:gd name="T72" fmla="*/ 252 w 847"/>
              <a:gd name="T73" fmla="*/ 505 h 903"/>
              <a:gd name="T74" fmla="*/ 32 w 847"/>
              <a:gd name="T75" fmla="*/ 314 h 903"/>
              <a:gd name="T76" fmla="*/ 252 w 847"/>
              <a:gd name="T77" fmla="*/ 536 h 903"/>
              <a:gd name="T78" fmla="*/ 40 w 847"/>
              <a:gd name="T79" fmla="*/ 736 h 903"/>
              <a:gd name="T80" fmla="*/ 32 w 847"/>
              <a:gd name="T81" fmla="*/ 536 h 903"/>
              <a:gd name="T82" fmla="*/ 284 w 847"/>
              <a:gd name="T83" fmla="*/ 505 h 903"/>
              <a:gd name="T84" fmla="*/ 284 w 847"/>
              <a:gd name="T85" fmla="*/ 306 h 903"/>
              <a:gd name="T86" fmla="*/ 495 w 847"/>
              <a:gd name="T87" fmla="*/ 505 h 903"/>
              <a:gd name="T88" fmla="*/ 511 w 847"/>
              <a:gd name="T89" fmla="*/ 207 h 903"/>
              <a:gd name="T90" fmla="*/ 538 w 847"/>
              <a:gd name="T91" fmla="*/ 235 h 903"/>
              <a:gd name="T92" fmla="*/ 483 w 847"/>
              <a:gd name="T93" fmla="*/ 235 h 903"/>
              <a:gd name="T94" fmla="*/ 268 w 847"/>
              <a:gd name="T95" fmla="*/ 207 h 903"/>
              <a:gd name="T96" fmla="*/ 295 w 847"/>
              <a:gd name="T97" fmla="*/ 235 h 903"/>
              <a:gd name="T98" fmla="*/ 241 w 847"/>
              <a:gd name="T99" fmla="*/ 235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847" h="903">
                <a:moveTo>
                  <a:pt x="217" y="100"/>
                </a:moveTo>
                <a:cubicBezTo>
                  <a:pt x="217" y="121"/>
                  <a:pt x="234" y="138"/>
                  <a:pt x="255" y="138"/>
                </a:cubicBezTo>
                <a:lnTo>
                  <a:pt x="517" y="138"/>
                </a:lnTo>
                <a:cubicBezTo>
                  <a:pt x="538" y="138"/>
                  <a:pt x="555" y="121"/>
                  <a:pt x="555" y="100"/>
                </a:cubicBezTo>
                <a:cubicBezTo>
                  <a:pt x="555" y="79"/>
                  <a:pt x="538" y="61"/>
                  <a:pt x="517" y="61"/>
                </a:cubicBezTo>
                <a:lnTo>
                  <a:pt x="448" y="61"/>
                </a:lnTo>
                <a:cubicBezTo>
                  <a:pt x="448" y="27"/>
                  <a:pt x="420" y="0"/>
                  <a:pt x="386" y="0"/>
                </a:cubicBezTo>
                <a:cubicBezTo>
                  <a:pt x="352" y="0"/>
                  <a:pt x="324" y="27"/>
                  <a:pt x="324" y="61"/>
                </a:cubicBezTo>
                <a:lnTo>
                  <a:pt x="255" y="61"/>
                </a:lnTo>
                <a:cubicBezTo>
                  <a:pt x="234" y="61"/>
                  <a:pt x="217" y="79"/>
                  <a:pt x="217" y="100"/>
                </a:cubicBezTo>
                <a:close/>
                <a:moveTo>
                  <a:pt x="686" y="777"/>
                </a:moveTo>
                <a:cubicBezTo>
                  <a:pt x="689" y="780"/>
                  <a:pt x="693" y="782"/>
                  <a:pt x="697" y="782"/>
                </a:cubicBezTo>
                <a:cubicBezTo>
                  <a:pt x="702" y="782"/>
                  <a:pt x="706" y="780"/>
                  <a:pt x="709" y="777"/>
                </a:cubicBezTo>
                <a:cubicBezTo>
                  <a:pt x="715" y="771"/>
                  <a:pt x="715" y="761"/>
                  <a:pt x="709" y="755"/>
                </a:cubicBezTo>
                <a:lnTo>
                  <a:pt x="660" y="706"/>
                </a:lnTo>
                <a:lnTo>
                  <a:pt x="660" y="586"/>
                </a:lnTo>
                <a:cubicBezTo>
                  <a:pt x="660" y="577"/>
                  <a:pt x="653" y="570"/>
                  <a:pt x="644" y="570"/>
                </a:cubicBezTo>
                <a:cubicBezTo>
                  <a:pt x="636" y="570"/>
                  <a:pt x="629" y="577"/>
                  <a:pt x="629" y="586"/>
                </a:cubicBezTo>
                <a:lnTo>
                  <a:pt x="629" y="713"/>
                </a:lnTo>
                <a:cubicBezTo>
                  <a:pt x="629" y="714"/>
                  <a:pt x="629" y="715"/>
                  <a:pt x="629" y="716"/>
                </a:cubicBezTo>
                <a:cubicBezTo>
                  <a:pt x="629" y="716"/>
                  <a:pt x="629" y="717"/>
                  <a:pt x="629" y="717"/>
                </a:cubicBezTo>
                <a:cubicBezTo>
                  <a:pt x="629" y="718"/>
                  <a:pt x="630" y="718"/>
                  <a:pt x="630" y="719"/>
                </a:cubicBezTo>
                <a:cubicBezTo>
                  <a:pt x="630" y="719"/>
                  <a:pt x="630" y="720"/>
                  <a:pt x="631" y="720"/>
                </a:cubicBezTo>
                <a:cubicBezTo>
                  <a:pt x="631" y="721"/>
                  <a:pt x="631" y="721"/>
                  <a:pt x="631" y="722"/>
                </a:cubicBezTo>
                <a:cubicBezTo>
                  <a:pt x="632" y="722"/>
                  <a:pt x="632" y="723"/>
                  <a:pt x="633" y="724"/>
                </a:cubicBezTo>
                <a:cubicBezTo>
                  <a:pt x="633" y="724"/>
                  <a:pt x="633" y="724"/>
                  <a:pt x="633" y="724"/>
                </a:cubicBezTo>
                <a:lnTo>
                  <a:pt x="686" y="777"/>
                </a:lnTo>
                <a:close/>
                <a:moveTo>
                  <a:pt x="807" y="596"/>
                </a:moveTo>
                <a:cubicBezTo>
                  <a:pt x="777" y="552"/>
                  <a:pt x="733" y="523"/>
                  <a:pt x="681" y="513"/>
                </a:cubicBezTo>
                <a:cubicBezTo>
                  <a:pt x="669" y="511"/>
                  <a:pt x="657" y="510"/>
                  <a:pt x="644" y="510"/>
                </a:cubicBezTo>
                <a:cubicBezTo>
                  <a:pt x="550" y="510"/>
                  <a:pt x="469" y="577"/>
                  <a:pt x="451" y="669"/>
                </a:cubicBezTo>
                <a:cubicBezTo>
                  <a:pt x="431" y="776"/>
                  <a:pt x="501" y="879"/>
                  <a:pt x="607" y="899"/>
                </a:cubicBezTo>
                <a:cubicBezTo>
                  <a:pt x="620" y="902"/>
                  <a:pt x="632" y="903"/>
                  <a:pt x="645" y="903"/>
                </a:cubicBezTo>
                <a:cubicBezTo>
                  <a:pt x="739" y="903"/>
                  <a:pt x="820" y="836"/>
                  <a:pt x="837" y="743"/>
                </a:cubicBezTo>
                <a:cubicBezTo>
                  <a:pt x="847" y="692"/>
                  <a:pt x="836" y="639"/>
                  <a:pt x="807" y="596"/>
                </a:cubicBezTo>
                <a:close/>
                <a:moveTo>
                  <a:pt x="808" y="737"/>
                </a:moveTo>
                <a:lnTo>
                  <a:pt x="808" y="737"/>
                </a:lnTo>
                <a:cubicBezTo>
                  <a:pt x="793" y="816"/>
                  <a:pt x="724" y="872"/>
                  <a:pt x="645" y="872"/>
                </a:cubicBezTo>
                <a:cubicBezTo>
                  <a:pt x="634" y="872"/>
                  <a:pt x="624" y="871"/>
                  <a:pt x="613" y="869"/>
                </a:cubicBezTo>
                <a:cubicBezTo>
                  <a:pt x="523" y="852"/>
                  <a:pt x="464" y="765"/>
                  <a:pt x="481" y="675"/>
                </a:cubicBezTo>
                <a:cubicBezTo>
                  <a:pt x="496" y="597"/>
                  <a:pt x="565" y="540"/>
                  <a:pt x="644" y="540"/>
                </a:cubicBezTo>
                <a:cubicBezTo>
                  <a:pt x="655" y="540"/>
                  <a:pt x="665" y="541"/>
                  <a:pt x="676" y="543"/>
                </a:cubicBezTo>
                <a:cubicBezTo>
                  <a:pt x="719" y="551"/>
                  <a:pt x="757" y="576"/>
                  <a:pt x="782" y="613"/>
                </a:cubicBezTo>
                <a:cubicBezTo>
                  <a:pt x="807" y="650"/>
                  <a:pt x="816" y="694"/>
                  <a:pt x="808" y="737"/>
                </a:cubicBezTo>
                <a:close/>
                <a:moveTo>
                  <a:pt x="413" y="736"/>
                </a:moveTo>
                <a:lnTo>
                  <a:pt x="284" y="736"/>
                </a:lnTo>
                <a:lnTo>
                  <a:pt x="284" y="536"/>
                </a:lnTo>
                <a:lnTo>
                  <a:pt x="485" y="536"/>
                </a:lnTo>
                <a:cubicBezTo>
                  <a:pt x="497" y="524"/>
                  <a:pt x="512" y="514"/>
                  <a:pt x="527" y="505"/>
                </a:cubicBezTo>
                <a:lnTo>
                  <a:pt x="526" y="505"/>
                </a:lnTo>
                <a:lnTo>
                  <a:pt x="526" y="306"/>
                </a:lnTo>
                <a:lnTo>
                  <a:pt x="732" y="306"/>
                </a:lnTo>
                <a:cubicBezTo>
                  <a:pt x="736" y="306"/>
                  <a:pt x="740" y="309"/>
                  <a:pt x="740" y="314"/>
                </a:cubicBezTo>
                <a:lnTo>
                  <a:pt x="740" y="494"/>
                </a:lnTo>
                <a:cubicBezTo>
                  <a:pt x="751" y="499"/>
                  <a:pt x="762" y="505"/>
                  <a:pt x="772" y="511"/>
                </a:cubicBezTo>
                <a:lnTo>
                  <a:pt x="772" y="505"/>
                </a:lnTo>
                <a:lnTo>
                  <a:pt x="772" y="314"/>
                </a:lnTo>
                <a:lnTo>
                  <a:pt x="772" y="208"/>
                </a:lnTo>
                <a:cubicBezTo>
                  <a:pt x="772" y="185"/>
                  <a:pt x="754" y="167"/>
                  <a:pt x="732" y="167"/>
                </a:cubicBezTo>
                <a:lnTo>
                  <a:pt x="40" y="167"/>
                </a:lnTo>
                <a:cubicBezTo>
                  <a:pt x="18" y="167"/>
                  <a:pt x="0" y="185"/>
                  <a:pt x="0" y="208"/>
                </a:cubicBezTo>
                <a:lnTo>
                  <a:pt x="0" y="314"/>
                </a:lnTo>
                <a:lnTo>
                  <a:pt x="0" y="505"/>
                </a:lnTo>
                <a:lnTo>
                  <a:pt x="0" y="536"/>
                </a:lnTo>
                <a:lnTo>
                  <a:pt x="0" y="727"/>
                </a:lnTo>
                <a:lnTo>
                  <a:pt x="0" y="751"/>
                </a:lnTo>
                <a:cubicBezTo>
                  <a:pt x="0" y="773"/>
                  <a:pt x="18" y="791"/>
                  <a:pt x="40" y="791"/>
                </a:cubicBezTo>
                <a:lnTo>
                  <a:pt x="427" y="791"/>
                </a:lnTo>
                <a:cubicBezTo>
                  <a:pt x="420" y="773"/>
                  <a:pt x="415" y="755"/>
                  <a:pt x="413" y="736"/>
                </a:cubicBezTo>
                <a:close/>
                <a:moveTo>
                  <a:pt x="32" y="314"/>
                </a:moveTo>
                <a:lnTo>
                  <a:pt x="32" y="314"/>
                </a:lnTo>
                <a:cubicBezTo>
                  <a:pt x="32" y="309"/>
                  <a:pt x="36" y="306"/>
                  <a:pt x="40" y="306"/>
                </a:cubicBezTo>
                <a:lnTo>
                  <a:pt x="252" y="306"/>
                </a:lnTo>
                <a:lnTo>
                  <a:pt x="252" y="505"/>
                </a:lnTo>
                <a:lnTo>
                  <a:pt x="32" y="505"/>
                </a:lnTo>
                <a:lnTo>
                  <a:pt x="32" y="314"/>
                </a:lnTo>
                <a:close/>
                <a:moveTo>
                  <a:pt x="252" y="536"/>
                </a:moveTo>
                <a:lnTo>
                  <a:pt x="252" y="536"/>
                </a:lnTo>
                <a:lnTo>
                  <a:pt x="252" y="736"/>
                </a:lnTo>
                <a:lnTo>
                  <a:pt x="40" y="736"/>
                </a:lnTo>
                <a:cubicBezTo>
                  <a:pt x="36" y="736"/>
                  <a:pt x="32" y="732"/>
                  <a:pt x="32" y="727"/>
                </a:cubicBezTo>
                <a:lnTo>
                  <a:pt x="32" y="536"/>
                </a:lnTo>
                <a:lnTo>
                  <a:pt x="252" y="536"/>
                </a:lnTo>
                <a:close/>
                <a:moveTo>
                  <a:pt x="284" y="505"/>
                </a:moveTo>
                <a:lnTo>
                  <a:pt x="284" y="505"/>
                </a:lnTo>
                <a:lnTo>
                  <a:pt x="284" y="306"/>
                </a:lnTo>
                <a:lnTo>
                  <a:pt x="495" y="306"/>
                </a:lnTo>
                <a:lnTo>
                  <a:pt x="495" y="505"/>
                </a:lnTo>
                <a:lnTo>
                  <a:pt x="284" y="505"/>
                </a:lnTo>
                <a:close/>
                <a:moveTo>
                  <a:pt x="511" y="207"/>
                </a:moveTo>
                <a:lnTo>
                  <a:pt x="511" y="207"/>
                </a:lnTo>
                <a:cubicBezTo>
                  <a:pt x="526" y="207"/>
                  <a:pt x="538" y="219"/>
                  <a:pt x="538" y="235"/>
                </a:cubicBezTo>
                <a:cubicBezTo>
                  <a:pt x="538" y="250"/>
                  <a:pt x="526" y="262"/>
                  <a:pt x="511" y="262"/>
                </a:cubicBezTo>
                <a:cubicBezTo>
                  <a:pt x="496" y="262"/>
                  <a:pt x="483" y="250"/>
                  <a:pt x="483" y="235"/>
                </a:cubicBezTo>
                <a:cubicBezTo>
                  <a:pt x="483" y="219"/>
                  <a:pt x="496" y="207"/>
                  <a:pt x="511" y="207"/>
                </a:cubicBezTo>
                <a:close/>
                <a:moveTo>
                  <a:pt x="268" y="207"/>
                </a:moveTo>
                <a:lnTo>
                  <a:pt x="268" y="207"/>
                </a:lnTo>
                <a:cubicBezTo>
                  <a:pt x="283" y="207"/>
                  <a:pt x="295" y="219"/>
                  <a:pt x="295" y="235"/>
                </a:cubicBezTo>
                <a:cubicBezTo>
                  <a:pt x="295" y="250"/>
                  <a:pt x="283" y="262"/>
                  <a:pt x="268" y="262"/>
                </a:cubicBezTo>
                <a:cubicBezTo>
                  <a:pt x="253" y="262"/>
                  <a:pt x="241" y="250"/>
                  <a:pt x="241" y="235"/>
                </a:cubicBezTo>
                <a:cubicBezTo>
                  <a:pt x="241" y="219"/>
                  <a:pt x="253" y="207"/>
                  <a:pt x="268" y="20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53" tIns="34277" rIns="68553" bIns="34277" numCol="1" anchor="t" anchorCtr="0" compatLnSpc="1">
            <a:prstTxWarp prst="textNoShape">
              <a:avLst/>
            </a:prstTxWarp>
          </a:bodyPr>
          <a:lstStyle/>
          <a:p>
            <a:endParaRPr lang="zh-CN" altLang="en-US"/>
          </a:p>
        </p:txBody>
      </p:sp>
      <p:pic>
        <p:nvPicPr>
          <p:cNvPr id="27" name="Picture 64"/>
          <p:cNvPicPr>
            <a:picLocks noGrp="1" noSelect="1" noRot="1" noChangeAspect="1" noMove="1" noResize="1" noChangeShapeType="1"/>
          </p:cNvPicPr>
          <p:nvPr/>
        </p:nvPicPr>
        <p:blipFill>
          <a:blip r:embed="rId3"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1515656718"/>
      </p:ext>
    </p:extLst>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right)">
                                      <p:cBhvr>
                                        <p:cTn id="7" dur="500"/>
                                        <p:tgtEl>
                                          <p:spTgt spid="43"/>
                                        </p:tgtEl>
                                      </p:cBhvr>
                                    </p:animEffect>
                                  </p:childTnLst>
                                </p:cTn>
                              </p:par>
                            </p:childTnLst>
                          </p:cTn>
                        </p:par>
                        <p:par>
                          <p:cTn id="8" fill="hold">
                            <p:stCondLst>
                              <p:cond delay="500"/>
                            </p:stCondLst>
                            <p:childTnLst>
                              <p:par>
                                <p:cTn id="9" presetID="56" presetClass="entr" presetSubtype="0" fill="hold" grpId="0" nodeType="afterEffect">
                                  <p:stCondLst>
                                    <p:cond delay="0"/>
                                  </p:stCondLst>
                                  <p:iterate type="lt">
                                    <p:tmPct val="10000"/>
                                  </p:iterate>
                                  <p:childTnLst>
                                    <p:set>
                                      <p:cBhvr>
                                        <p:cTn id="10" dur="1" fill="hold">
                                          <p:stCondLst>
                                            <p:cond delay="0"/>
                                          </p:stCondLst>
                                        </p:cTn>
                                        <p:tgtEl>
                                          <p:spTgt spid="44"/>
                                        </p:tgtEl>
                                        <p:attrNameLst>
                                          <p:attrName>style.visibility</p:attrName>
                                        </p:attrNameLst>
                                      </p:cBhvr>
                                      <p:to>
                                        <p:strVal val="visible"/>
                                      </p:to>
                                    </p:set>
                                    <p:anim by="(-#ppt_w*2)" calcmode="lin" valueType="num">
                                      <p:cBhvr rctx="PPT">
                                        <p:cTn id="11" dur="500" autoRev="1" fill="hold">
                                          <p:stCondLst>
                                            <p:cond delay="0"/>
                                          </p:stCondLst>
                                        </p:cTn>
                                        <p:tgtEl>
                                          <p:spTgt spid="44"/>
                                        </p:tgtEl>
                                        <p:attrNameLst>
                                          <p:attrName>ppt_w</p:attrName>
                                        </p:attrNameLst>
                                      </p:cBhvr>
                                    </p:anim>
                                    <p:anim by="(#ppt_w*0.50)" calcmode="lin" valueType="num">
                                      <p:cBhvr>
                                        <p:cTn id="12" dur="500" decel="50000" autoRev="1" fill="hold">
                                          <p:stCondLst>
                                            <p:cond delay="0"/>
                                          </p:stCondLst>
                                        </p:cTn>
                                        <p:tgtEl>
                                          <p:spTgt spid="44"/>
                                        </p:tgtEl>
                                        <p:attrNameLst>
                                          <p:attrName>ppt_x</p:attrName>
                                        </p:attrNameLst>
                                      </p:cBhvr>
                                    </p:anim>
                                    <p:anim from="(-#ppt_h/2)" to="(#ppt_y)" calcmode="lin" valueType="num">
                                      <p:cBhvr>
                                        <p:cTn id="13" dur="1000" fill="hold">
                                          <p:stCondLst>
                                            <p:cond delay="0"/>
                                          </p:stCondLst>
                                        </p:cTn>
                                        <p:tgtEl>
                                          <p:spTgt spid="44"/>
                                        </p:tgtEl>
                                        <p:attrNameLst>
                                          <p:attrName>ppt_y</p:attrName>
                                        </p:attrNameLst>
                                      </p:cBhvr>
                                    </p:anim>
                                    <p:animRot by="21600000">
                                      <p:cBhvr>
                                        <p:cTn id="14" dur="1000" fill="hold">
                                          <p:stCondLst>
                                            <p:cond delay="0"/>
                                          </p:stCondLst>
                                        </p:cTn>
                                        <p:tgtEl>
                                          <p:spTgt spid="44"/>
                                        </p:tgtEl>
                                        <p:attrNameLst>
                                          <p:attrName>r</p:attrName>
                                        </p:attrNameLst>
                                      </p:cBhvr>
                                    </p:animRot>
                                  </p:childTnLst>
                                </p:cTn>
                              </p:par>
                            </p:childTnLst>
                          </p:cTn>
                        </p:par>
                        <p:par>
                          <p:cTn id="15" fill="hold">
                            <p:stCondLst>
                              <p:cond delay="2500"/>
                            </p:stCondLst>
                            <p:childTnLst>
                              <p:par>
                                <p:cTn id="16" presetID="2" presetClass="entr" presetSubtype="4" accel="40000" decel="40000" fill="hold" nodeType="afterEffect">
                                  <p:stCondLst>
                                    <p:cond delay="0"/>
                                  </p:stCondLst>
                                  <p:childTnLst>
                                    <p:set>
                                      <p:cBhvr>
                                        <p:cTn id="17" dur="1" fill="hold">
                                          <p:stCondLst>
                                            <p:cond delay="0"/>
                                          </p:stCondLst>
                                        </p:cTn>
                                        <p:tgtEl>
                                          <p:spTgt spid="45"/>
                                        </p:tgtEl>
                                        <p:attrNameLst>
                                          <p:attrName>style.visibility</p:attrName>
                                        </p:attrNameLst>
                                      </p:cBhvr>
                                      <p:to>
                                        <p:strVal val="visible"/>
                                      </p:to>
                                    </p:set>
                                    <p:anim calcmode="lin" valueType="num">
                                      <p:cBhvr additive="base">
                                        <p:cTn id="18" dur="1000" fill="hold"/>
                                        <p:tgtEl>
                                          <p:spTgt spid="45"/>
                                        </p:tgtEl>
                                        <p:attrNameLst>
                                          <p:attrName>ppt_x</p:attrName>
                                        </p:attrNameLst>
                                      </p:cBhvr>
                                      <p:tavLst>
                                        <p:tav tm="0">
                                          <p:val>
                                            <p:strVal val="#ppt_x"/>
                                          </p:val>
                                        </p:tav>
                                        <p:tav tm="100000">
                                          <p:val>
                                            <p:strVal val="#ppt_x"/>
                                          </p:val>
                                        </p:tav>
                                      </p:tavLst>
                                    </p:anim>
                                    <p:anim calcmode="lin" valueType="num">
                                      <p:cBhvr additive="base">
                                        <p:cTn id="19" dur="1000" fill="hold"/>
                                        <p:tgtEl>
                                          <p:spTgt spid="45"/>
                                        </p:tgtEl>
                                        <p:attrNameLst>
                                          <p:attrName>ppt_y</p:attrName>
                                        </p:attrNameLst>
                                      </p:cBhvr>
                                      <p:tavLst>
                                        <p:tav tm="0">
                                          <p:val>
                                            <p:strVal val="1+#ppt_h/2"/>
                                          </p:val>
                                        </p:tav>
                                        <p:tav tm="100000">
                                          <p:val>
                                            <p:strVal val="#ppt_y"/>
                                          </p:val>
                                        </p:tav>
                                      </p:tavLst>
                                    </p:anim>
                                  </p:childTnLst>
                                </p:cTn>
                              </p:par>
                            </p:childTnLst>
                          </p:cTn>
                        </p:par>
                        <p:par>
                          <p:cTn id="20" fill="hold">
                            <p:stCondLst>
                              <p:cond delay="3500"/>
                            </p:stCondLst>
                            <p:childTnLst>
                              <p:par>
                                <p:cTn id="21" presetID="53" presetClass="entr" presetSubtype="16" fill="hold" grpId="0" nodeType="afterEffect">
                                  <p:stCondLst>
                                    <p:cond delay="0"/>
                                  </p:stCondLst>
                                  <p:childTnLst>
                                    <p:set>
                                      <p:cBhvr>
                                        <p:cTn id="22" dur="1" fill="hold">
                                          <p:stCondLst>
                                            <p:cond delay="0"/>
                                          </p:stCondLst>
                                        </p:cTn>
                                        <p:tgtEl>
                                          <p:spTgt spid="57"/>
                                        </p:tgtEl>
                                        <p:attrNameLst>
                                          <p:attrName>style.visibility</p:attrName>
                                        </p:attrNameLst>
                                      </p:cBhvr>
                                      <p:to>
                                        <p:strVal val="visible"/>
                                      </p:to>
                                    </p:set>
                                    <p:anim calcmode="lin" valueType="num">
                                      <p:cBhvr>
                                        <p:cTn id="23" dur="500" fill="hold"/>
                                        <p:tgtEl>
                                          <p:spTgt spid="57"/>
                                        </p:tgtEl>
                                        <p:attrNameLst>
                                          <p:attrName>ppt_w</p:attrName>
                                        </p:attrNameLst>
                                      </p:cBhvr>
                                      <p:tavLst>
                                        <p:tav tm="0">
                                          <p:val>
                                            <p:fltVal val="0"/>
                                          </p:val>
                                        </p:tav>
                                        <p:tav tm="100000">
                                          <p:val>
                                            <p:strVal val="#ppt_w"/>
                                          </p:val>
                                        </p:tav>
                                      </p:tavLst>
                                    </p:anim>
                                    <p:anim calcmode="lin" valueType="num">
                                      <p:cBhvr>
                                        <p:cTn id="24" dur="500" fill="hold"/>
                                        <p:tgtEl>
                                          <p:spTgt spid="57"/>
                                        </p:tgtEl>
                                        <p:attrNameLst>
                                          <p:attrName>ppt_h</p:attrName>
                                        </p:attrNameLst>
                                      </p:cBhvr>
                                      <p:tavLst>
                                        <p:tav tm="0">
                                          <p:val>
                                            <p:fltVal val="0"/>
                                          </p:val>
                                        </p:tav>
                                        <p:tav tm="100000">
                                          <p:val>
                                            <p:strVal val="#ppt_h"/>
                                          </p:val>
                                        </p:tav>
                                      </p:tavLst>
                                    </p:anim>
                                    <p:animEffect transition="in" filter="fade">
                                      <p:cBhvr>
                                        <p:cTn id="25" dur="500"/>
                                        <p:tgtEl>
                                          <p:spTgt spid="57"/>
                                        </p:tgtEl>
                                      </p:cBhvr>
                                    </p:animEffect>
                                  </p:childTnLst>
                                </p:cTn>
                              </p:par>
                            </p:childTnLst>
                          </p:cTn>
                        </p:par>
                        <p:par>
                          <p:cTn id="26" fill="hold">
                            <p:stCondLst>
                              <p:cond delay="4000"/>
                            </p:stCondLst>
                            <p:childTnLst>
                              <p:par>
                                <p:cTn id="27" presetID="22" presetClass="entr" presetSubtype="1" fill="hold" grpId="0" nodeType="after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wipe(up)">
                                      <p:cBhvr>
                                        <p:cTn id="29" dur="500"/>
                                        <p:tgtEl>
                                          <p:spTgt spid="24"/>
                                        </p:tgtEl>
                                      </p:cBhvr>
                                    </p:animEffect>
                                  </p:childTnLst>
                                </p:cTn>
                              </p:par>
                            </p:childTnLst>
                          </p:cTn>
                        </p:par>
                        <p:par>
                          <p:cTn id="30" fill="hold">
                            <p:stCondLst>
                              <p:cond delay="4500"/>
                            </p:stCondLst>
                            <p:childTnLst>
                              <p:par>
                                <p:cTn id="31" presetID="2" presetClass="entr" presetSubtype="4" accel="40000" decel="40000" fill="hold" nodeType="afterEffect">
                                  <p:stCondLst>
                                    <p:cond delay="0"/>
                                  </p:stCondLst>
                                  <p:childTnLst>
                                    <p:set>
                                      <p:cBhvr>
                                        <p:cTn id="32" dur="1" fill="hold">
                                          <p:stCondLst>
                                            <p:cond delay="0"/>
                                          </p:stCondLst>
                                        </p:cTn>
                                        <p:tgtEl>
                                          <p:spTgt spid="48"/>
                                        </p:tgtEl>
                                        <p:attrNameLst>
                                          <p:attrName>style.visibility</p:attrName>
                                        </p:attrNameLst>
                                      </p:cBhvr>
                                      <p:to>
                                        <p:strVal val="visible"/>
                                      </p:to>
                                    </p:set>
                                    <p:anim calcmode="lin" valueType="num">
                                      <p:cBhvr additive="base">
                                        <p:cTn id="33" dur="1000" fill="hold"/>
                                        <p:tgtEl>
                                          <p:spTgt spid="48"/>
                                        </p:tgtEl>
                                        <p:attrNameLst>
                                          <p:attrName>ppt_x</p:attrName>
                                        </p:attrNameLst>
                                      </p:cBhvr>
                                      <p:tavLst>
                                        <p:tav tm="0">
                                          <p:val>
                                            <p:strVal val="#ppt_x"/>
                                          </p:val>
                                        </p:tav>
                                        <p:tav tm="100000">
                                          <p:val>
                                            <p:strVal val="#ppt_x"/>
                                          </p:val>
                                        </p:tav>
                                      </p:tavLst>
                                    </p:anim>
                                    <p:anim calcmode="lin" valueType="num">
                                      <p:cBhvr additive="base">
                                        <p:cTn id="34" dur="1000" fill="hold"/>
                                        <p:tgtEl>
                                          <p:spTgt spid="48"/>
                                        </p:tgtEl>
                                        <p:attrNameLst>
                                          <p:attrName>ppt_y</p:attrName>
                                        </p:attrNameLst>
                                      </p:cBhvr>
                                      <p:tavLst>
                                        <p:tav tm="0">
                                          <p:val>
                                            <p:strVal val="1+#ppt_h/2"/>
                                          </p:val>
                                        </p:tav>
                                        <p:tav tm="100000">
                                          <p:val>
                                            <p:strVal val="#ppt_y"/>
                                          </p:val>
                                        </p:tav>
                                      </p:tavLst>
                                    </p:anim>
                                  </p:childTnLst>
                                </p:cTn>
                              </p:par>
                            </p:childTnLst>
                          </p:cTn>
                        </p:par>
                        <p:par>
                          <p:cTn id="35" fill="hold">
                            <p:stCondLst>
                              <p:cond delay="5500"/>
                            </p:stCondLst>
                            <p:childTnLst>
                              <p:par>
                                <p:cTn id="36" presetID="53" presetClass="entr" presetSubtype="16" fill="hold" grpId="0" nodeType="afterEffect">
                                  <p:stCondLst>
                                    <p:cond delay="0"/>
                                  </p:stCondLst>
                                  <p:childTnLst>
                                    <p:set>
                                      <p:cBhvr>
                                        <p:cTn id="37" dur="1" fill="hold">
                                          <p:stCondLst>
                                            <p:cond delay="0"/>
                                          </p:stCondLst>
                                        </p:cTn>
                                        <p:tgtEl>
                                          <p:spTgt spid="58"/>
                                        </p:tgtEl>
                                        <p:attrNameLst>
                                          <p:attrName>style.visibility</p:attrName>
                                        </p:attrNameLst>
                                      </p:cBhvr>
                                      <p:to>
                                        <p:strVal val="visible"/>
                                      </p:to>
                                    </p:set>
                                    <p:anim calcmode="lin" valueType="num">
                                      <p:cBhvr>
                                        <p:cTn id="38" dur="500" fill="hold"/>
                                        <p:tgtEl>
                                          <p:spTgt spid="58"/>
                                        </p:tgtEl>
                                        <p:attrNameLst>
                                          <p:attrName>ppt_w</p:attrName>
                                        </p:attrNameLst>
                                      </p:cBhvr>
                                      <p:tavLst>
                                        <p:tav tm="0">
                                          <p:val>
                                            <p:fltVal val="0"/>
                                          </p:val>
                                        </p:tav>
                                        <p:tav tm="100000">
                                          <p:val>
                                            <p:strVal val="#ppt_w"/>
                                          </p:val>
                                        </p:tav>
                                      </p:tavLst>
                                    </p:anim>
                                    <p:anim calcmode="lin" valueType="num">
                                      <p:cBhvr>
                                        <p:cTn id="39" dur="500" fill="hold"/>
                                        <p:tgtEl>
                                          <p:spTgt spid="58"/>
                                        </p:tgtEl>
                                        <p:attrNameLst>
                                          <p:attrName>ppt_h</p:attrName>
                                        </p:attrNameLst>
                                      </p:cBhvr>
                                      <p:tavLst>
                                        <p:tav tm="0">
                                          <p:val>
                                            <p:fltVal val="0"/>
                                          </p:val>
                                        </p:tav>
                                        <p:tav tm="100000">
                                          <p:val>
                                            <p:strVal val="#ppt_h"/>
                                          </p:val>
                                        </p:tav>
                                      </p:tavLst>
                                    </p:anim>
                                    <p:animEffect transition="in" filter="fade">
                                      <p:cBhvr>
                                        <p:cTn id="40" dur="500"/>
                                        <p:tgtEl>
                                          <p:spTgt spid="58"/>
                                        </p:tgtEl>
                                      </p:cBhvr>
                                    </p:animEffect>
                                  </p:childTnLst>
                                </p:cTn>
                              </p:par>
                            </p:childTnLst>
                          </p:cTn>
                        </p:par>
                        <p:par>
                          <p:cTn id="41" fill="hold">
                            <p:stCondLst>
                              <p:cond delay="6000"/>
                            </p:stCondLst>
                            <p:childTnLst>
                              <p:par>
                                <p:cTn id="42" presetID="22" presetClass="entr" presetSubtype="1" fill="hold" grpId="0" nodeType="afterEffect">
                                  <p:stCondLst>
                                    <p:cond delay="0"/>
                                  </p:stCondLst>
                                  <p:childTnLst>
                                    <p:set>
                                      <p:cBhvr>
                                        <p:cTn id="43" dur="1" fill="hold">
                                          <p:stCondLst>
                                            <p:cond delay="0"/>
                                          </p:stCondLst>
                                        </p:cTn>
                                        <p:tgtEl>
                                          <p:spTgt spid="25"/>
                                        </p:tgtEl>
                                        <p:attrNameLst>
                                          <p:attrName>style.visibility</p:attrName>
                                        </p:attrNameLst>
                                      </p:cBhvr>
                                      <p:to>
                                        <p:strVal val="visible"/>
                                      </p:to>
                                    </p:set>
                                    <p:animEffect transition="in" filter="wipe(up)">
                                      <p:cBhvr>
                                        <p:cTn id="44" dur="500"/>
                                        <p:tgtEl>
                                          <p:spTgt spid="25"/>
                                        </p:tgtEl>
                                      </p:cBhvr>
                                    </p:animEffect>
                                  </p:childTnLst>
                                </p:cTn>
                              </p:par>
                            </p:childTnLst>
                          </p:cTn>
                        </p:par>
                        <p:par>
                          <p:cTn id="45" fill="hold">
                            <p:stCondLst>
                              <p:cond delay="6500"/>
                            </p:stCondLst>
                            <p:childTnLst>
                              <p:par>
                                <p:cTn id="46" presetID="2" presetClass="entr" presetSubtype="4" accel="40000" decel="40000" fill="hold" nodeType="afterEffect">
                                  <p:stCondLst>
                                    <p:cond delay="0"/>
                                  </p:stCondLst>
                                  <p:childTnLst>
                                    <p:set>
                                      <p:cBhvr>
                                        <p:cTn id="47" dur="1" fill="hold">
                                          <p:stCondLst>
                                            <p:cond delay="0"/>
                                          </p:stCondLst>
                                        </p:cTn>
                                        <p:tgtEl>
                                          <p:spTgt spid="51"/>
                                        </p:tgtEl>
                                        <p:attrNameLst>
                                          <p:attrName>style.visibility</p:attrName>
                                        </p:attrNameLst>
                                      </p:cBhvr>
                                      <p:to>
                                        <p:strVal val="visible"/>
                                      </p:to>
                                    </p:set>
                                    <p:anim calcmode="lin" valueType="num">
                                      <p:cBhvr additive="base">
                                        <p:cTn id="48" dur="1000" fill="hold"/>
                                        <p:tgtEl>
                                          <p:spTgt spid="51"/>
                                        </p:tgtEl>
                                        <p:attrNameLst>
                                          <p:attrName>ppt_x</p:attrName>
                                        </p:attrNameLst>
                                      </p:cBhvr>
                                      <p:tavLst>
                                        <p:tav tm="0">
                                          <p:val>
                                            <p:strVal val="#ppt_x"/>
                                          </p:val>
                                        </p:tav>
                                        <p:tav tm="100000">
                                          <p:val>
                                            <p:strVal val="#ppt_x"/>
                                          </p:val>
                                        </p:tav>
                                      </p:tavLst>
                                    </p:anim>
                                    <p:anim calcmode="lin" valueType="num">
                                      <p:cBhvr additive="base">
                                        <p:cTn id="49" dur="1000" fill="hold"/>
                                        <p:tgtEl>
                                          <p:spTgt spid="51"/>
                                        </p:tgtEl>
                                        <p:attrNameLst>
                                          <p:attrName>ppt_y</p:attrName>
                                        </p:attrNameLst>
                                      </p:cBhvr>
                                      <p:tavLst>
                                        <p:tav tm="0">
                                          <p:val>
                                            <p:strVal val="1+#ppt_h/2"/>
                                          </p:val>
                                        </p:tav>
                                        <p:tav tm="100000">
                                          <p:val>
                                            <p:strVal val="#ppt_y"/>
                                          </p:val>
                                        </p:tav>
                                      </p:tavLst>
                                    </p:anim>
                                  </p:childTnLst>
                                </p:cTn>
                              </p:par>
                            </p:childTnLst>
                          </p:cTn>
                        </p:par>
                        <p:par>
                          <p:cTn id="50" fill="hold">
                            <p:stCondLst>
                              <p:cond delay="7500"/>
                            </p:stCondLst>
                            <p:childTnLst>
                              <p:par>
                                <p:cTn id="51" presetID="53" presetClass="entr" presetSubtype="16" fill="hold" grpId="0" nodeType="afterEffect">
                                  <p:stCondLst>
                                    <p:cond delay="0"/>
                                  </p:stCondLst>
                                  <p:childTnLst>
                                    <p:set>
                                      <p:cBhvr>
                                        <p:cTn id="52" dur="1" fill="hold">
                                          <p:stCondLst>
                                            <p:cond delay="0"/>
                                          </p:stCondLst>
                                        </p:cTn>
                                        <p:tgtEl>
                                          <p:spTgt spid="59"/>
                                        </p:tgtEl>
                                        <p:attrNameLst>
                                          <p:attrName>style.visibility</p:attrName>
                                        </p:attrNameLst>
                                      </p:cBhvr>
                                      <p:to>
                                        <p:strVal val="visible"/>
                                      </p:to>
                                    </p:set>
                                    <p:anim calcmode="lin" valueType="num">
                                      <p:cBhvr>
                                        <p:cTn id="53" dur="500" fill="hold"/>
                                        <p:tgtEl>
                                          <p:spTgt spid="59"/>
                                        </p:tgtEl>
                                        <p:attrNameLst>
                                          <p:attrName>ppt_w</p:attrName>
                                        </p:attrNameLst>
                                      </p:cBhvr>
                                      <p:tavLst>
                                        <p:tav tm="0">
                                          <p:val>
                                            <p:fltVal val="0"/>
                                          </p:val>
                                        </p:tav>
                                        <p:tav tm="100000">
                                          <p:val>
                                            <p:strVal val="#ppt_w"/>
                                          </p:val>
                                        </p:tav>
                                      </p:tavLst>
                                    </p:anim>
                                    <p:anim calcmode="lin" valueType="num">
                                      <p:cBhvr>
                                        <p:cTn id="54" dur="500" fill="hold"/>
                                        <p:tgtEl>
                                          <p:spTgt spid="59"/>
                                        </p:tgtEl>
                                        <p:attrNameLst>
                                          <p:attrName>ppt_h</p:attrName>
                                        </p:attrNameLst>
                                      </p:cBhvr>
                                      <p:tavLst>
                                        <p:tav tm="0">
                                          <p:val>
                                            <p:fltVal val="0"/>
                                          </p:val>
                                        </p:tav>
                                        <p:tav tm="100000">
                                          <p:val>
                                            <p:strVal val="#ppt_h"/>
                                          </p:val>
                                        </p:tav>
                                      </p:tavLst>
                                    </p:anim>
                                    <p:animEffect transition="in" filter="fade">
                                      <p:cBhvr>
                                        <p:cTn id="55" dur="500"/>
                                        <p:tgtEl>
                                          <p:spTgt spid="59"/>
                                        </p:tgtEl>
                                      </p:cBhvr>
                                    </p:animEffect>
                                  </p:childTnLst>
                                </p:cTn>
                              </p:par>
                            </p:childTnLst>
                          </p:cTn>
                        </p:par>
                        <p:par>
                          <p:cTn id="56" fill="hold">
                            <p:stCondLst>
                              <p:cond delay="8000"/>
                            </p:stCondLst>
                            <p:childTnLst>
                              <p:par>
                                <p:cTn id="57" presetID="22" presetClass="entr" presetSubtype="1" fill="hold" grpId="0" nodeType="afterEffect">
                                  <p:stCondLst>
                                    <p:cond delay="0"/>
                                  </p:stCondLst>
                                  <p:childTnLst>
                                    <p:set>
                                      <p:cBhvr>
                                        <p:cTn id="58" dur="1" fill="hold">
                                          <p:stCondLst>
                                            <p:cond delay="0"/>
                                          </p:stCondLst>
                                        </p:cTn>
                                        <p:tgtEl>
                                          <p:spTgt spid="42"/>
                                        </p:tgtEl>
                                        <p:attrNameLst>
                                          <p:attrName>style.visibility</p:attrName>
                                        </p:attrNameLst>
                                      </p:cBhvr>
                                      <p:to>
                                        <p:strVal val="visible"/>
                                      </p:to>
                                    </p:set>
                                    <p:animEffect transition="in" filter="wipe(up)">
                                      <p:cBhvr>
                                        <p:cTn id="59" dur="500"/>
                                        <p:tgtEl>
                                          <p:spTgt spid="42"/>
                                        </p:tgtEl>
                                      </p:cBhvr>
                                    </p:animEffect>
                                  </p:childTnLst>
                                </p:cTn>
                              </p:par>
                            </p:childTnLst>
                          </p:cTn>
                        </p:par>
                        <p:par>
                          <p:cTn id="60" fill="hold">
                            <p:stCondLst>
                              <p:cond delay="8500"/>
                            </p:stCondLst>
                            <p:childTnLst>
                              <p:par>
                                <p:cTn id="61" presetID="2" presetClass="entr" presetSubtype="4" accel="40000" decel="40000" fill="hold" nodeType="afterEffect">
                                  <p:stCondLst>
                                    <p:cond delay="0"/>
                                  </p:stCondLst>
                                  <p:childTnLst>
                                    <p:set>
                                      <p:cBhvr>
                                        <p:cTn id="62" dur="1" fill="hold">
                                          <p:stCondLst>
                                            <p:cond delay="0"/>
                                          </p:stCondLst>
                                        </p:cTn>
                                        <p:tgtEl>
                                          <p:spTgt spid="54"/>
                                        </p:tgtEl>
                                        <p:attrNameLst>
                                          <p:attrName>style.visibility</p:attrName>
                                        </p:attrNameLst>
                                      </p:cBhvr>
                                      <p:to>
                                        <p:strVal val="visible"/>
                                      </p:to>
                                    </p:set>
                                    <p:anim calcmode="lin" valueType="num">
                                      <p:cBhvr additive="base">
                                        <p:cTn id="63" dur="1000" fill="hold"/>
                                        <p:tgtEl>
                                          <p:spTgt spid="54"/>
                                        </p:tgtEl>
                                        <p:attrNameLst>
                                          <p:attrName>ppt_x</p:attrName>
                                        </p:attrNameLst>
                                      </p:cBhvr>
                                      <p:tavLst>
                                        <p:tav tm="0">
                                          <p:val>
                                            <p:strVal val="#ppt_x"/>
                                          </p:val>
                                        </p:tav>
                                        <p:tav tm="100000">
                                          <p:val>
                                            <p:strVal val="#ppt_x"/>
                                          </p:val>
                                        </p:tav>
                                      </p:tavLst>
                                    </p:anim>
                                    <p:anim calcmode="lin" valueType="num">
                                      <p:cBhvr additive="base">
                                        <p:cTn id="64" dur="1000" fill="hold"/>
                                        <p:tgtEl>
                                          <p:spTgt spid="54"/>
                                        </p:tgtEl>
                                        <p:attrNameLst>
                                          <p:attrName>ppt_y</p:attrName>
                                        </p:attrNameLst>
                                      </p:cBhvr>
                                      <p:tavLst>
                                        <p:tav tm="0">
                                          <p:val>
                                            <p:strVal val="1+#ppt_h/2"/>
                                          </p:val>
                                        </p:tav>
                                        <p:tav tm="100000">
                                          <p:val>
                                            <p:strVal val="#ppt_y"/>
                                          </p:val>
                                        </p:tav>
                                      </p:tavLst>
                                    </p:anim>
                                  </p:childTnLst>
                                </p:cTn>
                              </p:par>
                            </p:childTnLst>
                          </p:cTn>
                        </p:par>
                        <p:par>
                          <p:cTn id="65" fill="hold">
                            <p:stCondLst>
                              <p:cond delay="9500"/>
                            </p:stCondLst>
                            <p:childTnLst>
                              <p:par>
                                <p:cTn id="66" presetID="53" presetClass="entr" presetSubtype="16" fill="hold" grpId="0" nodeType="afterEffect">
                                  <p:stCondLst>
                                    <p:cond delay="0"/>
                                  </p:stCondLst>
                                  <p:childTnLst>
                                    <p:set>
                                      <p:cBhvr>
                                        <p:cTn id="67" dur="1" fill="hold">
                                          <p:stCondLst>
                                            <p:cond delay="0"/>
                                          </p:stCondLst>
                                        </p:cTn>
                                        <p:tgtEl>
                                          <p:spTgt spid="60"/>
                                        </p:tgtEl>
                                        <p:attrNameLst>
                                          <p:attrName>style.visibility</p:attrName>
                                        </p:attrNameLst>
                                      </p:cBhvr>
                                      <p:to>
                                        <p:strVal val="visible"/>
                                      </p:to>
                                    </p:set>
                                    <p:anim calcmode="lin" valueType="num">
                                      <p:cBhvr>
                                        <p:cTn id="68" dur="500" fill="hold"/>
                                        <p:tgtEl>
                                          <p:spTgt spid="60"/>
                                        </p:tgtEl>
                                        <p:attrNameLst>
                                          <p:attrName>ppt_w</p:attrName>
                                        </p:attrNameLst>
                                      </p:cBhvr>
                                      <p:tavLst>
                                        <p:tav tm="0">
                                          <p:val>
                                            <p:fltVal val="0"/>
                                          </p:val>
                                        </p:tav>
                                        <p:tav tm="100000">
                                          <p:val>
                                            <p:strVal val="#ppt_w"/>
                                          </p:val>
                                        </p:tav>
                                      </p:tavLst>
                                    </p:anim>
                                    <p:anim calcmode="lin" valueType="num">
                                      <p:cBhvr>
                                        <p:cTn id="69" dur="500" fill="hold"/>
                                        <p:tgtEl>
                                          <p:spTgt spid="60"/>
                                        </p:tgtEl>
                                        <p:attrNameLst>
                                          <p:attrName>ppt_h</p:attrName>
                                        </p:attrNameLst>
                                      </p:cBhvr>
                                      <p:tavLst>
                                        <p:tav tm="0">
                                          <p:val>
                                            <p:fltVal val="0"/>
                                          </p:val>
                                        </p:tav>
                                        <p:tav tm="100000">
                                          <p:val>
                                            <p:strVal val="#ppt_h"/>
                                          </p:val>
                                        </p:tav>
                                      </p:tavLst>
                                    </p:anim>
                                    <p:animEffect transition="in" filter="fade">
                                      <p:cBhvr>
                                        <p:cTn id="70" dur="500"/>
                                        <p:tgtEl>
                                          <p:spTgt spid="60"/>
                                        </p:tgtEl>
                                      </p:cBhvr>
                                    </p:animEffect>
                                  </p:childTnLst>
                                </p:cTn>
                              </p:par>
                            </p:childTnLst>
                          </p:cTn>
                        </p:par>
                        <p:par>
                          <p:cTn id="71" fill="hold">
                            <p:stCondLst>
                              <p:cond delay="10000"/>
                            </p:stCondLst>
                            <p:childTnLst>
                              <p:par>
                                <p:cTn id="72" presetID="22" presetClass="entr" presetSubtype="1" fill="hold" grpId="0" nodeType="afterEffect">
                                  <p:stCondLst>
                                    <p:cond delay="0"/>
                                  </p:stCondLst>
                                  <p:childTnLst>
                                    <p:set>
                                      <p:cBhvr>
                                        <p:cTn id="73" dur="1" fill="hold">
                                          <p:stCondLst>
                                            <p:cond delay="0"/>
                                          </p:stCondLst>
                                        </p:cTn>
                                        <p:tgtEl>
                                          <p:spTgt spid="26"/>
                                        </p:tgtEl>
                                        <p:attrNameLst>
                                          <p:attrName>style.visibility</p:attrName>
                                        </p:attrNameLst>
                                      </p:cBhvr>
                                      <p:to>
                                        <p:strVal val="visible"/>
                                      </p:to>
                                    </p:set>
                                    <p:animEffect transition="in" filter="wipe(up)">
                                      <p:cBhvr>
                                        <p:cTn id="74"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P spid="42" grpId="0"/>
      <p:bldP spid="44" grpId="0"/>
      <p:bldP spid="57" grpId="0" animBg="1"/>
      <p:bldP spid="58" grpId="0" animBg="1"/>
      <p:bldP spid="59" grpId="0" animBg="1"/>
      <p:bldP spid="6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原创设计师QQ598969553          _1"/>
          <p:cNvSpPr/>
          <p:nvPr/>
        </p:nvSpPr>
        <p:spPr>
          <a:xfrm>
            <a:off x="3984952" y="1901409"/>
            <a:ext cx="5159048" cy="132371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原创设计师QQ598969553          _2"/>
          <p:cNvSpPr txBox="1"/>
          <p:nvPr/>
        </p:nvSpPr>
        <p:spPr>
          <a:xfrm>
            <a:off x="4764066" y="3486546"/>
            <a:ext cx="1608133" cy="307777"/>
          </a:xfrm>
          <a:prstGeom prst="rect">
            <a:avLst/>
          </a:prstGeom>
          <a:noFill/>
        </p:spPr>
        <p:txBody>
          <a:bodyPr wrap="none" rtlCol="0">
            <a:spAutoFit/>
          </a:bodyPr>
          <a:lstStyle/>
          <a:p>
            <a:pPr marL="342900" indent="-342900">
              <a:buFont typeface="Wingdings" panose="05000000000000000000" pitchFamily="2" charset="2"/>
              <a:buChar char="l"/>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团队成员介绍</a:t>
            </a:r>
          </a:p>
        </p:txBody>
      </p:sp>
      <p:sp>
        <p:nvSpPr>
          <p:cNvPr id="19" name="原创设计师QQ598969553          _3"/>
          <p:cNvSpPr txBox="1"/>
          <p:nvPr/>
        </p:nvSpPr>
        <p:spPr>
          <a:xfrm>
            <a:off x="6372199" y="3486546"/>
            <a:ext cx="1608133" cy="307777"/>
          </a:xfrm>
          <a:prstGeom prst="rect">
            <a:avLst/>
          </a:prstGeom>
          <a:noFill/>
        </p:spPr>
        <p:txBody>
          <a:bodyPr wrap="none" rtlCol="0">
            <a:spAutoFit/>
          </a:bodyPr>
          <a:lstStyle/>
          <a:p>
            <a:pPr marL="342900" indent="-342900">
              <a:buFont typeface="Wingdings" panose="05000000000000000000" pitchFamily="2" charset="2"/>
              <a:buChar char="l"/>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工作基本情况</a:t>
            </a:r>
          </a:p>
        </p:txBody>
      </p:sp>
      <p:sp>
        <p:nvSpPr>
          <p:cNvPr id="21" name="原创设计师QQ598969553          _4"/>
          <p:cNvSpPr txBox="1"/>
          <p:nvPr/>
        </p:nvSpPr>
        <p:spPr>
          <a:xfrm>
            <a:off x="4764066" y="3867100"/>
            <a:ext cx="1608133" cy="307777"/>
          </a:xfrm>
          <a:prstGeom prst="rect">
            <a:avLst/>
          </a:prstGeom>
          <a:noFill/>
        </p:spPr>
        <p:txBody>
          <a:bodyPr wrap="none" rtlCol="0">
            <a:spAutoFit/>
          </a:bodyPr>
          <a:lstStyle/>
          <a:p>
            <a:pPr marL="342900" indent="-342900">
              <a:buFont typeface="Wingdings" panose="05000000000000000000" pitchFamily="2" charset="2"/>
              <a:buChar char="l"/>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团队建设情况</a:t>
            </a:r>
          </a:p>
        </p:txBody>
      </p:sp>
      <p:sp>
        <p:nvSpPr>
          <p:cNvPr id="22" name="原创设计师QQ598969553          _5"/>
          <p:cNvSpPr txBox="1"/>
          <p:nvPr/>
        </p:nvSpPr>
        <p:spPr>
          <a:xfrm>
            <a:off x="6372200" y="3867100"/>
            <a:ext cx="1608133" cy="307777"/>
          </a:xfrm>
          <a:prstGeom prst="rect">
            <a:avLst/>
          </a:prstGeom>
          <a:noFill/>
        </p:spPr>
        <p:txBody>
          <a:bodyPr wrap="none" rtlCol="0">
            <a:spAutoFit/>
          </a:bodyPr>
          <a:lstStyle/>
          <a:p>
            <a:pPr marL="342900" indent="-342900">
              <a:buFont typeface="Wingdings" panose="05000000000000000000" pitchFamily="2" charset="2"/>
              <a:buChar char="l"/>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重点工作回顾</a:t>
            </a:r>
          </a:p>
        </p:txBody>
      </p:sp>
      <p:grpSp>
        <p:nvGrpSpPr>
          <p:cNvPr id="23" name="原创设计师QQ598969553          _6"/>
          <p:cNvGrpSpPr/>
          <p:nvPr/>
        </p:nvGrpSpPr>
        <p:grpSpPr>
          <a:xfrm>
            <a:off x="2926908" y="1901409"/>
            <a:ext cx="1497888" cy="1327566"/>
            <a:chOff x="2926908" y="1901409"/>
            <a:chExt cx="1497888" cy="1327566"/>
          </a:xfrm>
        </p:grpSpPr>
        <p:grpSp>
          <p:nvGrpSpPr>
            <p:cNvPr id="28" name="组合 27"/>
            <p:cNvGrpSpPr/>
            <p:nvPr/>
          </p:nvGrpSpPr>
          <p:grpSpPr>
            <a:xfrm rot="5400000">
              <a:off x="3012069" y="1816248"/>
              <a:ext cx="1327566" cy="1497888"/>
              <a:chOff x="4468733" y="2771468"/>
              <a:chExt cx="1487127" cy="1677919"/>
            </a:xfrm>
          </p:grpSpPr>
          <p:sp>
            <p:nvSpPr>
              <p:cNvPr id="30" name="Freeform 5"/>
              <p:cNvSpPr>
                <a:spLocks/>
              </p:cNvSpPr>
              <p:nvPr/>
            </p:nvSpPr>
            <p:spPr bwMode="auto">
              <a:xfrm rot="5400000">
                <a:off x="4373337" y="2866864"/>
                <a:ext cx="1677919" cy="148712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0">
                    <a:schemeClr val="bg1"/>
                  </a:gs>
                  <a:gs pos="100000">
                    <a:srgbClr val="DCDCDC"/>
                  </a:gs>
                </a:gsLst>
                <a:lin ang="2700000" scaled="0"/>
              </a:gradFill>
              <a:ln w="19050">
                <a:gradFill>
                  <a:gsLst>
                    <a:gs pos="0">
                      <a:srgbClr val="ADADAD"/>
                    </a:gs>
                    <a:gs pos="66000">
                      <a:schemeClr val="bg1"/>
                    </a:gs>
                  </a:gsLst>
                  <a:lin ang="2700000" scaled="0"/>
                </a:gradFill>
              </a:ln>
              <a:effectLst>
                <a:outerShdw blurRad="1143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a:p>
            </p:txBody>
          </p:sp>
          <p:sp>
            <p:nvSpPr>
              <p:cNvPr id="31" name="Freeform 5"/>
              <p:cNvSpPr>
                <a:spLocks/>
              </p:cNvSpPr>
              <p:nvPr/>
            </p:nvSpPr>
            <p:spPr bwMode="auto">
              <a:xfrm rot="5400000">
                <a:off x="4600910" y="3068560"/>
                <a:ext cx="1222771" cy="108373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1"/>
              </a:solidFill>
              <a:ln w="15875">
                <a:noFill/>
              </a:ln>
              <a:effectLst>
                <a:innerShdw blurRad="63500" dist="25400" dir="2700000">
                  <a:prstClr val="black">
                    <a:alpha val="50000"/>
                  </a:prstClr>
                </a:innerShdw>
              </a:effectLst>
            </p:spPr>
            <p:txBody>
              <a:bodyPr vert="horz" wrap="square" lIns="91440" tIns="45720" rIns="91440" bIns="45720" numCol="1" anchor="t" anchorCtr="0" compatLnSpc="1">
                <a:prstTxWarp prst="textNoShape">
                  <a:avLst/>
                </a:prstTxWarp>
              </a:bodyPr>
              <a:lstStyle/>
              <a:p>
                <a:endParaRPr lang="zh-CN" altLang="en-US" dirty="0"/>
              </a:p>
            </p:txBody>
          </p:sp>
        </p:grpSp>
        <p:sp>
          <p:nvSpPr>
            <p:cNvPr id="29" name="TextBox 6"/>
            <p:cNvSpPr txBox="1"/>
            <p:nvPr/>
          </p:nvSpPr>
          <p:spPr>
            <a:xfrm>
              <a:off x="3366751" y="2272804"/>
              <a:ext cx="618201" cy="584775"/>
            </a:xfrm>
            <a:prstGeom prst="rect">
              <a:avLst/>
            </a:prstGeom>
            <a:noFill/>
          </p:spPr>
          <p:txBody>
            <a:bodyPr wrap="square" rtlCol="0">
              <a:spAutoFit/>
            </a:bodyPr>
            <a:lstStyle/>
            <a:p>
              <a:pPr algn="ctr"/>
              <a:r>
                <a:rPr lang="en-US" altLang="zh-CN" sz="3200" dirty="0">
                  <a:solidFill>
                    <a:schemeClr val="bg1"/>
                  </a:solidFill>
                  <a:latin typeface="Impact" panose="020B0806030902050204" pitchFamily="34" charset="0"/>
                  <a:ea typeface="微软雅黑" panose="020B0503020204020204" pitchFamily="34" charset="-122"/>
                </a:rPr>
                <a:t>01</a:t>
              </a:r>
              <a:endParaRPr lang="zh-CN" altLang="en-US" sz="3200" dirty="0">
                <a:solidFill>
                  <a:schemeClr val="bg1"/>
                </a:solidFill>
                <a:latin typeface="Impact" panose="020B0806030902050204" pitchFamily="34" charset="0"/>
                <a:ea typeface="微软雅黑" panose="020B0503020204020204" pitchFamily="34" charset="-122"/>
              </a:endParaRPr>
            </a:p>
          </p:txBody>
        </p:sp>
      </p:grpSp>
      <p:sp>
        <p:nvSpPr>
          <p:cNvPr id="32" name="原创设计师QQ598969553          _7"/>
          <p:cNvSpPr/>
          <p:nvPr/>
        </p:nvSpPr>
        <p:spPr>
          <a:xfrm>
            <a:off x="5557415" y="2245339"/>
            <a:ext cx="1345240" cy="369332"/>
          </a:xfrm>
          <a:prstGeom prst="rect">
            <a:avLst/>
          </a:prstGeom>
        </p:spPr>
        <p:txBody>
          <a:bodyPr wrap="none">
            <a:spAutoFit/>
          </a:bodyPr>
          <a:lstStyle/>
          <a:p>
            <a:pPr algn="ctr"/>
            <a:r>
              <a:rPr lang="zh-CN" altLang="en-US" b="1" dirty="0">
                <a:solidFill>
                  <a:schemeClr val="bg1"/>
                </a:solidFill>
                <a:latin typeface="华文细黑" panose="02010600040101010101" pitchFamily="2" charset="-122"/>
                <a:ea typeface="华文细黑" panose="02010600040101010101" pitchFamily="2" charset="-122"/>
              </a:rPr>
              <a:t>公司与团队</a:t>
            </a:r>
          </a:p>
        </p:txBody>
      </p:sp>
      <p:sp>
        <p:nvSpPr>
          <p:cNvPr id="33" name="原创设计师QQ598969553          _8"/>
          <p:cNvSpPr/>
          <p:nvPr/>
        </p:nvSpPr>
        <p:spPr>
          <a:xfrm>
            <a:off x="5724128" y="2682905"/>
            <a:ext cx="1011815" cy="276999"/>
          </a:xfrm>
          <a:prstGeom prst="rect">
            <a:avLst/>
          </a:prstGeom>
        </p:spPr>
        <p:txBody>
          <a:bodyPr wrap="none">
            <a:spAutoFit/>
          </a:bodyPr>
          <a:lstStyle/>
          <a:p>
            <a:pPr algn="ctr"/>
            <a:r>
              <a:rPr lang="en-US" altLang="zh-CN" sz="1200" b="1" dirty="0">
                <a:solidFill>
                  <a:schemeClr val="bg1"/>
                </a:solidFill>
                <a:latin typeface="华文细黑" panose="02010600040101010101" pitchFamily="2" charset="-122"/>
                <a:ea typeface="华文细黑" panose="02010600040101010101" pitchFamily="2" charset="-122"/>
              </a:rPr>
              <a:t>(</a:t>
            </a:r>
            <a:r>
              <a:rPr lang="zh-CN" altLang="en-US" sz="1200" b="1" dirty="0">
                <a:solidFill>
                  <a:schemeClr val="bg1"/>
                </a:solidFill>
                <a:latin typeface="华文细黑" panose="02010600040101010101" pitchFamily="2" charset="-122"/>
                <a:ea typeface="华文细黑" panose="02010600040101010101" pitchFamily="2" charset="-122"/>
              </a:rPr>
              <a:t>我们是谁）</a:t>
            </a:r>
          </a:p>
        </p:txBody>
      </p:sp>
      <p:pic>
        <p:nvPicPr>
          <p:cNvPr id="14" name="Picture 64"/>
          <p:cNvPicPr>
            <a:picLocks noGrp="1" noSelect="1" noRot="1" noChangeAspect="1" noMove="1" noResize="1" noChangeShapeType="1"/>
          </p:cNvPicPr>
          <p:nvPr/>
        </p:nvPicPr>
        <p:blipFill>
          <a:blip r:embed="rId3"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1513742737"/>
      </p:ext>
    </p:extLst>
  </p:cSld>
  <p:clrMapOvr>
    <a:masterClrMapping/>
  </p:clrMapOvr>
  <mc:AlternateContent xmlns:mc="http://schemas.openxmlformats.org/markup-compatibility/2006" xmlns:p14="http://schemas.microsoft.com/office/powerpoint/2010/main">
    <mc:Choice Requires="p14">
      <p:transition spd="slow" p14:dur="1250" advClick="0" advTm="0">
        <p14:flip dir="r"/>
      </p:transition>
    </mc:Choice>
    <mc:Fallback xmlns="">
      <p:transition spd="slow" advClick="0"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p:cTn id="7" dur="500" fill="hold"/>
                                            <p:tgtEl>
                                              <p:spTgt spid="23"/>
                                            </p:tgtEl>
                                            <p:attrNameLst>
                                              <p:attrName>ppt_w</p:attrName>
                                            </p:attrNameLst>
                                          </p:cBhvr>
                                          <p:tavLst>
                                            <p:tav tm="0">
                                              <p:val>
                                                <p:fltVal val="0"/>
                                              </p:val>
                                            </p:tav>
                                            <p:tav tm="100000">
                                              <p:val>
                                                <p:strVal val="#ppt_w"/>
                                              </p:val>
                                            </p:tav>
                                          </p:tavLst>
                                        </p:anim>
                                        <p:anim calcmode="lin" valueType="num">
                                          <p:cBhvr>
                                            <p:cTn id="8" dur="500" fill="hold"/>
                                            <p:tgtEl>
                                              <p:spTgt spid="23"/>
                                            </p:tgtEl>
                                            <p:attrNameLst>
                                              <p:attrName>ppt_h</p:attrName>
                                            </p:attrNameLst>
                                          </p:cBhvr>
                                          <p:tavLst>
                                            <p:tav tm="0">
                                              <p:val>
                                                <p:fltVal val="0"/>
                                              </p:val>
                                            </p:tav>
                                            <p:tav tm="100000">
                                              <p:val>
                                                <p:strVal val="#ppt_h"/>
                                              </p:val>
                                            </p:tav>
                                          </p:tavLst>
                                        </p:anim>
                                        <p:animEffect transition="in" filter="fade">
                                          <p:cBhvr>
                                            <p:cTn id="9" dur="500"/>
                                            <p:tgtEl>
                                              <p:spTgt spid="23"/>
                                            </p:tgtEl>
                                          </p:cBhvr>
                                        </p:animEffec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wipe(left)">
                                          <p:cBhvr>
                                            <p:cTn id="13" dur="500"/>
                                            <p:tgtEl>
                                              <p:spTgt spid="15"/>
                                            </p:tgtEl>
                                          </p:cBhvr>
                                        </p:animEffect>
                                      </p:childTnLst>
                                    </p:cTn>
                                  </p:par>
                                  <p:par>
                                    <p:cTn id="14" presetID="2" presetClass="entr" presetSubtype="4" fill="hold" grpId="0" nodeType="withEffect" p14:presetBounceEnd="60000">
                                      <p:stCondLst>
                                        <p:cond delay="1100"/>
                                      </p:stCondLst>
                                      <p:childTnLst>
                                        <p:set>
                                          <p:cBhvr>
                                            <p:cTn id="15" dur="1" fill="hold">
                                              <p:stCondLst>
                                                <p:cond delay="0"/>
                                              </p:stCondLst>
                                            </p:cTn>
                                            <p:tgtEl>
                                              <p:spTgt spid="17"/>
                                            </p:tgtEl>
                                            <p:attrNameLst>
                                              <p:attrName>style.visibility</p:attrName>
                                            </p:attrNameLst>
                                          </p:cBhvr>
                                          <p:to>
                                            <p:strVal val="visible"/>
                                          </p:to>
                                        </p:set>
                                        <p:anim calcmode="lin" valueType="num" p14:bounceEnd="60000">
                                          <p:cBhvr additive="base">
                                            <p:cTn id="16" dur="750" fill="hold"/>
                                            <p:tgtEl>
                                              <p:spTgt spid="17"/>
                                            </p:tgtEl>
                                            <p:attrNameLst>
                                              <p:attrName>ppt_x</p:attrName>
                                            </p:attrNameLst>
                                          </p:cBhvr>
                                          <p:tavLst>
                                            <p:tav tm="0">
                                              <p:val>
                                                <p:strVal val="#ppt_x"/>
                                              </p:val>
                                            </p:tav>
                                            <p:tav tm="100000">
                                              <p:val>
                                                <p:strVal val="#ppt_x"/>
                                              </p:val>
                                            </p:tav>
                                          </p:tavLst>
                                        </p:anim>
                                        <p:anim calcmode="lin" valueType="num" p14:bounceEnd="60000">
                                          <p:cBhvr additive="base">
                                            <p:cTn id="17" dur="750" fill="hold"/>
                                            <p:tgtEl>
                                              <p:spTgt spid="17"/>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14:presetBounceEnd="60000">
                                      <p:stCondLst>
                                        <p:cond delay="1300"/>
                                      </p:stCondLst>
                                      <p:childTnLst>
                                        <p:set>
                                          <p:cBhvr>
                                            <p:cTn id="19" dur="1" fill="hold">
                                              <p:stCondLst>
                                                <p:cond delay="0"/>
                                              </p:stCondLst>
                                            </p:cTn>
                                            <p:tgtEl>
                                              <p:spTgt spid="21"/>
                                            </p:tgtEl>
                                            <p:attrNameLst>
                                              <p:attrName>style.visibility</p:attrName>
                                            </p:attrNameLst>
                                          </p:cBhvr>
                                          <p:to>
                                            <p:strVal val="visible"/>
                                          </p:to>
                                        </p:set>
                                        <p:anim calcmode="lin" valueType="num" p14:bounceEnd="60000">
                                          <p:cBhvr additive="base">
                                            <p:cTn id="20" dur="750" fill="hold"/>
                                            <p:tgtEl>
                                              <p:spTgt spid="21"/>
                                            </p:tgtEl>
                                            <p:attrNameLst>
                                              <p:attrName>ppt_x</p:attrName>
                                            </p:attrNameLst>
                                          </p:cBhvr>
                                          <p:tavLst>
                                            <p:tav tm="0">
                                              <p:val>
                                                <p:strVal val="#ppt_x"/>
                                              </p:val>
                                            </p:tav>
                                            <p:tav tm="100000">
                                              <p:val>
                                                <p:strVal val="#ppt_x"/>
                                              </p:val>
                                            </p:tav>
                                          </p:tavLst>
                                        </p:anim>
                                        <p:anim calcmode="lin" valueType="num" p14:bounceEnd="60000">
                                          <p:cBhvr additive="base">
                                            <p:cTn id="21" dur="750" fill="hold"/>
                                            <p:tgtEl>
                                              <p:spTgt spid="21"/>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14:presetBounceEnd="60000">
                                      <p:stCondLst>
                                        <p:cond delay="1500"/>
                                      </p:stCondLst>
                                      <p:childTnLst>
                                        <p:set>
                                          <p:cBhvr>
                                            <p:cTn id="23" dur="1" fill="hold">
                                              <p:stCondLst>
                                                <p:cond delay="0"/>
                                              </p:stCondLst>
                                            </p:cTn>
                                            <p:tgtEl>
                                              <p:spTgt spid="19"/>
                                            </p:tgtEl>
                                            <p:attrNameLst>
                                              <p:attrName>style.visibility</p:attrName>
                                            </p:attrNameLst>
                                          </p:cBhvr>
                                          <p:to>
                                            <p:strVal val="visible"/>
                                          </p:to>
                                        </p:set>
                                        <p:anim calcmode="lin" valueType="num" p14:bounceEnd="60000">
                                          <p:cBhvr additive="base">
                                            <p:cTn id="24" dur="750" fill="hold"/>
                                            <p:tgtEl>
                                              <p:spTgt spid="19"/>
                                            </p:tgtEl>
                                            <p:attrNameLst>
                                              <p:attrName>ppt_x</p:attrName>
                                            </p:attrNameLst>
                                          </p:cBhvr>
                                          <p:tavLst>
                                            <p:tav tm="0">
                                              <p:val>
                                                <p:strVal val="#ppt_x"/>
                                              </p:val>
                                            </p:tav>
                                            <p:tav tm="100000">
                                              <p:val>
                                                <p:strVal val="#ppt_x"/>
                                              </p:val>
                                            </p:tav>
                                          </p:tavLst>
                                        </p:anim>
                                        <p:anim calcmode="lin" valueType="num" p14:bounceEnd="60000">
                                          <p:cBhvr additive="base">
                                            <p:cTn id="25" dur="750" fill="hold"/>
                                            <p:tgtEl>
                                              <p:spTgt spid="19"/>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14:presetBounceEnd="60000">
                                      <p:stCondLst>
                                        <p:cond delay="1700"/>
                                      </p:stCondLst>
                                      <p:childTnLst>
                                        <p:set>
                                          <p:cBhvr>
                                            <p:cTn id="27" dur="1" fill="hold">
                                              <p:stCondLst>
                                                <p:cond delay="0"/>
                                              </p:stCondLst>
                                            </p:cTn>
                                            <p:tgtEl>
                                              <p:spTgt spid="22"/>
                                            </p:tgtEl>
                                            <p:attrNameLst>
                                              <p:attrName>style.visibility</p:attrName>
                                            </p:attrNameLst>
                                          </p:cBhvr>
                                          <p:to>
                                            <p:strVal val="visible"/>
                                          </p:to>
                                        </p:set>
                                        <p:anim calcmode="lin" valueType="num" p14:bounceEnd="60000">
                                          <p:cBhvr additive="base">
                                            <p:cTn id="28" dur="750" fill="hold"/>
                                            <p:tgtEl>
                                              <p:spTgt spid="22"/>
                                            </p:tgtEl>
                                            <p:attrNameLst>
                                              <p:attrName>ppt_x</p:attrName>
                                            </p:attrNameLst>
                                          </p:cBhvr>
                                          <p:tavLst>
                                            <p:tav tm="0">
                                              <p:val>
                                                <p:strVal val="#ppt_x"/>
                                              </p:val>
                                            </p:tav>
                                            <p:tav tm="100000">
                                              <p:val>
                                                <p:strVal val="#ppt_x"/>
                                              </p:val>
                                            </p:tav>
                                          </p:tavLst>
                                        </p:anim>
                                        <p:anim calcmode="lin" valueType="num" p14:bounceEnd="60000">
                                          <p:cBhvr additive="base">
                                            <p:cTn id="29" dur="75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p:bldP spid="19" grpId="0"/>
          <p:bldP spid="21" grpId="0"/>
          <p:bldP spid="22"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p:cTn id="7" dur="500" fill="hold"/>
                                            <p:tgtEl>
                                              <p:spTgt spid="23"/>
                                            </p:tgtEl>
                                            <p:attrNameLst>
                                              <p:attrName>ppt_w</p:attrName>
                                            </p:attrNameLst>
                                          </p:cBhvr>
                                          <p:tavLst>
                                            <p:tav tm="0">
                                              <p:val>
                                                <p:fltVal val="0"/>
                                              </p:val>
                                            </p:tav>
                                            <p:tav tm="100000">
                                              <p:val>
                                                <p:strVal val="#ppt_w"/>
                                              </p:val>
                                            </p:tav>
                                          </p:tavLst>
                                        </p:anim>
                                        <p:anim calcmode="lin" valueType="num">
                                          <p:cBhvr>
                                            <p:cTn id="8" dur="500" fill="hold"/>
                                            <p:tgtEl>
                                              <p:spTgt spid="23"/>
                                            </p:tgtEl>
                                            <p:attrNameLst>
                                              <p:attrName>ppt_h</p:attrName>
                                            </p:attrNameLst>
                                          </p:cBhvr>
                                          <p:tavLst>
                                            <p:tav tm="0">
                                              <p:val>
                                                <p:fltVal val="0"/>
                                              </p:val>
                                            </p:tav>
                                            <p:tav tm="100000">
                                              <p:val>
                                                <p:strVal val="#ppt_h"/>
                                              </p:val>
                                            </p:tav>
                                          </p:tavLst>
                                        </p:anim>
                                        <p:animEffect transition="in" filter="fade">
                                          <p:cBhvr>
                                            <p:cTn id="9" dur="500"/>
                                            <p:tgtEl>
                                              <p:spTgt spid="23"/>
                                            </p:tgtEl>
                                          </p:cBhvr>
                                        </p:animEffec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wipe(left)">
                                          <p:cBhvr>
                                            <p:cTn id="13" dur="500"/>
                                            <p:tgtEl>
                                              <p:spTgt spid="15"/>
                                            </p:tgtEl>
                                          </p:cBhvr>
                                        </p:animEffect>
                                      </p:childTnLst>
                                    </p:cTn>
                                  </p:par>
                                  <p:par>
                                    <p:cTn id="14" presetID="2" presetClass="entr" presetSubtype="4" fill="hold" grpId="0" nodeType="withEffect">
                                      <p:stCondLst>
                                        <p:cond delay="1100"/>
                                      </p:stCondLst>
                                      <p:childTnLst>
                                        <p:set>
                                          <p:cBhvr>
                                            <p:cTn id="15" dur="1" fill="hold">
                                              <p:stCondLst>
                                                <p:cond delay="0"/>
                                              </p:stCondLst>
                                            </p:cTn>
                                            <p:tgtEl>
                                              <p:spTgt spid="17"/>
                                            </p:tgtEl>
                                            <p:attrNameLst>
                                              <p:attrName>style.visibility</p:attrName>
                                            </p:attrNameLst>
                                          </p:cBhvr>
                                          <p:to>
                                            <p:strVal val="visible"/>
                                          </p:to>
                                        </p:set>
                                        <p:anim calcmode="lin" valueType="num">
                                          <p:cBhvr additive="base">
                                            <p:cTn id="16" dur="750" fill="hold"/>
                                            <p:tgtEl>
                                              <p:spTgt spid="17"/>
                                            </p:tgtEl>
                                            <p:attrNameLst>
                                              <p:attrName>ppt_x</p:attrName>
                                            </p:attrNameLst>
                                          </p:cBhvr>
                                          <p:tavLst>
                                            <p:tav tm="0">
                                              <p:val>
                                                <p:strVal val="#ppt_x"/>
                                              </p:val>
                                            </p:tav>
                                            <p:tav tm="100000">
                                              <p:val>
                                                <p:strVal val="#ppt_x"/>
                                              </p:val>
                                            </p:tav>
                                          </p:tavLst>
                                        </p:anim>
                                        <p:anim calcmode="lin" valueType="num">
                                          <p:cBhvr additive="base">
                                            <p:cTn id="17" dur="750" fill="hold"/>
                                            <p:tgtEl>
                                              <p:spTgt spid="17"/>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1300"/>
                                      </p:stCondLst>
                                      <p:childTnLst>
                                        <p:set>
                                          <p:cBhvr>
                                            <p:cTn id="19" dur="1" fill="hold">
                                              <p:stCondLst>
                                                <p:cond delay="0"/>
                                              </p:stCondLst>
                                            </p:cTn>
                                            <p:tgtEl>
                                              <p:spTgt spid="21"/>
                                            </p:tgtEl>
                                            <p:attrNameLst>
                                              <p:attrName>style.visibility</p:attrName>
                                            </p:attrNameLst>
                                          </p:cBhvr>
                                          <p:to>
                                            <p:strVal val="visible"/>
                                          </p:to>
                                        </p:set>
                                        <p:anim calcmode="lin" valueType="num">
                                          <p:cBhvr additive="base">
                                            <p:cTn id="20" dur="750" fill="hold"/>
                                            <p:tgtEl>
                                              <p:spTgt spid="21"/>
                                            </p:tgtEl>
                                            <p:attrNameLst>
                                              <p:attrName>ppt_x</p:attrName>
                                            </p:attrNameLst>
                                          </p:cBhvr>
                                          <p:tavLst>
                                            <p:tav tm="0">
                                              <p:val>
                                                <p:strVal val="#ppt_x"/>
                                              </p:val>
                                            </p:tav>
                                            <p:tav tm="100000">
                                              <p:val>
                                                <p:strVal val="#ppt_x"/>
                                              </p:val>
                                            </p:tav>
                                          </p:tavLst>
                                        </p:anim>
                                        <p:anim calcmode="lin" valueType="num">
                                          <p:cBhvr additive="base">
                                            <p:cTn id="21" dur="750" fill="hold"/>
                                            <p:tgtEl>
                                              <p:spTgt spid="21"/>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1500"/>
                                      </p:stCondLst>
                                      <p:childTnLst>
                                        <p:set>
                                          <p:cBhvr>
                                            <p:cTn id="23" dur="1" fill="hold">
                                              <p:stCondLst>
                                                <p:cond delay="0"/>
                                              </p:stCondLst>
                                            </p:cTn>
                                            <p:tgtEl>
                                              <p:spTgt spid="19"/>
                                            </p:tgtEl>
                                            <p:attrNameLst>
                                              <p:attrName>style.visibility</p:attrName>
                                            </p:attrNameLst>
                                          </p:cBhvr>
                                          <p:to>
                                            <p:strVal val="visible"/>
                                          </p:to>
                                        </p:set>
                                        <p:anim calcmode="lin" valueType="num">
                                          <p:cBhvr additive="base">
                                            <p:cTn id="24" dur="750" fill="hold"/>
                                            <p:tgtEl>
                                              <p:spTgt spid="19"/>
                                            </p:tgtEl>
                                            <p:attrNameLst>
                                              <p:attrName>ppt_x</p:attrName>
                                            </p:attrNameLst>
                                          </p:cBhvr>
                                          <p:tavLst>
                                            <p:tav tm="0">
                                              <p:val>
                                                <p:strVal val="#ppt_x"/>
                                              </p:val>
                                            </p:tav>
                                            <p:tav tm="100000">
                                              <p:val>
                                                <p:strVal val="#ppt_x"/>
                                              </p:val>
                                            </p:tav>
                                          </p:tavLst>
                                        </p:anim>
                                        <p:anim calcmode="lin" valueType="num">
                                          <p:cBhvr additive="base">
                                            <p:cTn id="25" dur="750" fill="hold"/>
                                            <p:tgtEl>
                                              <p:spTgt spid="19"/>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1700"/>
                                      </p:stCondLst>
                                      <p:childTnLst>
                                        <p:set>
                                          <p:cBhvr>
                                            <p:cTn id="27" dur="1" fill="hold">
                                              <p:stCondLst>
                                                <p:cond delay="0"/>
                                              </p:stCondLst>
                                            </p:cTn>
                                            <p:tgtEl>
                                              <p:spTgt spid="22"/>
                                            </p:tgtEl>
                                            <p:attrNameLst>
                                              <p:attrName>style.visibility</p:attrName>
                                            </p:attrNameLst>
                                          </p:cBhvr>
                                          <p:to>
                                            <p:strVal val="visible"/>
                                          </p:to>
                                        </p:set>
                                        <p:anim calcmode="lin" valueType="num">
                                          <p:cBhvr additive="base">
                                            <p:cTn id="28" dur="750" fill="hold"/>
                                            <p:tgtEl>
                                              <p:spTgt spid="22"/>
                                            </p:tgtEl>
                                            <p:attrNameLst>
                                              <p:attrName>ppt_x</p:attrName>
                                            </p:attrNameLst>
                                          </p:cBhvr>
                                          <p:tavLst>
                                            <p:tav tm="0">
                                              <p:val>
                                                <p:strVal val="#ppt_x"/>
                                              </p:val>
                                            </p:tav>
                                            <p:tav tm="100000">
                                              <p:val>
                                                <p:strVal val="#ppt_x"/>
                                              </p:val>
                                            </p:tav>
                                          </p:tavLst>
                                        </p:anim>
                                        <p:anim calcmode="lin" valueType="num">
                                          <p:cBhvr additive="base">
                                            <p:cTn id="29" dur="75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p:bldP spid="19" grpId="0"/>
          <p:bldP spid="21" grpId="0"/>
          <p:bldP spid="22" grpId="0"/>
        </p:bldLst>
      </p:timing>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6" name="原创设计师QQ598969553          _1"/>
          <p:cNvGrpSpPr/>
          <p:nvPr/>
        </p:nvGrpSpPr>
        <p:grpSpPr>
          <a:xfrm>
            <a:off x="790940" y="1326148"/>
            <a:ext cx="2551321" cy="525222"/>
            <a:chOff x="828467" y="1326148"/>
            <a:chExt cx="2551321" cy="525222"/>
          </a:xfrm>
        </p:grpSpPr>
        <p:sp>
          <p:nvSpPr>
            <p:cNvPr id="177" name="圆角矩形 176"/>
            <p:cNvSpPr/>
            <p:nvPr/>
          </p:nvSpPr>
          <p:spPr>
            <a:xfrm>
              <a:off x="828467" y="1326148"/>
              <a:ext cx="2551321" cy="525222"/>
            </a:xfrm>
            <a:prstGeom prst="roundRect">
              <a:avLst>
                <a:gd name="adj" fmla="val 0"/>
              </a:avLst>
            </a:prstGeom>
            <a:solidFill>
              <a:schemeClr val="accent2"/>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178" name="圆角矩形 177"/>
            <p:cNvSpPr/>
            <p:nvPr/>
          </p:nvSpPr>
          <p:spPr>
            <a:xfrm>
              <a:off x="910698" y="1400423"/>
              <a:ext cx="2386859" cy="376672"/>
            </a:xfrm>
            <a:prstGeom prst="roundRect">
              <a:avLst>
                <a:gd name="adj" fmla="val 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179" name="原创设计师QQ598969553          _2"/>
          <p:cNvGrpSpPr/>
          <p:nvPr/>
        </p:nvGrpSpPr>
        <p:grpSpPr>
          <a:xfrm>
            <a:off x="790940" y="2394983"/>
            <a:ext cx="2551321" cy="525222"/>
            <a:chOff x="828467" y="1326148"/>
            <a:chExt cx="2551321" cy="525222"/>
          </a:xfrm>
        </p:grpSpPr>
        <p:sp>
          <p:nvSpPr>
            <p:cNvPr id="180" name="圆角矩形 179"/>
            <p:cNvSpPr/>
            <p:nvPr/>
          </p:nvSpPr>
          <p:spPr>
            <a:xfrm>
              <a:off x="828467" y="1326148"/>
              <a:ext cx="2551321" cy="525222"/>
            </a:xfrm>
            <a:prstGeom prst="roundRect">
              <a:avLst>
                <a:gd name="adj" fmla="val 0"/>
              </a:avLst>
            </a:prstGeom>
            <a:solidFill>
              <a:schemeClr val="accent1"/>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181" name="圆角矩形 180"/>
            <p:cNvSpPr/>
            <p:nvPr/>
          </p:nvSpPr>
          <p:spPr>
            <a:xfrm>
              <a:off x="910698" y="1400423"/>
              <a:ext cx="2386859" cy="376672"/>
            </a:xfrm>
            <a:prstGeom prst="roundRect">
              <a:avLst>
                <a:gd name="adj" fmla="val 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182" name="原创设计师QQ598969553          _3"/>
          <p:cNvGrpSpPr/>
          <p:nvPr/>
        </p:nvGrpSpPr>
        <p:grpSpPr>
          <a:xfrm>
            <a:off x="790940" y="3509018"/>
            <a:ext cx="2551321" cy="525222"/>
            <a:chOff x="828467" y="1326148"/>
            <a:chExt cx="2551321" cy="525222"/>
          </a:xfrm>
        </p:grpSpPr>
        <p:sp>
          <p:nvSpPr>
            <p:cNvPr id="183" name="圆角矩形 182"/>
            <p:cNvSpPr/>
            <p:nvPr/>
          </p:nvSpPr>
          <p:spPr>
            <a:xfrm>
              <a:off x="828467" y="1326148"/>
              <a:ext cx="2551321" cy="525222"/>
            </a:xfrm>
            <a:prstGeom prst="roundRect">
              <a:avLst>
                <a:gd name="adj" fmla="val 0"/>
              </a:avLst>
            </a:prstGeom>
            <a:solidFill>
              <a:schemeClr val="accent2"/>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184" name="圆角矩形 183"/>
            <p:cNvSpPr/>
            <p:nvPr/>
          </p:nvSpPr>
          <p:spPr>
            <a:xfrm>
              <a:off x="910698" y="1400423"/>
              <a:ext cx="2386859" cy="376672"/>
            </a:xfrm>
            <a:prstGeom prst="roundRect">
              <a:avLst>
                <a:gd name="adj" fmla="val 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185" name="原创设计师QQ598969553          _4"/>
          <p:cNvGrpSpPr/>
          <p:nvPr/>
        </p:nvGrpSpPr>
        <p:grpSpPr>
          <a:xfrm>
            <a:off x="5751501" y="1325708"/>
            <a:ext cx="2551321" cy="525222"/>
            <a:chOff x="828467" y="1326148"/>
            <a:chExt cx="2551321" cy="525222"/>
          </a:xfrm>
        </p:grpSpPr>
        <p:sp>
          <p:nvSpPr>
            <p:cNvPr id="186" name="圆角矩形 185"/>
            <p:cNvSpPr/>
            <p:nvPr/>
          </p:nvSpPr>
          <p:spPr>
            <a:xfrm>
              <a:off x="828467" y="1326148"/>
              <a:ext cx="2551321" cy="525222"/>
            </a:xfrm>
            <a:prstGeom prst="roundRect">
              <a:avLst>
                <a:gd name="adj" fmla="val 0"/>
              </a:avLst>
            </a:prstGeom>
            <a:solidFill>
              <a:schemeClr val="accent1"/>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187" name="圆角矩形 186"/>
            <p:cNvSpPr/>
            <p:nvPr/>
          </p:nvSpPr>
          <p:spPr>
            <a:xfrm>
              <a:off x="910698" y="1400423"/>
              <a:ext cx="2386859" cy="376672"/>
            </a:xfrm>
            <a:prstGeom prst="roundRect">
              <a:avLst>
                <a:gd name="adj" fmla="val 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188" name="原创设计师QQ598969553          _5"/>
          <p:cNvGrpSpPr/>
          <p:nvPr/>
        </p:nvGrpSpPr>
        <p:grpSpPr>
          <a:xfrm>
            <a:off x="5751501" y="2394543"/>
            <a:ext cx="2551321" cy="525222"/>
            <a:chOff x="828467" y="1326148"/>
            <a:chExt cx="2551321" cy="525222"/>
          </a:xfrm>
        </p:grpSpPr>
        <p:sp>
          <p:nvSpPr>
            <p:cNvPr id="189" name="圆角矩形 188"/>
            <p:cNvSpPr/>
            <p:nvPr/>
          </p:nvSpPr>
          <p:spPr>
            <a:xfrm>
              <a:off x="828467" y="1326148"/>
              <a:ext cx="2551321" cy="525222"/>
            </a:xfrm>
            <a:prstGeom prst="roundRect">
              <a:avLst>
                <a:gd name="adj" fmla="val 0"/>
              </a:avLst>
            </a:prstGeom>
            <a:solidFill>
              <a:schemeClr val="accent2"/>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190" name="圆角矩形 189"/>
            <p:cNvSpPr/>
            <p:nvPr/>
          </p:nvSpPr>
          <p:spPr>
            <a:xfrm>
              <a:off x="910698" y="1400423"/>
              <a:ext cx="2386859" cy="376672"/>
            </a:xfrm>
            <a:prstGeom prst="roundRect">
              <a:avLst>
                <a:gd name="adj" fmla="val 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191" name="原创设计师QQ598969553          _6"/>
          <p:cNvGrpSpPr/>
          <p:nvPr/>
        </p:nvGrpSpPr>
        <p:grpSpPr>
          <a:xfrm>
            <a:off x="5751501" y="3508578"/>
            <a:ext cx="2551321" cy="525222"/>
            <a:chOff x="828467" y="1326148"/>
            <a:chExt cx="2551321" cy="525222"/>
          </a:xfrm>
        </p:grpSpPr>
        <p:sp>
          <p:nvSpPr>
            <p:cNvPr id="192" name="圆角矩形 191"/>
            <p:cNvSpPr/>
            <p:nvPr/>
          </p:nvSpPr>
          <p:spPr>
            <a:xfrm>
              <a:off x="828467" y="1326148"/>
              <a:ext cx="2551321" cy="525222"/>
            </a:xfrm>
            <a:prstGeom prst="roundRect">
              <a:avLst>
                <a:gd name="adj" fmla="val 0"/>
              </a:avLst>
            </a:prstGeom>
            <a:solidFill>
              <a:schemeClr val="accent1"/>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193" name="圆角矩形 192"/>
            <p:cNvSpPr/>
            <p:nvPr/>
          </p:nvSpPr>
          <p:spPr>
            <a:xfrm>
              <a:off x="910698" y="1400423"/>
              <a:ext cx="2386859" cy="376672"/>
            </a:xfrm>
            <a:prstGeom prst="roundRect">
              <a:avLst>
                <a:gd name="adj" fmla="val 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sp>
        <p:nvSpPr>
          <p:cNvPr id="5" name="原创设计师QQ598969553          _7"/>
          <p:cNvSpPr txBox="1"/>
          <p:nvPr/>
        </p:nvSpPr>
        <p:spPr>
          <a:xfrm>
            <a:off x="2803736" y="299722"/>
            <a:ext cx="3523130" cy="377026"/>
          </a:xfrm>
          <a:prstGeom prst="rect">
            <a:avLst/>
          </a:prstGeom>
          <a:noFill/>
        </p:spPr>
        <p:txBody>
          <a:bodyPr wrap="square" lIns="68580" tIns="34290" rIns="68580" bIns="34290" rtlCol="0">
            <a:spAutoFit/>
          </a:bodyPr>
          <a:lstStyle/>
          <a:p>
            <a:pPr algn="ctr"/>
            <a:r>
              <a:rPr lang="zh-CN" altLang="en-US" sz="2000" b="1" dirty="0">
                <a:solidFill>
                  <a:schemeClr val="tx1">
                    <a:lumMod val="65000"/>
                    <a:lumOff val="35000"/>
                  </a:schemeClr>
                </a:solidFill>
                <a:latin typeface="+mn-ea"/>
              </a:rPr>
              <a:t>添加标题文本内容</a:t>
            </a:r>
            <a:endParaRPr lang="en-US" altLang="zh-CN" sz="2000" b="1" dirty="0">
              <a:solidFill>
                <a:schemeClr val="tx1">
                  <a:lumMod val="65000"/>
                  <a:lumOff val="35000"/>
                </a:schemeClr>
              </a:solidFill>
              <a:latin typeface="+mn-ea"/>
            </a:endParaRPr>
          </a:p>
        </p:txBody>
      </p:sp>
      <p:grpSp>
        <p:nvGrpSpPr>
          <p:cNvPr id="82" name="原创设计师QQ598969553          _8"/>
          <p:cNvGrpSpPr/>
          <p:nvPr/>
        </p:nvGrpSpPr>
        <p:grpSpPr>
          <a:xfrm>
            <a:off x="3549527" y="1649601"/>
            <a:ext cx="2018784" cy="2018784"/>
            <a:chOff x="2193191" y="1899415"/>
            <a:chExt cx="2421376" cy="2421376"/>
          </a:xfrm>
          <a:effectLst/>
        </p:grpSpPr>
        <p:sp>
          <p:nvSpPr>
            <p:cNvPr id="83" name="椭圆 82"/>
            <p:cNvSpPr/>
            <p:nvPr/>
          </p:nvSpPr>
          <p:spPr>
            <a:xfrm>
              <a:off x="2193191" y="1899415"/>
              <a:ext cx="2421376" cy="2421376"/>
            </a:xfrm>
            <a:prstGeom prst="ellipse">
              <a:avLst/>
            </a:prstGeom>
            <a:solidFill>
              <a:schemeClr val="accent1"/>
            </a:solidFill>
            <a:ln w="31750">
              <a:gradFill flip="none" rotWithShape="1">
                <a:gsLst>
                  <a:gs pos="0">
                    <a:schemeClr val="bg1">
                      <a:lumMod val="65000"/>
                    </a:schemeClr>
                  </a:gs>
                  <a:gs pos="100000">
                    <a:schemeClr val="bg1"/>
                  </a:gs>
                </a:gsLst>
                <a:lin ang="2700000" scaled="1"/>
                <a:tileRect/>
              </a:gradFill>
            </a:ln>
            <a:effectLst>
              <a:innerShdw blurRad="127000" dist="63500" dir="13500000">
                <a:schemeClr val="accent3">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sp>
          <p:nvSpPr>
            <p:cNvPr id="84" name="椭圆 83"/>
            <p:cNvSpPr/>
            <p:nvPr/>
          </p:nvSpPr>
          <p:spPr>
            <a:xfrm>
              <a:off x="2345502" y="2051726"/>
              <a:ext cx="2116756" cy="2116756"/>
            </a:xfrm>
            <a:prstGeom prst="ellipse">
              <a:avLst/>
            </a:prstGeom>
            <a:solidFill>
              <a:schemeClr val="bg1">
                <a:lumMod val="95000"/>
              </a:schemeClr>
            </a:solidFill>
            <a:ln w="50800">
              <a:noFill/>
            </a:ln>
            <a:effectLst>
              <a:outerShdw blurRad="165100" dist="88900" dir="2700000" algn="tl" rotWithShape="0">
                <a:schemeClr val="accent3">
                  <a:lumMod val="50000"/>
                  <a:alpha val="64000"/>
                </a:schemeClr>
              </a:outerShdw>
            </a:effectLst>
            <a:scene3d>
              <a:camera prst="orthographicFront"/>
              <a:lightRig rig="threePt" dir="t"/>
            </a:scene3d>
            <a:sp3d prstMaterial="softEdge">
              <a:bevelT w="82550" h="317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pSp>
      <p:sp>
        <p:nvSpPr>
          <p:cNvPr id="86" name="原创设计师QQ598969553          _9"/>
          <p:cNvSpPr txBox="1">
            <a:spLocks/>
          </p:cNvSpPr>
          <p:nvPr/>
        </p:nvSpPr>
        <p:spPr>
          <a:xfrm>
            <a:off x="1197608" y="1450149"/>
            <a:ext cx="1959184" cy="287177"/>
          </a:xfrm>
          <a:prstGeom prst="rect">
            <a:avLst/>
          </a:prstGeom>
        </p:spPr>
        <p:txBody>
          <a:bodyPr lIns="0" rIns="0">
            <a:normAutofit/>
          </a:bodyPr>
          <a:lstStyle>
            <a:lvl1pPr marL="0" indent="0" algn="l" defTabSz="914400" rtl="0" eaLnBrk="1" latinLnBrk="0" hangingPunct="1">
              <a:spcBef>
                <a:spcPct val="20000"/>
              </a:spcBef>
              <a:buFont typeface="Arial" pitchFamily="34" charset="0"/>
              <a:buNone/>
              <a:defRPr sz="1400" b="0" kern="1200" baseline="0">
                <a:solidFill>
                  <a:schemeClr val="accent1"/>
                </a:solidFill>
                <a:latin typeface="U.S. 101"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01 </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87" name="原创设计师QQ598969553          _10"/>
          <p:cNvSpPr txBox="1">
            <a:spLocks/>
          </p:cNvSpPr>
          <p:nvPr/>
        </p:nvSpPr>
        <p:spPr>
          <a:xfrm>
            <a:off x="1197608" y="2517560"/>
            <a:ext cx="1959184" cy="287177"/>
          </a:xfrm>
          <a:prstGeom prst="rect">
            <a:avLst/>
          </a:prstGeom>
        </p:spPr>
        <p:txBody>
          <a:bodyPr lIns="0" rIns="0">
            <a:normAutofit/>
          </a:bodyPr>
          <a:lstStyle>
            <a:lvl1pPr marL="0" indent="0" algn="l" defTabSz="914400" rtl="0" eaLnBrk="1" latinLnBrk="0" hangingPunct="1">
              <a:spcBef>
                <a:spcPct val="20000"/>
              </a:spcBef>
              <a:buFont typeface="Arial" pitchFamily="34" charset="0"/>
              <a:buNone/>
              <a:defRPr sz="1400" b="0" kern="1200" baseline="0">
                <a:solidFill>
                  <a:schemeClr val="accent1"/>
                </a:solidFill>
                <a:latin typeface="U.S. 101"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02 </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88" name="原创设计师QQ598969553          _11"/>
          <p:cNvSpPr txBox="1">
            <a:spLocks/>
          </p:cNvSpPr>
          <p:nvPr/>
        </p:nvSpPr>
        <p:spPr>
          <a:xfrm>
            <a:off x="1197608" y="3628041"/>
            <a:ext cx="1959184" cy="287177"/>
          </a:xfrm>
          <a:prstGeom prst="rect">
            <a:avLst/>
          </a:prstGeom>
        </p:spPr>
        <p:txBody>
          <a:bodyPr lIns="0" rIns="0">
            <a:normAutofit/>
          </a:bodyPr>
          <a:lstStyle>
            <a:lvl1pPr marL="0" indent="0" algn="l" defTabSz="914400" rtl="0" eaLnBrk="1" latinLnBrk="0" hangingPunct="1">
              <a:spcBef>
                <a:spcPct val="20000"/>
              </a:spcBef>
              <a:buFont typeface="Arial" pitchFamily="34" charset="0"/>
              <a:buNone/>
              <a:defRPr sz="1400" b="0" kern="1200" baseline="0">
                <a:solidFill>
                  <a:schemeClr val="accent1"/>
                </a:solidFill>
                <a:latin typeface="U.S. 101"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03 </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89" name="原创设计师QQ598969553          _12"/>
          <p:cNvSpPr txBox="1">
            <a:spLocks/>
          </p:cNvSpPr>
          <p:nvPr/>
        </p:nvSpPr>
        <p:spPr>
          <a:xfrm>
            <a:off x="5976229" y="1450149"/>
            <a:ext cx="1959184" cy="287177"/>
          </a:xfrm>
          <a:prstGeom prst="rect">
            <a:avLst/>
          </a:prstGeom>
        </p:spPr>
        <p:txBody>
          <a:bodyPr lIns="0" rIns="0">
            <a:normAutofit/>
          </a:bodyPr>
          <a:lstStyle>
            <a:lvl1pPr marL="0" indent="0" algn="r" defTabSz="914400" rtl="0" eaLnBrk="1" latinLnBrk="0" hangingPunct="1">
              <a:spcBef>
                <a:spcPct val="20000"/>
              </a:spcBef>
              <a:buFont typeface="Arial" pitchFamily="34" charset="0"/>
              <a:buNone/>
              <a:defRPr sz="1400" b="0" kern="1200" baseline="0">
                <a:solidFill>
                  <a:schemeClr val="accent1"/>
                </a:solidFill>
                <a:latin typeface="U.S. 101"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04 </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90" name="原创设计师QQ598969553          _13"/>
          <p:cNvSpPr txBox="1">
            <a:spLocks/>
          </p:cNvSpPr>
          <p:nvPr/>
        </p:nvSpPr>
        <p:spPr>
          <a:xfrm>
            <a:off x="5976229" y="2517560"/>
            <a:ext cx="1959184" cy="287177"/>
          </a:xfrm>
          <a:prstGeom prst="rect">
            <a:avLst/>
          </a:prstGeom>
        </p:spPr>
        <p:txBody>
          <a:bodyPr lIns="0" rIns="0">
            <a:normAutofit/>
          </a:bodyPr>
          <a:lstStyle>
            <a:lvl1pPr marL="0" indent="0" algn="r" defTabSz="914400" rtl="0" eaLnBrk="1" latinLnBrk="0" hangingPunct="1">
              <a:spcBef>
                <a:spcPct val="20000"/>
              </a:spcBef>
              <a:buFont typeface="Arial" pitchFamily="34" charset="0"/>
              <a:buNone/>
              <a:defRPr sz="1400" b="0" kern="1200" baseline="0">
                <a:solidFill>
                  <a:schemeClr val="accent1"/>
                </a:solidFill>
                <a:latin typeface="U.S. 101"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05 </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91" name="原创设计师QQ598969553          _14"/>
          <p:cNvSpPr txBox="1">
            <a:spLocks/>
          </p:cNvSpPr>
          <p:nvPr/>
        </p:nvSpPr>
        <p:spPr>
          <a:xfrm>
            <a:off x="5976229" y="3628041"/>
            <a:ext cx="1959184" cy="287177"/>
          </a:xfrm>
          <a:prstGeom prst="rect">
            <a:avLst/>
          </a:prstGeom>
        </p:spPr>
        <p:txBody>
          <a:bodyPr lIns="0" rIns="0">
            <a:normAutofit/>
          </a:bodyPr>
          <a:lstStyle>
            <a:lvl1pPr marL="0" indent="0" algn="r" defTabSz="914400" rtl="0" eaLnBrk="1" latinLnBrk="0" hangingPunct="1">
              <a:spcBef>
                <a:spcPct val="20000"/>
              </a:spcBef>
              <a:buFont typeface="Arial" pitchFamily="34" charset="0"/>
              <a:buNone/>
              <a:defRPr sz="1400" b="0" kern="1200" baseline="0">
                <a:solidFill>
                  <a:schemeClr val="accent1"/>
                </a:solidFill>
                <a:latin typeface="U.S. 101"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06 </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92" name="原创设计师QQ598969553          _15"/>
          <p:cNvSpPr txBox="1">
            <a:spLocks/>
          </p:cNvSpPr>
          <p:nvPr/>
        </p:nvSpPr>
        <p:spPr>
          <a:xfrm>
            <a:off x="1381121" y="1965676"/>
            <a:ext cx="1775671" cy="123939"/>
          </a:xfrm>
          <a:prstGeom prst="rect">
            <a:avLst/>
          </a:prstGeom>
        </p:spPr>
        <p:txBody>
          <a:bodyPr lIns="0" rIns="0" anchor="ctr">
            <a:noAutofit/>
          </a:bodyPr>
          <a:lstStyle>
            <a:lvl1pPr marL="0" indent="0" algn="l" defTabSz="914400" rtl="0" eaLnBrk="1" latinLnBrk="0" hangingPunct="1">
              <a:spcBef>
                <a:spcPct val="20000"/>
              </a:spcBef>
              <a:buFont typeface="Arial" pitchFamily="34" charset="0"/>
              <a:buNone/>
              <a:defRPr sz="800" b="0" kern="1200" baseline="0">
                <a:solidFill>
                  <a:sysClr val="windowText" lastClr="000000"/>
                </a:solidFill>
                <a:latin typeface="Aller Light" panose="02000503000000020004"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93" name="原创设计师QQ598969553          _16"/>
          <p:cNvSpPr txBox="1">
            <a:spLocks/>
          </p:cNvSpPr>
          <p:nvPr/>
        </p:nvSpPr>
        <p:spPr>
          <a:xfrm>
            <a:off x="1381121" y="3038446"/>
            <a:ext cx="1775671" cy="123939"/>
          </a:xfrm>
          <a:prstGeom prst="rect">
            <a:avLst/>
          </a:prstGeom>
        </p:spPr>
        <p:txBody>
          <a:bodyPr lIns="0" rIns="0" anchor="ctr">
            <a:noAutofit/>
          </a:bodyPr>
          <a:lstStyle>
            <a:lvl1pPr marL="0" indent="0" algn="l" defTabSz="914400" rtl="0" eaLnBrk="1" latinLnBrk="0" hangingPunct="1">
              <a:spcBef>
                <a:spcPct val="20000"/>
              </a:spcBef>
              <a:buFont typeface="Arial" pitchFamily="34" charset="0"/>
              <a:buNone/>
              <a:defRPr sz="800" b="0" kern="1200" baseline="0">
                <a:solidFill>
                  <a:sysClr val="windowText" lastClr="000000"/>
                </a:solidFill>
                <a:latin typeface="Aller Light" panose="02000503000000020004"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94" name="原创设计师QQ598969553          _17"/>
          <p:cNvSpPr txBox="1">
            <a:spLocks/>
          </p:cNvSpPr>
          <p:nvPr/>
        </p:nvSpPr>
        <p:spPr>
          <a:xfrm>
            <a:off x="1381121" y="4176003"/>
            <a:ext cx="1775671" cy="123939"/>
          </a:xfrm>
          <a:prstGeom prst="rect">
            <a:avLst/>
          </a:prstGeom>
        </p:spPr>
        <p:txBody>
          <a:bodyPr lIns="0" rIns="0" anchor="ctr">
            <a:noAutofit/>
          </a:bodyPr>
          <a:lstStyle>
            <a:lvl1pPr marL="0" indent="0" algn="l" defTabSz="914400" rtl="0" eaLnBrk="1" latinLnBrk="0" hangingPunct="1">
              <a:spcBef>
                <a:spcPct val="20000"/>
              </a:spcBef>
              <a:buFont typeface="Arial" pitchFamily="34" charset="0"/>
              <a:buNone/>
              <a:defRPr sz="800" b="0" kern="1200" baseline="0">
                <a:solidFill>
                  <a:sysClr val="windowText" lastClr="000000"/>
                </a:solidFill>
                <a:latin typeface="Aller Light" panose="02000503000000020004"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95" name="原创设计师QQ598969553          _18"/>
          <p:cNvSpPr txBox="1">
            <a:spLocks/>
          </p:cNvSpPr>
          <p:nvPr/>
        </p:nvSpPr>
        <p:spPr>
          <a:xfrm>
            <a:off x="5976229" y="1968806"/>
            <a:ext cx="1682418" cy="120809"/>
          </a:xfrm>
          <a:prstGeom prst="rect">
            <a:avLst/>
          </a:prstGeom>
        </p:spPr>
        <p:txBody>
          <a:bodyPr lIns="0" rIns="0" anchor="ctr">
            <a:noAutofit/>
          </a:bodyPr>
          <a:lstStyle>
            <a:lvl1pPr marL="0" indent="0" algn="r" defTabSz="914400" rtl="0" eaLnBrk="1" latinLnBrk="0" hangingPunct="1">
              <a:spcBef>
                <a:spcPct val="20000"/>
              </a:spcBef>
              <a:buFont typeface="Arial" pitchFamily="34" charset="0"/>
              <a:buNone/>
              <a:defRPr sz="800" b="0" kern="1200" baseline="0">
                <a:solidFill>
                  <a:sysClr val="windowText" lastClr="000000"/>
                </a:solidFill>
                <a:latin typeface="Aller Light" panose="02000503000000020004"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96" name="原创设计师QQ598969553          _19"/>
          <p:cNvSpPr txBox="1">
            <a:spLocks/>
          </p:cNvSpPr>
          <p:nvPr/>
        </p:nvSpPr>
        <p:spPr>
          <a:xfrm>
            <a:off x="5976229" y="3041576"/>
            <a:ext cx="1682418" cy="120809"/>
          </a:xfrm>
          <a:prstGeom prst="rect">
            <a:avLst/>
          </a:prstGeom>
        </p:spPr>
        <p:txBody>
          <a:bodyPr lIns="0" rIns="0" anchor="ctr">
            <a:noAutofit/>
          </a:bodyPr>
          <a:lstStyle>
            <a:lvl1pPr marL="0" indent="0" algn="r" defTabSz="914400" rtl="0" eaLnBrk="1" latinLnBrk="0" hangingPunct="1">
              <a:spcBef>
                <a:spcPct val="20000"/>
              </a:spcBef>
              <a:buFont typeface="Arial" pitchFamily="34" charset="0"/>
              <a:buNone/>
              <a:defRPr sz="800" b="0" kern="1200" baseline="0">
                <a:solidFill>
                  <a:sysClr val="windowText" lastClr="000000"/>
                </a:solidFill>
                <a:latin typeface="Aller Light" panose="02000503000000020004"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97" name="原创设计师QQ598969553          _20"/>
          <p:cNvSpPr txBox="1">
            <a:spLocks/>
          </p:cNvSpPr>
          <p:nvPr/>
        </p:nvSpPr>
        <p:spPr>
          <a:xfrm>
            <a:off x="5976229" y="4179133"/>
            <a:ext cx="1682418" cy="120809"/>
          </a:xfrm>
          <a:prstGeom prst="rect">
            <a:avLst/>
          </a:prstGeom>
        </p:spPr>
        <p:txBody>
          <a:bodyPr lIns="0" rIns="0" anchor="ctr">
            <a:noAutofit/>
          </a:bodyPr>
          <a:lstStyle>
            <a:lvl1pPr marL="0" indent="0" algn="r" defTabSz="914400" rtl="0" eaLnBrk="1" latinLnBrk="0" hangingPunct="1">
              <a:spcBef>
                <a:spcPct val="20000"/>
              </a:spcBef>
              <a:buFont typeface="Arial" pitchFamily="34" charset="0"/>
              <a:buNone/>
              <a:defRPr sz="800" b="0" kern="1200" baseline="0">
                <a:solidFill>
                  <a:sysClr val="windowText" lastClr="000000"/>
                </a:solidFill>
                <a:latin typeface="Aller Light" panose="02000503000000020004"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2" name="原创设计师QQ598969553          _21"/>
          <p:cNvSpPr/>
          <p:nvPr/>
        </p:nvSpPr>
        <p:spPr>
          <a:xfrm>
            <a:off x="3797048" y="2283244"/>
            <a:ext cx="1512794" cy="707886"/>
          </a:xfrm>
          <a:prstGeom prst="rect">
            <a:avLst/>
          </a:prstGeom>
        </p:spPr>
        <p:txBody>
          <a:bodyPr wrap="square">
            <a:spAutoFit/>
          </a:bodyPr>
          <a:lstStyle/>
          <a:p>
            <a:pPr algn="ct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年度工作</a:t>
            </a:r>
            <a:endPar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内容概述</a:t>
            </a:r>
          </a:p>
        </p:txBody>
      </p:sp>
      <p:pic>
        <p:nvPicPr>
          <p:cNvPr id="37" name="Picture 64"/>
          <p:cNvPicPr>
            <a:picLocks noGrp="1" noSelect="1" noRot="1" noChangeAspect="1" noMove="1" noResize="1" noChangeShapeType="1"/>
          </p:cNvPicPr>
          <p:nvPr/>
        </p:nvPicPr>
        <p:blipFill>
          <a:blip r:embed="rId3"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4074805291"/>
      </p:ext>
    </p:extLst>
  </p:cSld>
  <p:clrMapOvr>
    <a:masterClrMapping/>
  </p:clrMapOvr>
  <p:transition spd="slow" advClick="0"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82"/>
                                        </p:tgtEl>
                                        <p:attrNameLst>
                                          <p:attrName>style.visibility</p:attrName>
                                        </p:attrNameLst>
                                      </p:cBhvr>
                                      <p:to>
                                        <p:strVal val="visible"/>
                                      </p:to>
                                    </p:set>
                                    <p:animEffect transition="in" filter="wheel(1)">
                                      <p:cBhvr>
                                        <p:cTn id="7" dur="500"/>
                                        <p:tgtEl>
                                          <p:spTgt spid="8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childTnLst>
                          </p:cTn>
                        </p:par>
                        <p:par>
                          <p:cTn id="12" fill="hold">
                            <p:stCondLst>
                              <p:cond delay="1000"/>
                            </p:stCondLst>
                            <p:childTnLst>
                              <p:par>
                                <p:cTn id="13" presetID="2" presetClass="entr" presetSubtype="8" fill="hold" nodeType="afterEffect">
                                  <p:stCondLst>
                                    <p:cond delay="0"/>
                                  </p:stCondLst>
                                  <p:childTnLst>
                                    <p:set>
                                      <p:cBhvr>
                                        <p:cTn id="14" dur="1" fill="hold">
                                          <p:stCondLst>
                                            <p:cond delay="0"/>
                                          </p:stCondLst>
                                        </p:cTn>
                                        <p:tgtEl>
                                          <p:spTgt spid="176"/>
                                        </p:tgtEl>
                                        <p:attrNameLst>
                                          <p:attrName>style.visibility</p:attrName>
                                        </p:attrNameLst>
                                      </p:cBhvr>
                                      <p:to>
                                        <p:strVal val="visible"/>
                                      </p:to>
                                    </p:set>
                                    <p:anim calcmode="lin" valueType="num">
                                      <p:cBhvr additive="base">
                                        <p:cTn id="15" dur="500" fill="hold"/>
                                        <p:tgtEl>
                                          <p:spTgt spid="176"/>
                                        </p:tgtEl>
                                        <p:attrNameLst>
                                          <p:attrName>ppt_x</p:attrName>
                                        </p:attrNameLst>
                                      </p:cBhvr>
                                      <p:tavLst>
                                        <p:tav tm="0">
                                          <p:val>
                                            <p:strVal val="0-#ppt_w/2"/>
                                          </p:val>
                                        </p:tav>
                                        <p:tav tm="100000">
                                          <p:val>
                                            <p:strVal val="#ppt_x"/>
                                          </p:val>
                                        </p:tav>
                                      </p:tavLst>
                                    </p:anim>
                                    <p:anim calcmode="lin" valueType="num">
                                      <p:cBhvr additive="base">
                                        <p:cTn id="16" dur="500" fill="hold"/>
                                        <p:tgtEl>
                                          <p:spTgt spid="176"/>
                                        </p:tgtEl>
                                        <p:attrNameLst>
                                          <p:attrName>ppt_y</p:attrName>
                                        </p:attrNameLst>
                                      </p:cBhvr>
                                      <p:tavLst>
                                        <p:tav tm="0">
                                          <p:val>
                                            <p:strVal val="#ppt_y"/>
                                          </p:val>
                                        </p:tav>
                                        <p:tav tm="100000">
                                          <p:val>
                                            <p:strVal val="#ppt_y"/>
                                          </p:val>
                                        </p:tav>
                                      </p:tavLst>
                                    </p:anim>
                                  </p:childTnLst>
                                </p:cTn>
                              </p:par>
                            </p:childTnLst>
                          </p:cTn>
                        </p:par>
                        <p:par>
                          <p:cTn id="17" fill="hold">
                            <p:stCondLst>
                              <p:cond delay="1500"/>
                            </p:stCondLst>
                            <p:childTnLst>
                              <p:par>
                                <p:cTn id="18" presetID="22" presetClass="entr" presetSubtype="8" fill="hold" grpId="0" nodeType="afterEffect">
                                  <p:stCondLst>
                                    <p:cond delay="0"/>
                                  </p:stCondLst>
                                  <p:childTnLst>
                                    <p:set>
                                      <p:cBhvr>
                                        <p:cTn id="19" dur="1" fill="hold">
                                          <p:stCondLst>
                                            <p:cond delay="0"/>
                                          </p:stCondLst>
                                        </p:cTn>
                                        <p:tgtEl>
                                          <p:spTgt spid="86"/>
                                        </p:tgtEl>
                                        <p:attrNameLst>
                                          <p:attrName>style.visibility</p:attrName>
                                        </p:attrNameLst>
                                      </p:cBhvr>
                                      <p:to>
                                        <p:strVal val="visible"/>
                                      </p:to>
                                    </p:set>
                                    <p:animEffect transition="in" filter="wipe(left)">
                                      <p:cBhvr>
                                        <p:cTn id="20" dur="500"/>
                                        <p:tgtEl>
                                          <p:spTgt spid="86"/>
                                        </p:tgtEl>
                                      </p:cBhvr>
                                    </p:animEffect>
                                  </p:childTnLst>
                                </p:cTn>
                              </p:par>
                            </p:childTnLst>
                          </p:cTn>
                        </p:par>
                        <p:par>
                          <p:cTn id="21" fill="hold">
                            <p:stCondLst>
                              <p:cond delay="2000"/>
                            </p:stCondLst>
                            <p:childTnLst>
                              <p:par>
                                <p:cTn id="22" presetID="10" presetClass="entr" presetSubtype="0" fill="hold" grpId="0" nodeType="afterEffect">
                                  <p:stCondLst>
                                    <p:cond delay="0"/>
                                  </p:stCondLst>
                                  <p:childTnLst>
                                    <p:set>
                                      <p:cBhvr>
                                        <p:cTn id="23" dur="1" fill="hold">
                                          <p:stCondLst>
                                            <p:cond delay="0"/>
                                          </p:stCondLst>
                                        </p:cTn>
                                        <p:tgtEl>
                                          <p:spTgt spid="92">
                                            <p:txEl>
                                              <p:pRg st="0" end="0"/>
                                            </p:txEl>
                                          </p:spTgt>
                                        </p:tgtEl>
                                        <p:attrNameLst>
                                          <p:attrName>style.visibility</p:attrName>
                                        </p:attrNameLst>
                                      </p:cBhvr>
                                      <p:to>
                                        <p:strVal val="visible"/>
                                      </p:to>
                                    </p:set>
                                    <p:animEffect transition="in" filter="fade">
                                      <p:cBhvr>
                                        <p:cTn id="24" dur="500"/>
                                        <p:tgtEl>
                                          <p:spTgt spid="92">
                                            <p:txEl>
                                              <p:pRg st="0" end="0"/>
                                            </p:txEl>
                                          </p:spTgt>
                                        </p:tgtEl>
                                      </p:cBhvr>
                                    </p:animEffect>
                                  </p:childTnLst>
                                </p:cTn>
                              </p:par>
                            </p:childTnLst>
                          </p:cTn>
                        </p:par>
                        <p:par>
                          <p:cTn id="25" fill="hold">
                            <p:stCondLst>
                              <p:cond delay="2500"/>
                            </p:stCondLst>
                            <p:childTnLst>
                              <p:par>
                                <p:cTn id="26" presetID="2" presetClass="entr" presetSubtype="8" fill="hold" nodeType="afterEffect">
                                  <p:stCondLst>
                                    <p:cond delay="0"/>
                                  </p:stCondLst>
                                  <p:childTnLst>
                                    <p:set>
                                      <p:cBhvr>
                                        <p:cTn id="27" dur="1" fill="hold">
                                          <p:stCondLst>
                                            <p:cond delay="0"/>
                                          </p:stCondLst>
                                        </p:cTn>
                                        <p:tgtEl>
                                          <p:spTgt spid="179"/>
                                        </p:tgtEl>
                                        <p:attrNameLst>
                                          <p:attrName>style.visibility</p:attrName>
                                        </p:attrNameLst>
                                      </p:cBhvr>
                                      <p:to>
                                        <p:strVal val="visible"/>
                                      </p:to>
                                    </p:set>
                                    <p:anim calcmode="lin" valueType="num">
                                      <p:cBhvr additive="base">
                                        <p:cTn id="28" dur="500" fill="hold"/>
                                        <p:tgtEl>
                                          <p:spTgt spid="179"/>
                                        </p:tgtEl>
                                        <p:attrNameLst>
                                          <p:attrName>ppt_x</p:attrName>
                                        </p:attrNameLst>
                                      </p:cBhvr>
                                      <p:tavLst>
                                        <p:tav tm="0">
                                          <p:val>
                                            <p:strVal val="0-#ppt_w/2"/>
                                          </p:val>
                                        </p:tav>
                                        <p:tav tm="100000">
                                          <p:val>
                                            <p:strVal val="#ppt_x"/>
                                          </p:val>
                                        </p:tav>
                                      </p:tavLst>
                                    </p:anim>
                                    <p:anim calcmode="lin" valueType="num">
                                      <p:cBhvr additive="base">
                                        <p:cTn id="29" dur="500" fill="hold"/>
                                        <p:tgtEl>
                                          <p:spTgt spid="179"/>
                                        </p:tgtEl>
                                        <p:attrNameLst>
                                          <p:attrName>ppt_y</p:attrName>
                                        </p:attrNameLst>
                                      </p:cBhvr>
                                      <p:tavLst>
                                        <p:tav tm="0">
                                          <p:val>
                                            <p:strVal val="#ppt_y"/>
                                          </p:val>
                                        </p:tav>
                                        <p:tav tm="100000">
                                          <p:val>
                                            <p:strVal val="#ppt_y"/>
                                          </p:val>
                                        </p:tav>
                                      </p:tavLst>
                                    </p:anim>
                                  </p:childTnLst>
                                </p:cTn>
                              </p:par>
                            </p:childTnLst>
                          </p:cTn>
                        </p:par>
                        <p:par>
                          <p:cTn id="30" fill="hold">
                            <p:stCondLst>
                              <p:cond delay="3000"/>
                            </p:stCondLst>
                            <p:childTnLst>
                              <p:par>
                                <p:cTn id="31" presetID="22" presetClass="entr" presetSubtype="8" fill="hold" grpId="0" nodeType="afterEffect">
                                  <p:stCondLst>
                                    <p:cond delay="0"/>
                                  </p:stCondLst>
                                  <p:childTnLst>
                                    <p:set>
                                      <p:cBhvr>
                                        <p:cTn id="32" dur="1" fill="hold">
                                          <p:stCondLst>
                                            <p:cond delay="0"/>
                                          </p:stCondLst>
                                        </p:cTn>
                                        <p:tgtEl>
                                          <p:spTgt spid="87"/>
                                        </p:tgtEl>
                                        <p:attrNameLst>
                                          <p:attrName>style.visibility</p:attrName>
                                        </p:attrNameLst>
                                      </p:cBhvr>
                                      <p:to>
                                        <p:strVal val="visible"/>
                                      </p:to>
                                    </p:set>
                                    <p:animEffect transition="in" filter="wipe(left)">
                                      <p:cBhvr>
                                        <p:cTn id="33" dur="500"/>
                                        <p:tgtEl>
                                          <p:spTgt spid="87"/>
                                        </p:tgtEl>
                                      </p:cBhvr>
                                    </p:animEffect>
                                  </p:childTnLst>
                                </p:cTn>
                              </p:par>
                            </p:childTnLst>
                          </p:cTn>
                        </p:par>
                        <p:par>
                          <p:cTn id="34" fill="hold">
                            <p:stCondLst>
                              <p:cond delay="3500"/>
                            </p:stCondLst>
                            <p:childTnLst>
                              <p:par>
                                <p:cTn id="35" presetID="10" presetClass="entr" presetSubtype="0" fill="hold" grpId="0" nodeType="afterEffect">
                                  <p:stCondLst>
                                    <p:cond delay="0"/>
                                  </p:stCondLst>
                                  <p:childTnLst>
                                    <p:set>
                                      <p:cBhvr>
                                        <p:cTn id="36" dur="1" fill="hold">
                                          <p:stCondLst>
                                            <p:cond delay="0"/>
                                          </p:stCondLst>
                                        </p:cTn>
                                        <p:tgtEl>
                                          <p:spTgt spid="93">
                                            <p:txEl>
                                              <p:pRg st="0" end="0"/>
                                            </p:txEl>
                                          </p:spTgt>
                                        </p:tgtEl>
                                        <p:attrNameLst>
                                          <p:attrName>style.visibility</p:attrName>
                                        </p:attrNameLst>
                                      </p:cBhvr>
                                      <p:to>
                                        <p:strVal val="visible"/>
                                      </p:to>
                                    </p:set>
                                    <p:animEffect transition="in" filter="fade">
                                      <p:cBhvr>
                                        <p:cTn id="37" dur="500"/>
                                        <p:tgtEl>
                                          <p:spTgt spid="93">
                                            <p:txEl>
                                              <p:pRg st="0" end="0"/>
                                            </p:txEl>
                                          </p:spTgt>
                                        </p:tgtEl>
                                      </p:cBhvr>
                                    </p:animEffect>
                                  </p:childTnLst>
                                </p:cTn>
                              </p:par>
                            </p:childTnLst>
                          </p:cTn>
                        </p:par>
                        <p:par>
                          <p:cTn id="38" fill="hold">
                            <p:stCondLst>
                              <p:cond delay="4000"/>
                            </p:stCondLst>
                            <p:childTnLst>
                              <p:par>
                                <p:cTn id="39" presetID="2" presetClass="entr" presetSubtype="8" fill="hold" nodeType="afterEffect">
                                  <p:stCondLst>
                                    <p:cond delay="0"/>
                                  </p:stCondLst>
                                  <p:childTnLst>
                                    <p:set>
                                      <p:cBhvr>
                                        <p:cTn id="40" dur="1" fill="hold">
                                          <p:stCondLst>
                                            <p:cond delay="0"/>
                                          </p:stCondLst>
                                        </p:cTn>
                                        <p:tgtEl>
                                          <p:spTgt spid="182"/>
                                        </p:tgtEl>
                                        <p:attrNameLst>
                                          <p:attrName>style.visibility</p:attrName>
                                        </p:attrNameLst>
                                      </p:cBhvr>
                                      <p:to>
                                        <p:strVal val="visible"/>
                                      </p:to>
                                    </p:set>
                                    <p:anim calcmode="lin" valueType="num">
                                      <p:cBhvr additive="base">
                                        <p:cTn id="41" dur="500" fill="hold"/>
                                        <p:tgtEl>
                                          <p:spTgt spid="182"/>
                                        </p:tgtEl>
                                        <p:attrNameLst>
                                          <p:attrName>ppt_x</p:attrName>
                                        </p:attrNameLst>
                                      </p:cBhvr>
                                      <p:tavLst>
                                        <p:tav tm="0">
                                          <p:val>
                                            <p:strVal val="0-#ppt_w/2"/>
                                          </p:val>
                                        </p:tav>
                                        <p:tav tm="100000">
                                          <p:val>
                                            <p:strVal val="#ppt_x"/>
                                          </p:val>
                                        </p:tav>
                                      </p:tavLst>
                                    </p:anim>
                                    <p:anim calcmode="lin" valueType="num">
                                      <p:cBhvr additive="base">
                                        <p:cTn id="42" dur="500" fill="hold"/>
                                        <p:tgtEl>
                                          <p:spTgt spid="182"/>
                                        </p:tgtEl>
                                        <p:attrNameLst>
                                          <p:attrName>ppt_y</p:attrName>
                                        </p:attrNameLst>
                                      </p:cBhvr>
                                      <p:tavLst>
                                        <p:tav tm="0">
                                          <p:val>
                                            <p:strVal val="#ppt_y"/>
                                          </p:val>
                                        </p:tav>
                                        <p:tav tm="100000">
                                          <p:val>
                                            <p:strVal val="#ppt_y"/>
                                          </p:val>
                                        </p:tav>
                                      </p:tavLst>
                                    </p:anim>
                                  </p:childTnLst>
                                </p:cTn>
                              </p:par>
                            </p:childTnLst>
                          </p:cTn>
                        </p:par>
                        <p:par>
                          <p:cTn id="43" fill="hold">
                            <p:stCondLst>
                              <p:cond delay="4500"/>
                            </p:stCondLst>
                            <p:childTnLst>
                              <p:par>
                                <p:cTn id="44" presetID="22" presetClass="entr" presetSubtype="8" fill="hold" grpId="0" nodeType="afterEffect">
                                  <p:stCondLst>
                                    <p:cond delay="0"/>
                                  </p:stCondLst>
                                  <p:childTnLst>
                                    <p:set>
                                      <p:cBhvr>
                                        <p:cTn id="45" dur="1" fill="hold">
                                          <p:stCondLst>
                                            <p:cond delay="0"/>
                                          </p:stCondLst>
                                        </p:cTn>
                                        <p:tgtEl>
                                          <p:spTgt spid="88"/>
                                        </p:tgtEl>
                                        <p:attrNameLst>
                                          <p:attrName>style.visibility</p:attrName>
                                        </p:attrNameLst>
                                      </p:cBhvr>
                                      <p:to>
                                        <p:strVal val="visible"/>
                                      </p:to>
                                    </p:set>
                                    <p:animEffect transition="in" filter="wipe(left)">
                                      <p:cBhvr>
                                        <p:cTn id="46" dur="500"/>
                                        <p:tgtEl>
                                          <p:spTgt spid="88"/>
                                        </p:tgtEl>
                                      </p:cBhvr>
                                    </p:animEffect>
                                  </p:childTnLst>
                                </p:cTn>
                              </p:par>
                            </p:childTnLst>
                          </p:cTn>
                        </p:par>
                        <p:par>
                          <p:cTn id="47" fill="hold">
                            <p:stCondLst>
                              <p:cond delay="5000"/>
                            </p:stCondLst>
                            <p:childTnLst>
                              <p:par>
                                <p:cTn id="48" presetID="10" presetClass="entr" presetSubtype="0" fill="hold" grpId="0" nodeType="afterEffect">
                                  <p:stCondLst>
                                    <p:cond delay="0"/>
                                  </p:stCondLst>
                                  <p:childTnLst>
                                    <p:set>
                                      <p:cBhvr>
                                        <p:cTn id="49" dur="1" fill="hold">
                                          <p:stCondLst>
                                            <p:cond delay="0"/>
                                          </p:stCondLst>
                                        </p:cTn>
                                        <p:tgtEl>
                                          <p:spTgt spid="94">
                                            <p:txEl>
                                              <p:pRg st="0" end="0"/>
                                            </p:txEl>
                                          </p:spTgt>
                                        </p:tgtEl>
                                        <p:attrNameLst>
                                          <p:attrName>style.visibility</p:attrName>
                                        </p:attrNameLst>
                                      </p:cBhvr>
                                      <p:to>
                                        <p:strVal val="visible"/>
                                      </p:to>
                                    </p:set>
                                    <p:animEffect transition="in" filter="fade">
                                      <p:cBhvr>
                                        <p:cTn id="50" dur="500"/>
                                        <p:tgtEl>
                                          <p:spTgt spid="94">
                                            <p:txEl>
                                              <p:pRg st="0" end="0"/>
                                            </p:txEl>
                                          </p:spTgt>
                                        </p:tgtEl>
                                      </p:cBhvr>
                                    </p:animEffect>
                                  </p:childTnLst>
                                </p:cTn>
                              </p:par>
                            </p:childTnLst>
                          </p:cTn>
                        </p:par>
                        <p:par>
                          <p:cTn id="51" fill="hold">
                            <p:stCondLst>
                              <p:cond delay="5500"/>
                            </p:stCondLst>
                            <p:childTnLst>
                              <p:par>
                                <p:cTn id="52" presetID="2" presetClass="entr" presetSubtype="2" fill="hold" nodeType="afterEffect">
                                  <p:stCondLst>
                                    <p:cond delay="0"/>
                                  </p:stCondLst>
                                  <p:childTnLst>
                                    <p:set>
                                      <p:cBhvr>
                                        <p:cTn id="53" dur="1" fill="hold">
                                          <p:stCondLst>
                                            <p:cond delay="0"/>
                                          </p:stCondLst>
                                        </p:cTn>
                                        <p:tgtEl>
                                          <p:spTgt spid="185"/>
                                        </p:tgtEl>
                                        <p:attrNameLst>
                                          <p:attrName>style.visibility</p:attrName>
                                        </p:attrNameLst>
                                      </p:cBhvr>
                                      <p:to>
                                        <p:strVal val="visible"/>
                                      </p:to>
                                    </p:set>
                                    <p:anim calcmode="lin" valueType="num">
                                      <p:cBhvr additive="base">
                                        <p:cTn id="54" dur="500" fill="hold"/>
                                        <p:tgtEl>
                                          <p:spTgt spid="185"/>
                                        </p:tgtEl>
                                        <p:attrNameLst>
                                          <p:attrName>ppt_x</p:attrName>
                                        </p:attrNameLst>
                                      </p:cBhvr>
                                      <p:tavLst>
                                        <p:tav tm="0">
                                          <p:val>
                                            <p:strVal val="1+#ppt_w/2"/>
                                          </p:val>
                                        </p:tav>
                                        <p:tav tm="100000">
                                          <p:val>
                                            <p:strVal val="#ppt_x"/>
                                          </p:val>
                                        </p:tav>
                                      </p:tavLst>
                                    </p:anim>
                                    <p:anim calcmode="lin" valueType="num">
                                      <p:cBhvr additive="base">
                                        <p:cTn id="55" dur="500" fill="hold"/>
                                        <p:tgtEl>
                                          <p:spTgt spid="185"/>
                                        </p:tgtEl>
                                        <p:attrNameLst>
                                          <p:attrName>ppt_y</p:attrName>
                                        </p:attrNameLst>
                                      </p:cBhvr>
                                      <p:tavLst>
                                        <p:tav tm="0">
                                          <p:val>
                                            <p:strVal val="#ppt_y"/>
                                          </p:val>
                                        </p:tav>
                                        <p:tav tm="100000">
                                          <p:val>
                                            <p:strVal val="#ppt_y"/>
                                          </p:val>
                                        </p:tav>
                                      </p:tavLst>
                                    </p:anim>
                                  </p:childTnLst>
                                </p:cTn>
                              </p:par>
                            </p:childTnLst>
                          </p:cTn>
                        </p:par>
                        <p:par>
                          <p:cTn id="56" fill="hold">
                            <p:stCondLst>
                              <p:cond delay="6000"/>
                            </p:stCondLst>
                            <p:childTnLst>
                              <p:par>
                                <p:cTn id="57" presetID="22" presetClass="entr" presetSubtype="8" fill="hold" grpId="0" nodeType="afterEffect">
                                  <p:stCondLst>
                                    <p:cond delay="0"/>
                                  </p:stCondLst>
                                  <p:childTnLst>
                                    <p:set>
                                      <p:cBhvr>
                                        <p:cTn id="58" dur="1" fill="hold">
                                          <p:stCondLst>
                                            <p:cond delay="0"/>
                                          </p:stCondLst>
                                        </p:cTn>
                                        <p:tgtEl>
                                          <p:spTgt spid="89"/>
                                        </p:tgtEl>
                                        <p:attrNameLst>
                                          <p:attrName>style.visibility</p:attrName>
                                        </p:attrNameLst>
                                      </p:cBhvr>
                                      <p:to>
                                        <p:strVal val="visible"/>
                                      </p:to>
                                    </p:set>
                                    <p:animEffect transition="in" filter="wipe(left)">
                                      <p:cBhvr>
                                        <p:cTn id="59" dur="500"/>
                                        <p:tgtEl>
                                          <p:spTgt spid="89"/>
                                        </p:tgtEl>
                                      </p:cBhvr>
                                    </p:animEffect>
                                  </p:childTnLst>
                                </p:cTn>
                              </p:par>
                            </p:childTnLst>
                          </p:cTn>
                        </p:par>
                        <p:par>
                          <p:cTn id="60" fill="hold">
                            <p:stCondLst>
                              <p:cond delay="6500"/>
                            </p:stCondLst>
                            <p:childTnLst>
                              <p:par>
                                <p:cTn id="61" presetID="10" presetClass="entr" presetSubtype="0" fill="hold" grpId="0" nodeType="afterEffect">
                                  <p:stCondLst>
                                    <p:cond delay="0"/>
                                  </p:stCondLst>
                                  <p:childTnLst>
                                    <p:set>
                                      <p:cBhvr>
                                        <p:cTn id="62" dur="1" fill="hold">
                                          <p:stCondLst>
                                            <p:cond delay="0"/>
                                          </p:stCondLst>
                                        </p:cTn>
                                        <p:tgtEl>
                                          <p:spTgt spid="95">
                                            <p:txEl>
                                              <p:pRg st="0" end="0"/>
                                            </p:txEl>
                                          </p:spTgt>
                                        </p:tgtEl>
                                        <p:attrNameLst>
                                          <p:attrName>style.visibility</p:attrName>
                                        </p:attrNameLst>
                                      </p:cBhvr>
                                      <p:to>
                                        <p:strVal val="visible"/>
                                      </p:to>
                                    </p:set>
                                    <p:animEffect transition="in" filter="fade">
                                      <p:cBhvr>
                                        <p:cTn id="63" dur="500"/>
                                        <p:tgtEl>
                                          <p:spTgt spid="95">
                                            <p:txEl>
                                              <p:pRg st="0" end="0"/>
                                            </p:txEl>
                                          </p:spTgt>
                                        </p:tgtEl>
                                      </p:cBhvr>
                                    </p:animEffect>
                                  </p:childTnLst>
                                </p:cTn>
                              </p:par>
                            </p:childTnLst>
                          </p:cTn>
                        </p:par>
                        <p:par>
                          <p:cTn id="64" fill="hold">
                            <p:stCondLst>
                              <p:cond delay="7000"/>
                            </p:stCondLst>
                            <p:childTnLst>
                              <p:par>
                                <p:cTn id="65" presetID="2" presetClass="entr" presetSubtype="2" fill="hold" nodeType="afterEffect">
                                  <p:stCondLst>
                                    <p:cond delay="0"/>
                                  </p:stCondLst>
                                  <p:childTnLst>
                                    <p:set>
                                      <p:cBhvr>
                                        <p:cTn id="66" dur="1" fill="hold">
                                          <p:stCondLst>
                                            <p:cond delay="0"/>
                                          </p:stCondLst>
                                        </p:cTn>
                                        <p:tgtEl>
                                          <p:spTgt spid="188"/>
                                        </p:tgtEl>
                                        <p:attrNameLst>
                                          <p:attrName>style.visibility</p:attrName>
                                        </p:attrNameLst>
                                      </p:cBhvr>
                                      <p:to>
                                        <p:strVal val="visible"/>
                                      </p:to>
                                    </p:set>
                                    <p:anim calcmode="lin" valueType="num">
                                      <p:cBhvr additive="base">
                                        <p:cTn id="67" dur="500" fill="hold"/>
                                        <p:tgtEl>
                                          <p:spTgt spid="188"/>
                                        </p:tgtEl>
                                        <p:attrNameLst>
                                          <p:attrName>ppt_x</p:attrName>
                                        </p:attrNameLst>
                                      </p:cBhvr>
                                      <p:tavLst>
                                        <p:tav tm="0">
                                          <p:val>
                                            <p:strVal val="1+#ppt_w/2"/>
                                          </p:val>
                                        </p:tav>
                                        <p:tav tm="100000">
                                          <p:val>
                                            <p:strVal val="#ppt_x"/>
                                          </p:val>
                                        </p:tav>
                                      </p:tavLst>
                                    </p:anim>
                                    <p:anim calcmode="lin" valueType="num">
                                      <p:cBhvr additive="base">
                                        <p:cTn id="68" dur="500" fill="hold"/>
                                        <p:tgtEl>
                                          <p:spTgt spid="188"/>
                                        </p:tgtEl>
                                        <p:attrNameLst>
                                          <p:attrName>ppt_y</p:attrName>
                                        </p:attrNameLst>
                                      </p:cBhvr>
                                      <p:tavLst>
                                        <p:tav tm="0">
                                          <p:val>
                                            <p:strVal val="#ppt_y"/>
                                          </p:val>
                                        </p:tav>
                                        <p:tav tm="100000">
                                          <p:val>
                                            <p:strVal val="#ppt_y"/>
                                          </p:val>
                                        </p:tav>
                                      </p:tavLst>
                                    </p:anim>
                                  </p:childTnLst>
                                </p:cTn>
                              </p:par>
                            </p:childTnLst>
                          </p:cTn>
                        </p:par>
                        <p:par>
                          <p:cTn id="69" fill="hold">
                            <p:stCondLst>
                              <p:cond delay="7500"/>
                            </p:stCondLst>
                            <p:childTnLst>
                              <p:par>
                                <p:cTn id="70" presetID="22" presetClass="entr" presetSubtype="8" fill="hold" grpId="0" nodeType="afterEffect">
                                  <p:stCondLst>
                                    <p:cond delay="0"/>
                                  </p:stCondLst>
                                  <p:childTnLst>
                                    <p:set>
                                      <p:cBhvr>
                                        <p:cTn id="71" dur="1" fill="hold">
                                          <p:stCondLst>
                                            <p:cond delay="0"/>
                                          </p:stCondLst>
                                        </p:cTn>
                                        <p:tgtEl>
                                          <p:spTgt spid="90"/>
                                        </p:tgtEl>
                                        <p:attrNameLst>
                                          <p:attrName>style.visibility</p:attrName>
                                        </p:attrNameLst>
                                      </p:cBhvr>
                                      <p:to>
                                        <p:strVal val="visible"/>
                                      </p:to>
                                    </p:set>
                                    <p:animEffect transition="in" filter="wipe(left)">
                                      <p:cBhvr>
                                        <p:cTn id="72" dur="500"/>
                                        <p:tgtEl>
                                          <p:spTgt spid="90"/>
                                        </p:tgtEl>
                                      </p:cBhvr>
                                    </p:animEffect>
                                  </p:childTnLst>
                                </p:cTn>
                              </p:par>
                            </p:childTnLst>
                          </p:cTn>
                        </p:par>
                        <p:par>
                          <p:cTn id="73" fill="hold">
                            <p:stCondLst>
                              <p:cond delay="8000"/>
                            </p:stCondLst>
                            <p:childTnLst>
                              <p:par>
                                <p:cTn id="74" presetID="10" presetClass="entr" presetSubtype="0" fill="hold" grpId="0" nodeType="afterEffect">
                                  <p:stCondLst>
                                    <p:cond delay="0"/>
                                  </p:stCondLst>
                                  <p:childTnLst>
                                    <p:set>
                                      <p:cBhvr>
                                        <p:cTn id="75" dur="1" fill="hold">
                                          <p:stCondLst>
                                            <p:cond delay="0"/>
                                          </p:stCondLst>
                                        </p:cTn>
                                        <p:tgtEl>
                                          <p:spTgt spid="96">
                                            <p:txEl>
                                              <p:pRg st="0" end="0"/>
                                            </p:txEl>
                                          </p:spTgt>
                                        </p:tgtEl>
                                        <p:attrNameLst>
                                          <p:attrName>style.visibility</p:attrName>
                                        </p:attrNameLst>
                                      </p:cBhvr>
                                      <p:to>
                                        <p:strVal val="visible"/>
                                      </p:to>
                                    </p:set>
                                    <p:animEffect transition="in" filter="fade">
                                      <p:cBhvr>
                                        <p:cTn id="76" dur="500"/>
                                        <p:tgtEl>
                                          <p:spTgt spid="96">
                                            <p:txEl>
                                              <p:pRg st="0" end="0"/>
                                            </p:txEl>
                                          </p:spTgt>
                                        </p:tgtEl>
                                      </p:cBhvr>
                                    </p:animEffect>
                                  </p:childTnLst>
                                </p:cTn>
                              </p:par>
                            </p:childTnLst>
                          </p:cTn>
                        </p:par>
                        <p:par>
                          <p:cTn id="77" fill="hold">
                            <p:stCondLst>
                              <p:cond delay="8500"/>
                            </p:stCondLst>
                            <p:childTnLst>
                              <p:par>
                                <p:cTn id="78" presetID="2" presetClass="entr" presetSubtype="2" fill="hold" nodeType="afterEffect">
                                  <p:stCondLst>
                                    <p:cond delay="0"/>
                                  </p:stCondLst>
                                  <p:childTnLst>
                                    <p:set>
                                      <p:cBhvr>
                                        <p:cTn id="79" dur="1" fill="hold">
                                          <p:stCondLst>
                                            <p:cond delay="0"/>
                                          </p:stCondLst>
                                        </p:cTn>
                                        <p:tgtEl>
                                          <p:spTgt spid="191"/>
                                        </p:tgtEl>
                                        <p:attrNameLst>
                                          <p:attrName>style.visibility</p:attrName>
                                        </p:attrNameLst>
                                      </p:cBhvr>
                                      <p:to>
                                        <p:strVal val="visible"/>
                                      </p:to>
                                    </p:set>
                                    <p:anim calcmode="lin" valueType="num">
                                      <p:cBhvr additive="base">
                                        <p:cTn id="80" dur="500" fill="hold"/>
                                        <p:tgtEl>
                                          <p:spTgt spid="191"/>
                                        </p:tgtEl>
                                        <p:attrNameLst>
                                          <p:attrName>ppt_x</p:attrName>
                                        </p:attrNameLst>
                                      </p:cBhvr>
                                      <p:tavLst>
                                        <p:tav tm="0">
                                          <p:val>
                                            <p:strVal val="1+#ppt_w/2"/>
                                          </p:val>
                                        </p:tav>
                                        <p:tav tm="100000">
                                          <p:val>
                                            <p:strVal val="#ppt_x"/>
                                          </p:val>
                                        </p:tav>
                                      </p:tavLst>
                                    </p:anim>
                                    <p:anim calcmode="lin" valueType="num">
                                      <p:cBhvr additive="base">
                                        <p:cTn id="81" dur="500" fill="hold"/>
                                        <p:tgtEl>
                                          <p:spTgt spid="191"/>
                                        </p:tgtEl>
                                        <p:attrNameLst>
                                          <p:attrName>ppt_y</p:attrName>
                                        </p:attrNameLst>
                                      </p:cBhvr>
                                      <p:tavLst>
                                        <p:tav tm="0">
                                          <p:val>
                                            <p:strVal val="#ppt_y"/>
                                          </p:val>
                                        </p:tav>
                                        <p:tav tm="100000">
                                          <p:val>
                                            <p:strVal val="#ppt_y"/>
                                          </p:val>
                                        </p:tav>
                                      </p:tavLst>
                                    </p:anim>
                                  </p:childTnLst>
                                </p:cTn>
                              </p:par>
                            </p:childTnLst>
                          </p:cTn>
                        </p:par>
                        <p:par>
                          <p:cTn id="82" fill="hold">
                            <p:stCondLst>
                              <p:cond delay="9000"/>
                            </p:stCondLst>
                            <p:childTnLst>
                              <p:par>
                                <p:cTn id="83" presetID="22" presetClass="entr" presetSubtype="8" fill="hold" grpId="0" nodeType="afterEffect">
                                  <p:stCondLst>
                                    <p:cond delay="0"/>
                                  </p:stCondLst>
                                  <p:childTnLst>
                                    <p:set>
                                      <p:cBhvr>
                                        <p:cTn id="84" dur="1" fill="hold">
                                          <p:stCondLst>
                                            <p:cond delay="0"/>
                                          </p:stCondLst>
                                        </p:cTn>
                                        <p:tgtEl>
                                          <p:spTgt spid="91"/>
                                        </p:tgtEl>
                                        <p:attrNameLst>
                                          <p:attrName>style.visibility</p:attrName>
                                        </p:attrNameLst>
                                      </p:cBhvr>
                                      <p:to>
                                        <p:strVal val="visible"/>
                                      </p:to>
                                    </p:set>
                                    <p:animEffect transition="in" filter="wipe(left)">
                                      <p:cBhvr>
                                        <p:cTn id="85" dur="500"/>
                                        <p:tgtEl>
                                          <p:spTgt spid="91"/>
                                        </p:tgtEl>
                                      </p:cBhvr>
                                    </p:animEffect>
                                  </p:childTnLst>
                                </p:cTn>
                              </p:par>
                            </p:childTnLst>
                          </p:cTn>
                        </p:par>
                        <p:par>
                          <p:cTn id="86" fill="hold">
                            <p:stCondLst>
                              <p:cond delay="9500"/>
                            </p:stCondLst>
                            <p:childTnLst>
                              <p:par>
                                <p:cTn id="87" presetID="10" presetClass="entr" presetSubtype="0" fill="hold" grpId="0" nodeType="afterEffect">
                                  <p:stCondLst>
                                    <p:cond delay="0"/>
                                  </p:stCondLst>
                                  <p:childTnLst>
                                    <p:set>
                                      <p:cBhvr>
                                        <p:cTn id="88" dur="1" fill="hold">
                                          <p:stCondLst>
                                            <p:cond delay="0"/>
                                          </p:stCondLst>
                                        </p:cTn>
                                        <p:tgtEl>
                                          <p:spTgt spid="97">
                                            <p:txEl>
                                              <p:pRg st="0" end="0"/>
                                            </p:txEl>
                                          </p:spTgt>
                                        </p:tgtEl>
                                        <p:attrNameLst>
                                          <p:attrName>style.visibility</p:attrName>
                                        </p:attrNameLst>
                                      </p:cBhvr>
                                      <p:to>
                                        <p:strVal val="visible"/>
                                      </p:to>
                                    </p:set>
                                    <p:animEffect transition="in" filter="fade">
                                      <p:cBhvr>
                                        <p:cTn id="89" dur="500"/>
                                        <p:tgtEl>
                                          <p:spTgt spid="9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p:bldP spid="87" grpId="0"/>
      <p:bldP spid="88" grpId="0"/>
      <p:bldP spid="89" grpId="0"/>
      <p:bldP spid="90" grpId="0"/>
      <p:bldP spid="91" grpId="0"/>
      <p:bldP spid="92" grpId="0" build="p">
        <p:tmplLst>
          <p:tmpl lvl="1">
            <p:tnLst>
              <p:par>
                <p:cTn presetID="10" presetClass="entr" presetSubtype="0" fill="hold" nodeType="afterEffect">
                  <p:stCondLst>
                    <p:cond delay="0"/>
                  </p:stCondLst>
                  <p:childTnLst>
                    <p:set>
                      <p:cBhvr>
                        <p:cTn dur="1" fill="hold">
                          <p:stCondLst>
                            <p:cond delay="0"/>
                          </p:stCondLst>
                        </p:cTn>
                        <p:tgtEl>
                          <p:spTgt spid="92"/>
                        </p:tgtEl>
                        <p:attrNameLst>
                          <p:attrName>style.visibility</p:attrName>
                        </p:attrNameLst>
                      </p:cBhvr>
                      <p:to>
                        <p:strVal val="visible"/>
                      </p:to>
                    </p:set>
                    <p:animEffect transition="in" filter="fade">
                      <p:cBhvr>
                        <p:cTn dur="500"/>
                        <p:tgtEl>
                          <p:spTgt spid="92"/>
                        </p:tgtEl>
                      </p:cBhvr>
                    </p:animEffect>
                  </p:childTnLst>
                </p:cTn>
              </p:par>
            </p:tnLst>
          </p:tmpl>
        </p:tmplLst>
      </p:bldP>
      <p:bldP spid="93" grpId="0" build="p">
        <p:tmplLst>
          <p:tmpl lvl="1">
            <p:tnLst>
              <p:par>
                <p:cTn presetID="10" presetClass="entr" presetSubtype="0" fill="hold" nodeType="afterEffect">
                  <p:stCondLst>
                    <p:cond delay="0"/>
                  </p:stCondLst>
                  <p:childTnLst>
                    <p:set>
                      <p:cBhvr>
                        <p:cTn dur="1" fill="hold">
                          <p:stCondLst>
                            <p:cond delay="0"/>
                          </p:stCondLst>
                        </p:cTn>
                        <p:tgtEl>
                          <p:spTgt spid="93"/>
                        </p:tgtEl>
                        <p:attrNameLst>
                          <p:attrName>style.visibility</p:attrName>
                        </p:attrNameLst>
                      </p:cBhvr>
                      <p:to>
                        <p:strVal val="visible"/>
                      </p:to>
                    </p:set>
                    <p:animEffect transition="in" filter="fade">
                      <p:cBhvr>
                        <p:cTn dur="500"/>
                        <p:tgtEl>
                          <p:spTgt spid="93"/>
                        </p:tgtEl>
                      </p:cBhvr>
                    </p:animEffect>
                  </p:childTnLst>
                </p:cTn>
              </p:par>
            </p:tnLst>
          </p:tmpl>
        </p:tmplLst>
      </p:bldP>
      <p:bldP spid="94" grpId="0" build="p">
        <p:tmplLst>
          <p:tmpl lvl="1">
            <p:tnLst>
              <p:par>
                <p:cTn presetID="10" presetClass="entr" presetSubtype="0" fill="hold" nodeType="afterEffect">
                  <p:stCondLst>
                    <p:cond delay="0"/>
                  </p:stCondLst>
                  <p:childTnLst>
                    <p:set>
                      <p:cBhvr>
                        <p:cTn dur="1" fill="hold">
                          <p:stCondLst>
                            <p:cond delay="0"/>
                          </p:stCondLst>
                        </p:cTn>
                        <p:tgtEl>
                          <p:spTgt spid="94"/>
                        </p:tgtEl>
                        <p:attrNameLst>
                          <p:attrName>style.visibility</p:attrName>
                        </p:attrNameLst>
                      </p:cBhvr>
                      <p:to>
                        <p:strVal val="visible"/>
                      </p:to>
                    </p:set>
                    <p:animEffect transition="in" filter="fade">
                      <p:cBhvr>
                        <p:cTn dur="500"/>
                        <p:tgtEl>
                          <p:spTgt spid="94"/>
                        </p:tgtEl>
                      </p:cBhvr>
                    </p:animEffect>
                  </p:childTnLst>
                </p:cTn>
              </p:par>
            </p:tnLst>
          </p:tmpl>
        </p:tmplLst>
      </p:bldP>
      <p:bldP spid="95" grpId="0" build="p">
        <p:tmplLst>
          <p:tmpl lvl="1">
            <p:tnLst>
              <p:par>
                <p:cTn presetID="10" presetClass="entr" presetSubtype="0" fill="hold" nodeType="afterEffect">
                  <p:stCondLst>
                    <p:cond delay="0"/>
                  </p:stCondLst>
                  <p:childTnLst>
                    <p:set>
                      <p:cBhvr>
                        <p:cTn dur="1" fill="hold">
                          <p:stCondLst>
                            <p:cond delay="0"/>
                          </p:stCondLst>
                        </p:cTn>
                        <p:tgtEl>
                          <p:spTgt spid="95"/>
                        </p:tgtEl>
                        <p:attrNameLst>
                          <p:attrName>style.visibility</p:attrName>
                        </p:attrNameLst>
                      </p:cBhvr>
                      <p:to>
                        <p:strVal val="visible"/>
                      </p:to>
                    </p:set>
                    <p:animEffect transition="in" filter="fade">
                      <p:cBhvr>
                        <p:cTn dur="500"/>
                        <p:tgtEl>
                          <p:spTgt spid="95"/>
                        </p:tgtEl>
                      </p:cBhvr>
                    </p:animEffect>
                  </p:childTnLst>
                </p:cTn>
              </p:par>
            </p:tnLst>
          </p:tmpl>
        </p:tmplLst>
      </p:bldP>
      <p:bldP spid="96" grpId="0" build="p">
        <p:tmplLst>
          <p:tmpl lvl="1">
            <p:tnLst>
              <p:par>
                <p:cTn presetID="10" presetClass="entr" presetSubtype="0" fill="hold" nodeType="afterEffect">
                  <p:stCondLst>
                    <p:cond delay="0"/>
                  </p:stCondLst>
                  <p:childTnLst>
                    <p:set>
                      <p:cBhvr>
                        <p:cTn dur="1" fill="hold">
                          <p:stCondLst>
                            <p:cond delay="0"/>
                          </p:stCondLst>
                        </p:cTn>
                        <p:tgtEl>
                          <p:spTgt spid="96"/>
                        </p:tgtEl>
                        <p:attrNameLst>
                          <p:attrName>style.visibility</p:attrName>
                        </p:attrNameLst>
                      </p:cBhvr>
                      <p:to>
                        <p:strVal val="visible"/>
                      </p:to>
                    </p:set>
                    <p:animEffect transition="in" filter="fade">
                      <p:cBhvr>
                        <p:cTn dur="500"/>
                        <p:tgtEl>
                          <p:spTgt spid="96"/>
                        </p:tgtEl>
                      </p:cBhvr>
                    </p:animEffect>
                  </p:childTnLst>
                </p:cTn>
              </p:par>
            </p:tnLst>
          </p:tmpl>
        </p:tmplLst>
      </p:bldP>
      <p:bldP spid="97" grpId="0" build="p">
        <p:tmplLst>
          <p:tmpl lvl="1">
            <p:tnLst>
              <p:par>
                <p:cTn presetID="10" presetClass="entr" presetSubtype="0" fill="hold" nodeType="afterEffect">
                  <p:stCondLst>
                    <p:cond delay="0"/>
                  </p:stCondLst>
                  <p:childTnLst>
                    <p:set>
                      <p:cBhvr>
                        <p:cTn dur="1" fill="hold">
                          <p:stCondLst>
                            <p:cond delay="0"/>
                          </p:stCondLst>
                        </p:cTn>
                        <p:tgtEl>
                          <p:spTgt spid="97"/>
                        </p:tgtEl>
                        <p:attrNameLst>
                          <p:attrName>style.visibility</p:attrName>
                        </p:attrNameLst>
                      </p:cBhvr>
                      <p:to>
                        <p:strVal val="visible"/>
                      </p:to>
                    </p:set>
                    <p:animEffect transition="in" filter="fade">
                      <p:cBhvr>
                        <p:cTn dur="500"/>
                        <p:tgtEl>
                          <p:spTgt spid="97"/>
                        </p:tgtEl>
                      </p:cBhvr>
                    </p:animEffect>
                  </p:childTnLst>
                </p:cTn>
              </p:par>
            </p:tnLst>
          </p:tmpl>
        </p:tmplLst>
      </p:bldP>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原创设计师QQ598969553          _1"/>
          <p:cNvSpPr txBox="1"/>
          <p:nvPr/>
        </p:nvSpPr>
        <p:spPr>
          <a:xfrm>
            <a:off x="2803736" y="299722"/>
            <a:ext cx="3523130" cy="377026"/>
          </a:xfrm>
          <a:prstGeom prst="rect">
            <a:avLst/>
          </a:prstGeom>
          <a:noFill/>
        </p:spPr>
        <p:txBody>
          <a:bodyPr wrap="square" lIns="68580" tIns="34290" rIns="68580" bIns="34290" rtlCol="0">
            <a:spAutoFit/>
          </a:bodyPr>
          <a:lstStyle/>
          <a:p>
            <a:pPr algn="ctr"/>
            <a:r>
              <a:rPr lang="zh-CN" altLang="en-US" sz="2000" b="1" dirty="0">
                <a:solidFill>
                  <a:schemeClr val="tx1">
                    <a:lumMod val="65000"/>
                    <a:lumOff val="35000"/>
                  </a:schemeClr>
                </a:solidFill>
                <a:latin typeface="+mn-ea"/>
              </a:rPr>
              <a:t>添加标题文本内容</a:t>
            </a:r>
            <a:endParaRPr lang="en-US" altLang="zh-CN" sz="2000" b="1" dirty="0">
              <a:solidFill>
                <a:schemeClr val="tx1">
                  <a:lumMod val="65000"/>
                  <a:lumOff val="35000"/>
                </a:schemeClr>
              </a:solidFill>
              <a:latin typeface="+mn-ea"/>
            </a:endParaRPr>
          </a:p>
        </p:txBody>
      </p:sp>
      <p:sp>
        <p:nvSpPr>
          <p:cNvPr id="42" name="原创设计师QQ598969553          _2"/>
          <p:cNvSpPr/>
          <p:nvPr/>
        </p:nvSpPr>
        <p:spPr>
          <a:xfrm>
            <a:off x="899160" y="1221266"/>
            <a:ext cx="7345680" cy="1395596"/>
          </a:xfrm>
          <a:prstGeom prst="roundRect">
            <a:avLst>
              <a:gd name="adj" fmla="val 0"/>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原创设计师QQ598969553          _3"/>
          <p:cNvSpPr txBox="1"/>
          <p:nvPr/>
        </p:nvSpPr>
        <p:spPr>
          <a:xfrm>
            <a:off x="1196625" y="1464734"/>
            <a:ext cx="6750750" cy="886397"/>
          </a:xfrm>
          <a:prstGeom prst="rect">
            <a:avLst/>
          </a:prstGeom>
          <a:noFill/>
        </p:spPr>
        <p:txBody>
          <a:bodyPr wrap="square" lIns="0" tIns="0" rIns="0" bIns="0" rtlCol="0">
            <a:spAutoFit/>
          </a:bodyPr>
          <a:lstStyle/>
          <a:p>
            <a:pPr algn="just">
              <a:lnSpc>
                <a:spcPct val="120000"/>
              </a:lnSpc>
            </a:pPr>
            <a:r>
              <a:rPr lang="zh-CN" altLang="en-US" sz="1200" dirty="0">
                <a:solidFill>
                  <a:schemeClr val="tx1">
                    <a:lumMod val="75000"/>
                    <a:lumOff val="25000"/>
                  </a:schemeClr>
                </a:solidFill>
                <a:latin typeface="微软雅黑" pitchFamily="34" charset="-122"/>
                <a:ea typeface="微软雅黑" pitchFamily="34" charset="-122"/>
              </a:rPr>
              <a:t>详细内容</a:t>
            </a:r>
            <a:r>
              <a:rPr lang="en-US" altLang="zh-CN" sz="1200" dirty="0">
                <a:solidFill>
                  <a:schemeClr val="tx1">
                    <a:lumMod val="75000"/>
                    <a:lumOff val="25000"/>
                  </a:schemeClr>
                </a:solidFill>
                <a:latin typeface="微软雅黑" pitchFamily="34" charset="-122"/>
                <a:ea typeface="微软雅黑" pitchFamily="34" charset="-122"/>
              </a:rPr>
              <a:t>……</a:t>
            </a:r>
            <a:r>
              <a:rPr lang="zh-CN" altLang="en-US" sz="12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点击输入本栏的具体文字，简明扼要的说明分项内容，此为概念图解，请根据您的具体内容酌情修改。详细内容</a:t>
            </a:r>
            <a:r>
              <a:rPr lang="en-US" altLang="zh-CN" sz="1200" dirty="0">
                <a:solidFill>
                  <a:schemeClr val="tx1">
                    <a:lumMod val="75000"/>
                    <a:lumOff val="25000"/>
                  </a:schemeClr>
                </a:solidFill>
                <a:latin typeface="微软雅黑" pitchFamily="34" charset="-122"/>
                <a:ea typeface="微软雅黑" pitchFamily="34" charset="-122"/>
              </a:rPr>
              <a:t>……</a:t>
            </a:r>
            <a:r>
              <a:rPr lang="zh-CN" altLang="en-US" sz="12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点击输入本栏的具体文字，简明扼要的说明分项内容，此为概念图解，请根据您的具体内容酌情修改。详细内容</a:t>
            </a:r>
            <a:r>
              <a:rPr lang="en-US" altLang="zh-CN" sz="1200" dirty="0">
                <a:solidFill>
                  <a:schemeClr val="tx1">
                    <a:lumMod val="75000"/>
                    <a:lumOff val="25000"/>
                  </a:schemeClr>
                </a:solidFill>
                <a:latin typeface="微软雅黑" pitchFamily="34" charset="-122"/>
                <a:ea typeface="微软雅黑" pitchFamily="34" charset="-122"/>
              </a:rPr>
              <a:t>……</a:t>
            </a:r>
            <a:r>
              <a:rPr lang="zh-CN" altLang="en-US" sz="12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200" dirty="0">
              <a:solidFill>
                <a:schemeClr val="tx1">
                  <a:lumMod val="75000"/>
                  <a:lumOff val="25000"/>
                </a:schemeClr>
              </a:solidFill>
              <a:latin typeface="微软雅黑" pitchFamily="34" charset="-122"/>
              <a:ea typeface="微软雅黑" pitchFamily="34" charset="-122"/>
            </a:endParaRPr>
          </a:p>
        </p:txBody>
      </p:sp>
      <p:sp>
        <p:nvSpPr>
          <p:cNvPr id="44" name="原创设计师QQ598969553          _4"/>
          <p:cNvSpPr/>
          <p:nvPr/>
        </p:nvSpPr>
        <p:spPr>
          <a:xfrm>
            <a:off x="861492" y="1176702"/>
            <a:ext cx="288032" cy="28803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原创设计师QQ598969553          _5"/>
          <p:cNvSpPr/>
          <p:nvPr/>
        </p:nvSpPr>
        <p:spPr>
          <a:xfrm rot="10800000">
            <a:off x="7996471" y="2373206"/>
            <a:ext cx="288032" cy="28803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原创设计师QQ598969553          _6"/>
          <p:cNvSpPr>
            <a:spLocks/>
          </p:cNvSpPr>
          <p:nvPr/>
        </p:nvSpPr>
        <p:spPr bwMode="auto">
          <a:xfrm>
            <a:off x="1404977" y="2959514"/>
            <a:ext cx="1486292" cy="131728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1"/>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1">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55" name="原创设计师QQ598969553          _7"/>
          <p:cNvSpPr>
            <a:spLocks/>
          </p:cNvSpPr>
          <p:nvPr/>
        </p:nvSpPr>
        <p:spPr bwMode="auto">
          <a:xfrm>
            <a:off x="1485847" y="3031189"/>
            <a:ext cx="1324551" cy="1173938"/>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95000"/>
            </a:schemeClr>
          </a:solidFill>
          <a:ln w="50800">
            <a:noFill/>
          </a:ln>
          <a:effectLst>
            <a:outerShdw blurRad="101600" dist="50800" dir="2700000" algn="tl" rotWithShape="0">
              <a:schemeClr val="accent1">
                <a:lumMod val="50000"/>
                <a:alpha val="64000"/>
              </a:schemeClr>
            </a:outerShdw>
          </a:effectLst>
          <a:scene3d>
            <a:camera prst="orthographicFront"/>
            <a:lightRig rig="threePt" dir="t"/>
          </a:scene3d>
          <a:sp3d prstMaterial="softEdge">
            <a:bevelT w="63500" h="19050" prst="angle"/>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56" name="原创设计师QQ598969553          _8"/>
          <p:cNvSpPr>
            <a:spLocks/>
          </p:cNvSpPr>
          <p:nvPr/>
        </p:nvSpPr>
        <p:spPr bwMode="auto">
          <a:xfrm>
            <a:off x="2979308" y="2959514"/>
            <a:ext cx="1486292" cy="131728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2"/>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2">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57" name="原创设计师QQ598969553          _9"/>
          <p:cNvSpPr>
            <a:spLocks/>
          </p:cNvSpPr>
          <p:nvPr/>
        </p:nvSpPr>
        <p:spPr bwMode="auto">
          <a:xfrm>
            <a:off x="3060178" y="3031189"/>
            <a:ext cx="1324551" cy="1173938"/>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95000"/>
            </a:schemeClr>
          </a:solidFill>
          <a:ln w="50800">
            <a:noFill/>
          </a:ln>
          <a:effectLst>
            <a:outerShdw blurRad="101600" dist="50800" dir="2700000" algn="tl" rotWithShape="0">
              <a:schemeClr val="accent2">
                <a:lumMod val="50000"/>
                <a:alpha val="64000"/>
              </a:schemeClr>
            </a:outerShdw>
          </a:effectLst>
          <a:scene3d>
            <a:camera prst="orthographicFront"/>
            <a:lightRig rig="threePt" dir="t"/>
          </a:scene3d>
          <a:sp3d prstMaterial="softEdge">
            <a:bevelT w="63500" h="19050" prst="angle"/>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58" name="原创设计师QQ598969553          _10"/>
          <p:cNvSpPr>
            <a:spLocks/>
          </p:cNvSpPr>
          <p:nvPr/>
        </p:nvSpPr>
        <p:spPr bwMode="auto">
          <a:xfrm>
            <a:off x="4578724" y="2959514"/>
            <a:ext cx="1486292" cy="131728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1"/>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3">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59" name="原创设计师QQ598969553          _11"/>
          <p:cNvSpPr>
            <a:spLocks/>
          </p:cNvSpPr>
          <p:nvPr/>
        </p:nvSpPr>
        <p:spPr bwMode="auto">
          <a:xfrm>
            <a:off x="4659593" y="3031189"/>
            <a:ext cx="1324551" cy="1173938"/>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95000"/>
            </a:schemeClr>
          </a:solidFill>
          <a:ln w="50800">
            <a:noFill/>
          </a:ln>
          <a:effectLst>
            <a:outerShdw blurRad="101600" dist="50800" dir="2700000" algn="tl" rotWithShape="0">
              <a:schemeClr val="accent3">
                <a:lumMod val="50000"/>
                <a:alpha val="64000"/>
              </a:schemeClr>
            </a:outerShdw>
          </a:effectLst>
          <a:scene3d>
            <a:camera prst="orthographicFront"/>
            <a:lightRig rig="threePt" dir="t"/>
          </a:scene3d>
          <a:sp3d prstMaterial="softEdge">
            <a:bevelT w="63500" h="19050" prst="angle"/>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60" name="原创设计师QQ598969553          _12"/>
          <p:cNvSpPr/>
          <p:nvPr/>
        </p:nvSpPr>
        <p:spPr>
          <a:xfrm>
            <a:off x="1631183" y="3531619"/>
            <a:ext cx="1036181" cy="284693"/>
          </a:xfrm>
          <a:prstGeom prst="rect">
            <a:avLst/>
          </a:prstGeom>
        </p:spPr>
        <p:txBody>
          <a:bodyPr wrap="none" lIns="68580" tIns="34290" rIns="68580" bIns="34290">
            <a:spAutoFit/>
          </a:bodyPr>
          <a:lstStyle/>
          <a:p>
            <a:pPr algn="ctr"/>
            <a:r>
              <a:rPr lang="zh-CN" altLang="en-US" b="1" dirty="0">
                <a:solidFill>
                  <a:schemeClr val="tx1">
                    <a:lumMod val="65000"/>
                    <a:lumOff val="35000"/>
                  </a:schemeClr>
                </a:solidFill>
                <a:latin typeface="ITC Avant Garde Std Bk" panose="020B0502020202020204" pitchFamily="34" charset="0"/>
              </a:rPr>
              <a:t>添加关键字</a:t>
            </a:r>
            <a:endParaRPr lang="zh-CN" altLang="en-US" sz="100" b="1" dirty="0">
              <a:solidFill>
                <a:schemeClr val="tx1">
                  <a:lumMod val="65000"/>
                  <a:lumOff val="35000"/>
                </a:schemeClr>
              </a:solidFill>
              <a:latin typeface="ITC Avant Garde Std Bk" panose="020B0502020202020204" pitchFamily="34" charset="0"/>
            </a:endParaRPr>
          </a:p>
        </p:txBody>
      </p:sp>
      <p:sp>
        <p:nvSpPr>
          <p:cNvPr id="61" name="原创设计师QQ598969553          _13"/>
          <p:cNvSpPr/>
          <p:nvPr/>
        </p:nvSpPr>
        <p:spPr>
          <a:xfrm>
            <a:off x="4804929" y="3531619"/>
            <a:ext cx="1036181" cy="284693"/>
          </a:xfrm>
          <a:prstGeom prst="rect">
            <a:avLst/>
          </a:prstGeom>
        </p:spPr>
        <p:txBody>
          <a:bodyPr wrap="none" lIns="68580" tIns="34290" rIns="68580" bIns="34290">
            <a:spAutoFit/>
          </a:bodyPr>
          <a:lstStyle/>
          <a:p>
            <a:pPr algn="ctr"/>
            <a:r>
              <a:rPr lang="zh-CN" altLang="en-US" b="1" dirty="0">
                <a:solidFill>
                  <a:schemeClr val="tx1">
                    <a:lumMod val="65000"/>
                    <a:lumOff val="35000"/>
                  </a:schemeClr>
                </a:solidFill>
                <a:latin typeface="ITC Avant Garde Std Bk" panose="020B0502020202020204" pitchFamily="34" charset="0"/>
              </a:rPr>
              <a:t>添加关键字</a:t>
            </a:r>
            <a:endParaRPr lang="zh-CN" altLang="en-US" sz="100" b="1" dirty="0">
              <a:solidFill>
                <a:schemeClr val="tx1">
                  <a:lumMod val="65000"/>
                  <a:lumOff val="35000"/>
                </a:schemeClr>
              </a:solidFill>
              <a:latin typeface="ITC Avant Garde Std Bk" panose="020B0502020202020204" pitchFamily="34" charset="0"/>
            </a:endParaRPr>
          </a:p>
        </p:txBody>
      </p:sp>
      <p:sp>
        <p:nvSpPr>
          <p:cNvPr id="62" name="原创设计师QQ598969553          _14"/>
          <p:cNvSpPr/>
          <p:nvPr/>
        </p:nvSpPr>
        <p:spPr>
          <a:xfrm>
            <a:off x="3205514" y="3531619"/>
            <a:ext cx="1036181" cy="284693"/>
          </a:xfrm>
          <a:prstGeom prst="rect">
            <a:avLst/>
          </a:prstGeom>
        </p:spPr>
        <p:txBody>
          <a:bodyPr wrap="none" lIns="68580" tIns="34290" rIns="68580" bIns="34290">
            <a:spAutoFit/>
          </a:bodyPr>
          <a:lstStyle/>
          <a:p>
            <a:pPr algn="ctr"/>
            <a:r>
              <a:rPr lang="zh-CN" altLang="en-US" b="1" dirty="0">
                <a:solidFill>
                  <a:schemeClr val="tx1">
                    <a:lumMod val="65000"/>
                    <a:lumOff val="35000"/>
                  </a:schemeClr>
                </a:solidFill>
                <a:latin typeface="ITC Avant Garde Std Bk" panose="020B0502020202020204" pitchFamily="34" charset="0"/>
              </a:rPr>
              <a:t>添加关键字</a:t>
            </a:r>
            <a:endParaRPr lang="zh-CN" altLang="en-US" sz="100" b="1" dirty="0">
              <a:solidFill>
                <a:schemeClr val="tx1">
                  <a:lumMod val="65000"/>
                  <a:lumOff val="35000"/>
                </a:schemeClr>
              </a:solidFill>
              <a:latin typeface="ITC Avant Garde Std Bk" panose="020B0502020202020204" pitchFamily="34" charset="0"/>
            </a:endParaRPr>
          </a:p>
        </p:txBody>
      </p:sp>
      <p:grpSp>
        <p:nvGrpSpPr>
          <p:cNvPr id="63" name="原创设计师QQ598969553          _15"/>
          <p:cNvGrpSpPr/>
          <p:nvPr/>
        </p:nvGrpSpPr>
        <p:grpSpPr>
          <a:xfrm>
            <a:off x="5192945" y="3204188"/>
            <a:ext cx="230951" cy="229729"/>
            <a:chOff x="3856417" y="4248125"/>
            <a:chExt cx="409860" cy="407692"/>
          </a:xfrm>
          <a:solidFill>
            <a:schemeClr val="accent1"/>
          </a:solidFill>
        </p:grpSpPr>
        <p:sp>
          <p:nvSpPr>
            <p:cNvPr id="64" name="Freeform 187"/>
            <p:cNvSpPr>
              <a:spLocks/>
            </p:cNvSpPr>
            <p:nvPr/>
          </p:nvSpPr>
          <p:spPr bwMode="auto">
            <a:xfrm>
              <a:off x="3969183" y="4489921"/>
              <a:ext cx="279745" cy="165896"/>
            </a:xfrm>
            <a:custGeom>
              <a:avLst/>
              <a:gdLst>
                <a:gd name="T0" fmla="*/ 76 w 109"/>
                <a:gd name="T1" fmla="*/ 0 h 65"/>
                <a:gd name="T2" fmla="*/ 54 w 109"/>
                <a:gd name="T3" fmla="*/ 0 h 65"/>
                <a:gd name="T4" fmla="*/ 69 w 109"/>
                <a:gd name="T5" fmla="*/ 17 h 65"/>
                <a:gd name="T6" fmla="*/ 76 w 109"/>
                <a:gd name="T7" fmla="*/ 17 h 65"/>
                <a:gd name="T8" fmla="*/ 91 w 109"/>
                <a:gd name="T9" fmla="*/ 32 h 65"/>
                <a:gd name="T10" fmla="*/ 76 w 109"/>
                <a:gd name="T11" fmla="*/ 48 h 65"/>
                <a:gd name="T12" fmla="*/ 32 w 109"/>
                <a:gd name="T13" fmla="*/ 48 h 65"/>
                <a:gd name="T14" fmla="*/ 17 w 109"/>
                <a:gd name="T15" fmla="*/ 32 h 65"/>
                <a:gd name="T16" fmla="*/ 20 w 109"/>
                <a:gd name="T17" fmla="*/ 24 h 65"/>
                <a:gd name="T18" fmla="*/ 1 w 109"/>
                <a:gd name="T19" fmla="*/ 24 h 65"/>
                <a:gd name="T20" fmla="*/ 0 w 109"/>
                <a:gd name="T21" fmla="*/ 32 h 65"/>
                <a:gd name="T22" fmla="*/ 32 w 109"/>
                <a:gd name="T23" fmla="*/ 65 h 65"/>
                <a:gd name="T24" fmla="*/ 76 w 109"/>
                <a:gd name="T25" fmla="*/ 65 h 65"/>
                <a:gd name="T26" fmla="*/ 109 w 109"/>
                <a:gd name="T27" fmla="*/ 32 h 65"/>
                <a:gd name="T28" fmla="*/ 76 w 109"/>
                <a:gd name="T29"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9" h="65">
                  <a:moveTo>
                    <a:pt x="76" y="0"/>
                  </a:moveTo>
                  <a:cubicBezTo>
                    <a:pt x="54" y="0"/>
                    <a:pt x="54" y="0"/>
                    <a:pt x="54" y="0"/>
                  </a:cubicBezTo>
                  <a:cubicBezTo>
                    <a:pt x="61" y="4"/>
                    <a:pt x="66" y="10"/>
                    <a:pt x="69" y="17"/>
                  </a:cubicBezTo>
                  <a:cubicBezTo>
                    <a:pt x="76" y="17"/>
                    <a:pt x="76" y="17"/>
                    <a:pt x="76" y="17"/>
                  </a:cubicBezTo>
                  <a:cubicBezTo>
                    <a:pt x="85" y="17"/>
                    <a:pt x="91" y="24"/>
                    <a:pt x="91" y="32"/>
                  </a:cubicBezTo>
                  <a:cubicBezTo>
                    <a:pt x="91" y="41"/>
                    <a:pt x="85" y="48"/>
                    <a:pt x="76" y="48"/>
                  </a:cubicBezTo>
                  <a:cubicBezTo>
                    <a:pt x="32" y="48"/>
                    <a:pt x="32" y="48"/>
                    <a:pt x="32" y="48"/>
                  </a:cubicBezTo>
                  <a:cubicBezTo>
                    <a:pt x="24" y="48"/>
                    <a:pt x="17" y="41"/>
                    <a:pt x="17" y="32"/>
                  </a:cubicBezTo>
                  <a:cubicBezTo>
                    <a:pt x="17" y="29"/>
                    <a:pt x="18" y="26"/>
                    <a:pt x="20" y="24"/>
                  </a:cubicBezTo>
                  <a:cubicBezTo>
                    <a:pt x="1" y="24"/>
                    <a:pt x="1" y="24"/>
                    <a:pt x="1" y="24"/>
                  </a:cubicBezTo>
                  <a:cubicBezTo>
                    <a:pt x="0" y="27"/>
                    <a:pt x="0" y="30"/>
                    <a:pt x="0" y="32"/>
                  </a:cubicBezTo>
                  <a:cubicBezTo>
                    <a:pt x="0" y="50"/>
                    <a:pt x="14" y="65"/>
                    <a:pt x="32" y="65"/>
                  </a:cubicBezTo>
                  <a:cubicBezTo>
                    <a:pt x="76" y="65"/>
                    <a:pt x="76" y="65"/>
                    <a:pt x="76" y="65"/>
                  </a:cubicBezTo>
                  <a:cubicBezTo>
                    <a:pt x="94" y="65"/>
                    <a:pt x="109" y="50"/>
                    <a:pt x="109" y="32"/>
                  </a:cubicBezTo>
                  <a:cubicBezTo>
                    <a:pt x="109" y="15"/>
                    <a:pt x="94"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65" name="Freeform 188"/>
            <p:cNvSpPr>
              <a:spLocks/>
            </p:cNvSpPr>
            <p:nvPr/>
          </p:nvSpPr>
          <p:spPr bwMode="auto">
            <a:xfrm>
              <a:off x="3856417" y="4489921"/>
              <a:ext cx="279745" cy="165896"/>
            </a:xfrm>
            <a:custGeom>
              <a:avLst/>
              <a:gdLst>
                <a:gd name="T0" fmla="*/ 41 w 109"/>
                <a:gd name="T1" fmla="*/ 48 h 65"/>
                <a:gd name="T2" fmla="*/ 33 w 109"/>
                <a:gd name="T3" fmla="*/ 48 h 65"/>
                <a:gd name="T4" fmla="*/ 18 w 109"/>
                <a:gd name="T5" fmla="*/ 32 h 65"/>
                <a:gd name="T6" fmla="*/ 33 w 109"/>
                <a:gd name="T7" fmla="*/ 17 h 65"/>
                <a:gd name="T8" fmla="*/ 37 w 109"/>
                <a:gd name="T9" fmla="*/ 17 h 65"/>
                <a:gd name="T10" fmla="*/ 77 w 109"/>
                <a:gd name="T11" fmla="*/ 17 h 65"/>
                <a:gd name="T12" fmla="*/ 92 w 109"/>
                <a:gd name="T13" fmla="*/ 32 h 65"/>
                <a:gd name="T14" fmla="*/ 92 w 109"/>
                <a:gd name="T15" fmla="*/ 35 h 65"/>
                <a:gd name="T16" fmla="*/ 89 w 109"/>
                <a:gd name="T17" fmla="*/ 42 h 65"/>
                <a:gd name="T18" fmla="*/ 108 w 109"/>
                <a:gd name="T19" fmla="*/ 42 h 65"/>
                <a:gd name="T20" fmla="*/ 109 w 109"/>
                <a:gd name="T21" fmla="*/ 35 h 65"/>
                <a:gd name="T22" fmla="*/ 109 w 109"/>
                <a:gd name="T23" fmla="*/ 35 h 65"/>
                <a:gd name="T24" fmla="*/ 109 w 109"/>
                <a:gd name="T25" fmla="*/ 32 h 65"/>
                <a:gd name="T26" fmla="*/ 77 w 109"/>
                <a:gd name="T27" fmla="*/ 0 h 65"/>
                <a:gd name="T28" fmla="*/ 37 w 109"/>
                <a:gd name="T29" fmla="*/ 0 h 65"/>
                <a:gd name="T30" fmla="*/ 33 w 109"/>
                <a:gd name="T31" fmla="*/ 0 h 65"/>
                <a:gd name="T32" fmla="*/ 0 w 109"/>
                <a:gd name="T33" fmla="*/ 32 h 65"/>
                <a:gd name="T34" fmla="*/ 33 w 109"/>
                <a:gd name="T35" fmla="*/ 65 h 65"/>
                <a:gd name="T36" fmla="*/ 56 w 109"/>
                <a:gd name="T37" fmla="*/ 65 h 65"/>
                <a:gd name="T38" fmla="*/ 41 w 109"/>
                <a:gd name="T39" fmla="*/ 48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9" h="65">
                  <a:moveTo>
                    <a:pt x="41" y="48"/>
                  </a:moveTo>
                  <a:cubicBezTo>
                    <a:pt x="33" y="48"/>
                    <a:pt x="33" y="48"/>
                    <a:pt x="33" y="48"/>
                  </a:cubicBezTo>
                  <a:cubicBezTo>
                    <a:pt x="24" y="48"/>
                    <a:pt x="18" y="41"/>
                    <a:pt x="18" y="32"/>
                  </a:cubicBezTo>
                  <a:cubicBezTo>
                    <a:pt x="18" y="24"/>
                    <a:pt x="24" y="17"/>
                    <a:pt x="33" y="17"/>
                  </a:cubicBezTo>
                  <a:cubicBezTo>
                    <a:pt x="37" y="17"/>
                    <a:pt x="37" y="17"/>
                    <a:pt x="37" y="17"/>
                  </a:cubicBezTo>
                  <a:cubicBezTo>
                    <a:pt x="77" y="17"/>
                    <a:pt x="77" y="17"/>
                    <a:pt x="77" y="17"/>
                  </a:cubicBezTo>
                  <a:cubicBezTo>
                    <a:pt x="85" y="17"/>
                    <a:pt x="92" y="24"/>
                    <a:pt x="92" y="32"/>
                  </a:cubicBezTo>
                  <a:cubicBezTo>
                    <a:pt x="92" y="33"/>
                    <a:pt x="92" y="34"/>
                    <a:pt x="92" y="35"/>
                  </a:cubicBezTo>
                  <a:cubicBezTo>
                    <a:pt x="91" y="38"/>
                    <a:pt x="90" y="40"/>
                    <a:pt x="89" y="42"/>
                  </a:cubicBezTo>
                  <a:cubicBezTo>
                    <a:pt x="108" y="42"/>
                    <a:pt x="108" y="42"/>
                    <a:pt x="108" y="42"/>
                  </a:cubicBezTo>
                  <a:cubicBezTo>
                    <a:pt x="108" y="40"/>
                    <a:pt x="109" y="38"/>
                    <a:pt x="109" y="35"/>
                  </a:cubicBezTo>
                  <a:cubicBezTo>
                    <a:pt x="109" y="35"/>
                    <a:pt x="109" y="35"/>
                    <a:pt x="109" y="35"/>
                  </a:cubicBezTo>
                  <a:cubicBezTo>
                    <a:pt x="109" y="34"/>
                    <a:pt x="109" y="33"/>
                    <a:pt x="109" y="32"/>
                  </a:cubicBezTo>
                  <a:cubicBezTo>
                    <a:pt x="109" y="15"/>
                    <a:pt x="95" y="0"/>
                    <a:pt x="77" y="0"/>
                  </a:cubicBezTo>
                  <a:cubicBezTo>
                    <a:pt x="37" y="0"/>
                    <a:pt x="37" y="0"/>
                    <a:pt x="37" y="0"/>
                  </a:cubicBezTo>
                  <a:cubicBezTo>
                    <a:pt x="33" y="0"/>
                    <a:pt x="33" y="0"/>
                    <a:pt x="33" y="0"/>
                  </a:cubicBezTo>
                  <a:cubicBezTo>
                    <a:pt x="15" y="0"/>
                    <a:pt x="0" y="15"/>
                    <a:pt x="0" y="32"/>
                  </a:cubicBezTo>
                  <a:cubicBezTo>
                    <a:pt x="0" y="50"/>
                    <a:pt x="15" y="65"/>
                    <a:pt x="33" y="65"/>
                  </a:cubicBezTo>
                  <a:cubicBezTo>
                    <a:pt x="56" y="65"/>
                    <a:pt x="56" y="65"/>
                    <a:pt x="56" y="65"/>
                  </a:cubicBezTo>
                  <a:cubicBezTo>
                    <a:pt x="50" y="61"/>
                    <a:pt x="44" y="55"/>
                    <a:pt x="41"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66" name="Freeform 189"/>
            <p:cNvSpPr>
              <a:spLocks noEditPoints="1"/>
            </p:cNvSpPr>
            <p:nvPr/>
          </p:nvSpPr>
          <p:spPr bwMode="auto">
            <a:xfrm>
              <a:off x="3950749" y="4248125"/>
              <a:ext cx="202761" cy="204930"/>
            </a:xfrm>
            <a:custGeom>
              <a:avLst/>
              <a:gdLst>
                <a:gd name="T0" fmla="*/ 40 w 79"/>
                <a:gd name="T1" fmla="*/ 0 h 80"/>
                <a:gd name="T2" fmla="*/ 0 w 79"/>
                <a:gd name="T3" fmla="*/ 40 h 80"/>
                <a:gd name="T4" fmla="*/ 40 w 79"/>
                <a:gd name="T5" fmla="*/ 80 h 80"/>
                <a:gd name="T6" fmla="*/ 79 w 79"/>
                <a:gd name="T7" fmla="*/ 40 h 80"/>
                <a:gd name="T8" fmla="*/ 40 w 79"/>
                <a:gd name="T9" fmla="*/ 0 h 80"/>
                <a:gd name="T10" fmla="*/ 63 w 79"/>
                <a:gd name="T11" fmla="*/ 46 h 80"/>
                <a:gd name="T12" fmla="*/ 46 w 79"/>
                <a:gd name="T13" fmla="*/ 46 h 80"/>
                <a:gd name="T14" fmla="*/ 46 w 79"/>
                <a:gd name="T15" fmla="*/ 63 h 80"/>
                <a:gd name="T16" fmla="*/ 33 w 79"/>
                <a:gd name="T17" fmla="*/ 63 h 80"/>
                <a:gd name="T18" fmla="*/ 33 w 79"/>
                <a:gd name="T19" fmla="*/ 46 h 80"/>
                <a:gd name="T20" fmla="*/ 17 w 79"/>
                <a:gd name="T21" fmla="*/ 46 h 80"/>
                <a:gd name="T22" fmla="*/ 17 w 79"/>
                <a:gd name="T23" fmla="*/ 34 h 80"/>
                <a:gd name="T24" fmla="*/ 33 w 79"/>
                <a:gd name="T25" fmla="*/ 34 h 80"/>
                <a:gd name="T26" fmla="*/ 33 w 79"/>
                <a:gd name="T27" fmla="*/ 17 h 80"/>
                <a:gd name="T28" fmla="*/ 46 w 79"/>
                <a:gd name="T29" fmla="*/ 17 h 80"/>
                <a:gd name="T30" fmla="*/ 46 w 79"/>
                <a:gd name="T31" fmla="*/ 34 h 80"/>
                <a:gd name="T32" fmla="*/ 63 w 79"/>
                <a:gd name="T33" fmla="*/ 34 h 80"/>
                <a:gd name="T34" fmla="*/ 63 w 79"/>
                <a:gd name="T35" fmla="*/ 46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9" h="80">
                  <a:moveTo>
                    <a:pt x="40" y="0"/>
                  </a:moveTo>
                  <a:cubicBezTo>
                    <a:pt x="18" y="0"/>
                    <a:pt x="0" y="18"/>
                    <a:pt x="0" y="40"/>
                  </a:cubicBezTo>
                  <a:cubicBezTo>
                    <a:pt x="0" y="62"/>
                    <a:pt x="18" y="80"/>
                    <a:pt x="40" y="80"/>
                  </a:cubicBezTo>
                  <a:cubicBezTo>
                    <a:pt x="62" y="80"/>
                    <a:pt x="79" y="62"/>
                    <a:pt x="79" y="40"/>
                  </a:cubicBezTo>
                  <a:cubicBezTo>
                    <a:pt x="79" y="18"/>
                    <a:pt x="62" y="0"/>
                    <a:pt x="40" y="0"/>
                  </a:cubicBezTo>
                  <a:close/>
                  <a:moveTo>
                    <a:pt x="63" y="46"/>
                  </a:moveTo>
                  <a:cubicBezTo>
                    <a:pt x="46" y="46"/>
                    <a:pt x="46" y="46"/>
                    <a:pt x="46" y="46"/>
                  </a:cubicBezTo>
                  <a:cubicBezTo>
                    <a:pt x="46" y="63"/>
                    <a:pt x="46" y="63"/>
                    <a:pt x="46" y="63"/>
                  </a:cubicBezTo>
                  <a:cubicBezTo>
                    <a:pt x="33" y="63"/>
                    <a:pt x="33" y="63"/>
                    <a:pt x="33" y="63"/>
                  </a:cubicBezTo>
                  <a:cubicBezTo>
                    <a:pt x="33" y="46"/>
                    <a:pt x="33" y="46"/>
                    <a:pt x="33" y="46"/>
                  </a:cubicBezTo>
                  <a:cubicBezTo>
                    <a:pt x="17" y="46"/>
                    <a:pt x="17" y="46"/>
                    <a:pt x="17" y="46"/>
                  </a:cubicBezTo>
                  <a:cubicBezTo>
                    <a:pt x="17" y="34"/>
                    <a:pt x="17" y="34"/>
                    <a:pt x="17" y="34"/>
                  </a:cubicBezTo>
                  <a:cubicBezTo>
                    <a:pt x="33" y="34"/>
                    <a:pt x="33" y="34"/>
                    <a:pt x="33" y="34"/>
                  </a:cubicBezTo>
                  <a:cubicBezTo>
                    <a:pt x="33" y="17"/>
                    <a:pt x="33" y="17"/>
                    <a:pt x="33" y="17"/>
                  </a:cubicBezTo>
                  <a:cubicBezTo>
                    <a:pt x="46" y="17"/>
                    <a:pt x="46" y="17"/>
                    <a:pt x="46" y="17"/>
                  </a:cubicBezTo>
                  <a:cubicBezTo>
                    <a:pt x="46" y="34"/>
                    <a:pt x="46" y="34"/>
                    <a:pt x="46" y="34"/>
                  </a:cubicBezTo>
                  <a:cubicBezTo>
                    <a:pt x="63" y="34"/>
                    <a:pt x="63" y="34"/>
                    <a:pt x="63" y="34"/>
                  </a:cubicBezTo>
                  <a:lnTo>
                    <a:pt x="63" y="4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67" name="Rectangle 190"/>
            <p:cNvSpPr>
              <a:spLocks noChangeArrowheads="1"/>
            </p:cNvSpPr>
            <p:nvPr/>
          </p:nvSpPr>
          <p:spPr bwMode="auto">
            <a:xfrm>
              <a:off x="4200135" y="4356553"/>
              <a:ext cx="30360" cy="10192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68" name="Rectangle 191"/>
            <p:cNvSpPr>
              <a:spLocks noChangeArrowheads="1"/>
            </p:cNvSpPr>
            <p:nvPr/>
          </p:nvSpPr>
          <p:spPr bwMode="auto">
            <a:xfrm>
              <a:off x="4164354" y="4392335"/>
              <a:ext cx="1019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69" name="Rectangle 192"/>
            <p:cNvSpPr>
              <a:spLocks noChangeArrowheads="1"/>
            </p:cNvSpPr>
            <p:nvPr/>
          </p:nvSpPr>
          <p:spPr bwMode="auto">
            <a:xfrm>
              <a:off x="3879187" y="4386913"/>
              <a:ext cx="18433" cy="6180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70" name="Rectangle 193"/>
            <p:cNvSpPr>
              <a:spLocks noChangeArrowheads="1"/>
            </p:cNvSpPr>
            <p:nvPr/>
          </p:nvSpPr>
          <p:spPr bwMode="auto">
            <a:xfrm>
              <a:off x="3858586" y="4407515"/>
              <a:ext cx="61805" cy="1734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grpSp>
      <p:grpSp>
        <p:nvGrpSpPr>
          <p:cNvPr id="71" name="原创设计师QQ598969553          _16"/>
          <p:cNvGrpSpPr/>
          <p:nvPr/>
        </p:nvGrpSpPr>
        <p:grpSpPr>
          <a:xfrm>
            <a:off x="1997345" y="3162335"/>
            <a:ext cx="273108" cy="313433"/>
            <a:chOff x="2733098" y="4187405"/>
            <a:chExt cx="484675" cy="556238"/>
          </a:xfrm>
          <a:solidFill>
            <a:schemeClr val="accent1"/>
          </a:solidFill>
        </p:grpSpPr>
        <p:sp>
          <p:nvSpPr>
            <p:cNvPr id="72" name="Oval 302"/>
            <p:cNvSpPr>
              <a:spLocks noChangeArrowheads="1"/>
            </p:cNvSpPr>
            <p:nvPr/>
          </p:nvSpPr>
          <p:spPr bwMode="auto">
            <a:xfrm>
              <a:off x="2849117" y="4187405"/>
              <a:ext cx="84574" cy="10734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73" name="Freeform 303"/>
            <p:cNvSpPr>
              <a:spLocks noEditPoints="1"/>
            </p:cNvSpPr>
            <p:nvPr/>
          </p:nvSpPr>
          <p:spPr bwMode="auto">
            <a:xfrm>
              <a:off x="2733098" y="4304508"/>
              <a:ext cx="310105" cy="439135"/>
            </a:xfrm>
            <a:custGeom>
              <a:avLst/>
              <a:gdLst>
                <a:gd name="T0" fmla="*/ 121 w 121"/>
                <a:gd name="T1" fmla="*/ 26 h 171"/>
                <a:gd name="T2" fmla="*/ 120 w 121"/>
                <a:gd name="T3" fmla="*/ 26 h 171"/>
                <a:gd name="T4" fmla="*/ 114 w 121"/>
                <a:gd name="T5" fmla="*/ 21 h 171"/>
                <a:gd name="T6" fmla="*/ 90 w 121"/>
                <a:gd name="T7" fmla="*/ 3 h 171"/>
                <a:gd name="T8" fmla="*/ 84 w 121"/>
                <a:gd name="T9" fmla="*/ 1 h 171"/>
                <a:gd name="T10" fmla="*/ 76 w 121"/>
                <a:gd name="T11" fmla="*/ 1 h 171"/>
                <a:gd name="T12" fmla="*/ 74 w 121"/>
                <a:gd name="T13" fmla="*/ 11 h 171"/>
                <a:gd name="T14" fmla="*/ 67 w 121"/>
                <a:gd name="T15" fmla="*/ 42 h 171"/>
                <a:gd name="T16" fmla="*/ 67 w 121"/>
                <a:gd name="T17" fmla="*/ 7 h 171"/>
                <a:gd name="T18" fmla="*/ 58 w 121"/>
                <a:gd name="T19" fmla="*/ 0 h 171"/>
                <a:gd name="T20" fmla="*/ 58 w 121"/>
                <a:gd name="T21" fmla="*/ 9 h 171"/>
                <a:gd name="T22" fmla="*/ 45 w 121"/>
                <a:gd name="T23" fmla="*/ 18 h 171"/>
                <a:gd name="T24" fmla="*/ 40 w 121"/>
                <a:gd name="T25" fmla="*/ 7 h 171"/>
                <a:gd name="T26" fmla="*/ 47 w 121"/>
                <a:gd name="T27" fmla="*/ 0 h 171"/>
                <a:gd name="T28" fmla="*/ 38 w 121"/>
                <a:gd name="T29" fmla="*/ 1 h 171"/>
                <a:gd name="T30" fmla="*/ 3 w 121"/>
                <a:gd name="T31" fmla="*/ 35 h 171"/>
                <a:gd name="T32" fmla="*/ 3 w 121"/>
                <a:gd name="T33" fmla="*/ 36 h 171"/>
                <a:gd name="T34" fmla="*/ 1 w 121"/>
                <a:gd name="T35" fmla="*/ 48 h 171"/>
                <a:gd name="T36" fmla="*/ 2 w 121"/>
                <a:gd name="T37" fmla="*/ 48 h 171"/>
                <a:gd name="T38" fmla="*/ 2 w 121"/>
                <a:gd name="T39" fmla="*/ 50 h 171"/>
                <a:gd name="T40" fmla="*/ 6 w 121"/>
                <a:gd name="T41" fmla="*/ 57 h 171"/>
                <a:gd name="T42" fmla="*/ 20 w 121"/>
                <a:gd name="T43" fmla="*/ 85 h 171"/>
                <a:gd name="T44" fmla="*/ 33 w 121"/>
                <a:gd name="T45" fmla="*/ 90 h 171"/>
                <a:gd name="T46" fmla="*/ 35 w 121"/>
                <a:gd name="T47" fmla="*/ 90 h 171"/>
                <a:gd name="T48" fmla="*/ 60 w 121"/>
                <a:gd name="T49" fmla="*/ 171 h 171"/>
                <a:gd name="T50" fmla="*/ 56 w 121"/>
                <a:gd name="T51" fmla="*/ 110 h 171"/>
                <a:gd name="T52" fmla="*/ 89 w 121"/>
                <a:gd name="T53" fmla="*/ 33 h 171"/>
                <a:gd name="T54" fmla="*/ 93 w 121"/>
                <a:gd name="T55" fmla="*/ 31 h 171"/>
                <a:gd name="T56" fmla="*/ 75 w 121"/>
                <a:gd name="T57" fmla="*/ 45 h 171"/>
                <a:gd name="T58" fmla="*/ 89 w 121"/>
                <a:gd name="T59" fmla="*/ 33 h 171"/>
                <a:gd name="T60" fmla="*/ 30 w 121"/>
                <a:gd name="T61" fmla="*/ 55 h 171"/>
                <a:gd name="T62" fmla="*/ 24 w 121"/>
                <a:gd name="T63" fmla="*/ 44 h 171"/>
                <a:gd name="T64" fmla="*/ 33 w 121"/>
                <a:gd name="T65" fmla="*/ 60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1" h="171">
                  <a:moveTo>
                    <a:pt x="120" y="42"/>
                  </a:moveTo>
                  <a:cubicBezTo>
                    <a:pt x="120" y="35"/>
                    <a:pt x="121" y="24"/>
                    <a:pt x="121" y="26"/>
                  </a:cubicBezTo>
                  <a:cubicBezTo>
                    <a:pt x="121" y="26"/>
                    <a:pt x="121" y="26"/>
                    <a:pt x="121" y="26"/>
                  </a:cubicBezTo>
                  <a:cubicBezTo>
                    <a:pt x="120" y="26"/>
                    <a:pt x="120" y="26"/>
                    <a:pt x="120" y="26"/>
                  </a:cubicBezTo>
                  <a:cubicBezTo>
                    <a:pt x="118" y="24"/>
                    <a:pt x="118" y="24"/>
                    <a:pt x="118" y="24"/>
                  </a:cubicBezTo>
                  <a:cubicBezTo>
                    <a:pt x="114" y="21"/>
                    <a:pt x="114" y="21"/>
                    <a:pt x="114" y="21"/>
                  </a:cubicBezTo>
                  <a:cubicBezTo>
                    <a:pt x="106" y="15"/>
                    <a:pt x="106" y="15"/>
                    <a:pt x="106" y="15"/>
                  </a:cubicBezTo>
                  <a:cubicBezTo>
                    <a:pt x="90" y="3"/>
                    <a:pt x="90" y="3"/>
                    <a:pt x="90" y="3"/>
                  </a:cubicBezTo>
                  <a:cubicBezTo>
                    <a:pt x="88" y="2"/>
                    <a:pt x="86" y="1"/>
                    <a:pt x="84" y="1"/>
                  </a:cubicBezTo>
                  <a:cubicBezTo>
                    <a:pt x="84" y="1"/>
                    <a:pt x="84" y="1"/>
                    <a:pt x="84" y="1"/>
                  </a:cubicBezTo>
                  <a:cubicBezTo>
                    <a:pt x="81" y="1"/>
                    <a:pt x="78" y="1"/>
                    <a:pt x="76" y="0"/>
                  </a:cubicBezTo>
                  <a:cubicBezTo>
                    <a:pt x="76" y="1"/>
                    <a:pt x="76" y="1"/>
                    <a:pt x="76" y="1"/>
                  </a:cubicBezTo>
                  <a:cubicBezTo>
                    <a:pt x="83" y="7"/>
                    <a:pt x="83" y="7"/>
                    <a:pt x="83" y="7"/>
                  </a:cubicBezTo>
                  <a:cubicBezTo>
                    <a:pt x="74" y="11"/>
                    <a:pt x="74" y="11"/>
                    <a:pt x="74" y="11"/>
                  </a:cubicBezTo>
                  <a:cubicBezTo>
                    <a:pt x="78" y="18"/>
                    <a:pt x="78" y="18"/>
                    <a:pt x="78" y="18"/>
                  </a:cubicBezTo>
                  <a:cubicBezTo>
                    <a:pt x="67" y="42"/>
                    <a:pt x="67" y="42"/>
                    <a:pt x="67" y="42"/>
                  </a:cubicBezTo>
                  <a:cubicBezTo>
                    <a:pt x="65" y="9"/>
                    <a:pt x="65" y="9"/>
                    <a:pt x="65" y="9"/>
                  </a:cubicBezTo>
                  <a:cubicBezTo>
                    <a:pt x="67" y="7"/>
                    <a:pt x="67" y="7"/>
                    <a:pt x="67" y="7"/>
                  </a:cubicBezTo>
                  <a:cubicBezTo>
                    <a:pt x="65" y="0"/>
                    <a:pt x="65" y="0"/>
                    <a:pt x="65" y="0"/>
                  </a:cubicBezTo>
                  <a:cubicBezTo>
                    <a:pt x="58" y="0"/>
                    <a:pt x="58" y="0"/>
                    <a:pt x="58" y="0"/>
                  </a:cubicBezTo>
                  <a:cubicBezTo>
                    <a:pt x="56" y="7"/>
                    <a:pt x="56" y="7"/>
                    <a:pt x="56" y="7"/>
                  </a:cubicBezTo>
                  <a:cubicBezTo>
                    <a:pt x="58" y="9"/>
                    <a:pt x="58" y="9"/>
                    <a:pt x="58" y="9"/>
                  </a:cubicBezTo>
                  <a:cubicBezTo>
                    <a:pt x="56" y="42"/>
                    <a:pt x="56" y="42"/>
                    <a:pt x="56" y="42"/>
                  </a:cubicBezTo>
                  <a:cubicBezTo>
                    <a:pt x="45" y="18"/>
                    <a:pt x="45" y="18"/>
                    <a:pt x="45" y="18"/>
                  </a:cubicBezTo>
                  <a:cubicBezTo>
                    <a:pt x="49" y="11"/>
                    <a:pt x="49" y="11"/>
                    <a:pt x="49" y="11"/>
                  </a:cubicBezTo>
                  <a:cubicBezTo>
                    <a:pt x="40" y="7"/>
                    <a:pt x="40" y="7"/>
                    <a:pt x="40" y="7"/>
                  </a:cubicBezTo>
                  <a:cubicBezTo>
                    <a:pt x="47" y="1"/>
                    <a:pt x="47" y="1"/>
                    <a:pt x="47" y="1"/>
                  </a:cubicBezTo>
                  <a:cubicBezTo>
                    <a:pt x="47" y="0"/>
                    <a:pt x="47" y="0"/>
                    <a:pt x="47" y="0"/>
                  </a:cubicBezTo>
                  <a:cubicBezTo>
                    <a:pt x="45" y="1"/>
                    <a:pt x="42" y="1"/>
                    <a:pt x="39" y="1"/>
                  </a:cubicBezTo>
                  <a:cubicBezTo>
                    <a:pt x="39" y="1"/>
                    <a:pt x="39" y="1"/>
                    <a:pt x="38" y="1"/>
                  </a:cubicBezTo>
                  <a:cubicBezTo>
                    <a:pt x="36" y="2"/>
                    <a:pt x="33" y="3"/>
                    <a:pt x="31" y="5"/>
                  </a:cubicBezTo>
                  <a:cubicBezTo>
                    <a:pt x="3" y="35"/>
                    <a:pt x="3" y="35"/>
                    <a:pt x="3" y="35"/>
                  </a:cubicBezTo>
                  <a:cubicBezTo>
                    <a:pt x="3" y="36"/>
                    <a:pt x="3" y="36"/>
                    <a:pt x="3" y="36"/>
                  </a:cubicBezTo>
                  <a:cubicBezTo>
                    <a:pt x="3" y="36"/>
                    <a:pt x="3" y="36"/>
                    <a:pt x="3" y="36"/>
                  </a:cubicBezTo>
                  <a:cubicBezTo>
                    <a:pt x="0" y="60"/>
                    <a:pt x="2" y="42"/>
                    <a:pt x="1" y="48"/>
                  </a:cubicBezTo>
                  <a:cubicBezTo>
                    <a:pt x="1" y="48"/>
                    <a:pt x="1" y="48"/>
                    <a:pt x="1" y="48"/>
                  </a:cubicBezTo>
                  <a:cubicBezTo>
                    <a:pt x="1" y="48"/>
                    <a:pt x="1" y="48"/>
                    <a:pt x="1" y="48"/>
                  </a:cubicBezTo>
                  <a:cubicBezTo>
                    <a:pt x="2" y="48"/>
                    <a:pt x="2" y="48"/>
                    <a:pt x="2" y="48"/>
                  </a:cubicBezTo>
                  <a:cubicBezTo>
                    <a:pt x="2" y="49"/>
                    <a:pt x="2" y="49"/>
                    <a:pt x="2" y="49"/>
                  </a:cubicBezTo>
                  <a:cubicBezTo>
                    <a:pt x="2" y="50"/>
                    <a:pt x="2" y="50"/>
                    <a:pt x="2" y="50"/>
                  </a:cubicBezTo>
                  <a:cubicBezTo>
                    <a:pt x="4" y="52"/>
                    <a:pt x="4" y="52"/>
                    <a:pt x="4" y="52"/>
                  </a:cubicBezTo>
                  <a:cubicBezTo>
                    <a:pt x="6" y="57"/>
                    <a:pt x="6" y="57"/>
                    <a:pt x="6" y="57"/>
                  </a:cubicBezTo>
                  <a:cubicBezTo>
                    <a:pt x="11" y="66"/>
                    <a:pt x="11" y="66"/>
                    <a:pt x="11" y="66"/>
                  </a:cubicBezTo>
                  <a:cubicBezTo>
                    <a:pt x="20" y="85"/>
                    <a:pt x="20" y="85"/>
                    <a:pt x="20" y="85"/>
                  </a:cubicBezTo>
                  <a:cubicBezTo>
                    <a:pt x="24" y="82"/>
                    <a:pt x="29" y="80"/>
                    <a:pt x="33" y="78"/>
                  </a:cubicBezTo>
                  <a:cubicBezTo>
                    <a:pt x="33" y="82"/>
                    <a:pt x="33" y="86"/>
                    <a:pt x="33" y="90"/>
                  </a:cubicBezTo>
                  <a:cubicBezTo>
                    <a:pt x="33" y="90"/>
                    <a:pt x="33" y="90"/>
                    <a:pt x="33" y="90"/>
                  </a:cubicBezTo>
                  <a:cubicBezTo>
                    <a:pt x="33" y="90"/>
                    <a:pt x="34" y="90"/>
                    <a:pt x="35" y="90"/>
                  </a:cubicBezTo>
                  <a:cubicBezTo>
                    <a:pt x="37" y="171"/>
                    <a:pt x="37" y="171"/>
                    <a:pt x="37" y="171"/>
                  </a:cubicBezTo>
                  <a:cubicBezTo>
                    <a:pt x="60" y="171"/>
                    <a:pt x="60" y="171"/>
                    <a:pt x="60" y="171"/>
                  </a:cubicBezTo>
                  <a:cubicBezTo>
                    <a:pt x="61" y="161"/>
                    <a:pt x="61" y="148"/>
                    <a:pt x="61" y="134"/>
                  </a:cubicBezTo>
                  <a:cubicBezTo>
                    <a:pt x="58" y="127"/>
                    <a:pt x="56" y="118"/>
                    <a:pt x="56" y="110"/>
                  </a:cubicBezTo>
                  <a:cubicBezTo>
                    <a:pt x="56" y="74"/>
                    <a:pt x="84" y="44"/>
                    <a:pt x="120" y="42"/>
                  </a:cubicBezTo>
                  <a:close/>
                  <a:moveTo>
                    <a:pt x="89" y="33"/>
                  </a:moveTo>
                  <a:cubicBezTo>
                    <a:pt x="89" y="31"/>
                    <a:pt x="89" y="29"/>
                    <a:pt x="89" y="27"/>
                  </a:cubicBezTo>
                  <a:cubicBezTo>
                    <a:pt x="93" y="31"/>
                    <a:pt x="93" y="31"/>
                    <a:pt x="93" y="31"/>
                  </a:cubicBezTo>
                  <a:cubicBezTo>
                    <a:pt x="96" y="33"/>
                    <a:pt x="96" y="33"/>
                    <a:pt x="96" y="33"/>
                  </a:cubicBezTo>
                  <a:cubicBezTo>
                    <a:pt x="75" y="45"/>
                    <a:pt x="75" y="45"/>
                    <a:pt x="75" y="45"/>
                  </a:cubicBezTo>
                  <a:cubicBezTo>
                    <a:pt x="74" y="42"/>
                    <a:pt x="74" y="42"/>
                    <a:pt x="74" y="42"/>
                  </a:cubicBezTo>
                  <a:lnTo>
                    <a:pt x="89" y="33"/>
                  </a:lnTo>
                  <a:close/>
                  <a:moveTo>
                    <a:pt x="33" y="60"/>
                  </a:moveTo>
                  <a:cubicBezTo>
                    <a:pt x="30" y="55"/>
                    <a:pt x="30" y="55"/>
                    <a:pt x="30" y="55"/>
                  </a:cubicBezTo>
                  <a:cubicBezTo>
                    <a:pt x="25" y="46"/>
                    <a:pt x="25" y="46"/>
                    <a:pt x="25" y="46"/>
                  </a:cubicBezTo>
                  <a:cubicBezTo>
                    <a:pt x="24" y="44"/>
                    <a:pt x="24" y="44"/>
                    <a:pt x="24" y="44"/>
                  </a:cubicBezTo>
                  <a:cubicBezTo>
                    <a:pt x="34" y="31"/>
                    <a:pt x="34" y="31"/>
                    <a:pt x="34" y="31"/>
                  </a:cubicBezTo>
                  <a:cubicBezTo>
                    <a:pt x="34" y="41"/>
                    <a:pt x="33" y="50"/>
                    <a:pt x="33"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74" name="Freeform 304"/>
            <p:cNvSpPr>
              <a:spLocks/>
            </p:cNvSpPr>
            <p:nvPr/>
          </p:nvSpPr>
          <p:spPr bwMode="auto">
            <a:xfrm>
              <a:off x="2897909" y="4668827"/>
              <a:ext cx="60720" cy="74816"/>
            </a:xfrm>
            <a:custGeom>
              <a:avLst/>
              <a:gdLst>
                <a:gd name="T0" fmla="*/ 0 w 24"/>
                <a:gd name="T1" fmla="*/ 0 h 29"/>
                <a:gd name="T2" fmla="*/ 1 w 24"/>
                <a:gd name="T3" fmla="*/ 29 h 29"/>
                <a:gd name="T4" fmla="*/ 24 w 24"/>
                <a:gd name="T5" fmla="*/ 29 h 29"/>
                <a:gd name="T6" fmla="*/ 24 w 24"/>
                <a:gd name="T7" fmla="*/ 26 h 29"/>
                <a:gd name="T8" fmla="*/ 0 w 24"/>
                <a:gd name="T9" fmla="*/ 0 h 29"/>
              </a:gdLst>
              <a:ahLst/>
              <a:cxnLst>
                <a:cxn ang="0">
                  <a:pos x="T0" y="T1"/>
                </a:cxn>
                <a:cxn ang="0">
                  <a:pos x="T2" y="T3"/>
                </a:cxn>
                <a:cxn ang="0">
                  <a:pos x="T4" y="T5"/>
                </a:cxn>
                <a:cxn ang="0">
                  <a:pos x="T6" y="T7"/>
                </a:cxn>
                <a:cxn ang="0">
                  <a:pos x="T8" y="T9"/>
                </a:cxn>
              </a:cxnLst>
              <a:rect l="0" t="0" r="r" b="b"/>
              <a:pathLst>
                <a:path w="24" h="29">
                  <a:moveTo>
                    <a:pt x="0" y="0"/>
                  </a:moveTo>
                  <a:cubicBezTo>
                    <a:pt x="1" y="29"/>
                    <a:pt x="1" y="29"/>
                    <a:pt x="1" y="29"/>
                  </a:cubicBezTo>
                  <a:cubicBezTo>
                    <a:pt x="24" y="29"/>
                    <a:pt x="24" y="29"/>
                    <a:pt x="24" y="29"/>
                  </a:cubicBezTo>
                  <a:cubicBezTo>
                    <a:pt x="24" y="28"/>
                    <a:pt x="24" y="27"/>
                    <a:pt x="24" y="26"/>
                  </a:cubicBezTo>
                  <a:cubicBezTo>
                    <a:pt x="14" y="19"/>
                    <a:pt x="6" y="1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75" name="Freeform 305"/>
            <p:cNvSpPr>
              <a:spLocks/>
            </p:cNvSpPr>
            <p:nvPr/>
          </p:nvSpPr>
          <p:spPr bwMode="auto">
            <a:xfrm>
              <a:off x="3035614" y="4422694"/>
              <a:ext cx="54214" cy="41203"/>
            </a:xfrm>
            <a:custGeom>
              <a:avLst/>
              <a:gdLst>
                <a:gd name="T0" fmla="*/ 43 w 50"/>
                <a:gd name="T1" fmla="*/ 0 h 38"/>
                <a:gd name="T2" fmla="*/ 36 w 50"/>
                <a:gd name="T3" fmla="*/ 0 h 38"/>
                <a:gd name="T4" fmla="*/ 14 w 50"/>
                <a:gd name="T5" fmla="*/ 0 h 38"/>
                <a:gd name="T6" fmla="*/ 7 w 50"/>
                <a:gd name="T7" fmla="*/ 0 h 38"/>
                <a:gd name="T8" fmla="*/ 0 w 50"/>
                <a:gd name="T9" fmla="*/ 38 h 38"/>
                <a:gd name="T10" fmla="*/ 14 w 50"/>
                <a:gd name="T11" fmla="*/ 38 h 38"/>
                <a:gd name="T12" fmla="*/ 36 w 50"/>
                <a:gd name="T13" fmla="*/ 38 h 38"/>
                <a:gd name="T14" fmla="*/ 50 w 50"/>
                <a:gd name="T15" fmla="*/ 38 h 38"/>
                <a:gd name="T16" fmla="*/ 43 w 50"/>
                <a:gd name="T1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38">
                  <a:moveTo>
                    <a:pt x="43" y="0"/>
                  </a:moveTo>
                  <a:lnTo>
                    <a:pt x="36" y="0"/>
                  </a:lnTo>
                  <a:lnTo>
                    <a:pt x="14" y="0"/>
                  </a:lnTo>
                  <a:lnTo>
                    <a:pt x="7" y="0"/>
                  </a:lnTo>
                  <a:lnTo>
                    <a:pt x="0" y="38"/>
                  </a:lnTo>
                  <a:lnTo>
                    <a:pt x="14" y="38"/>
                  </a:lnTo>
                  <a:lnTo>
                    <a:pt x="36" y="38"/>
                  </a:lnTo>
                  <a:lnTo>
                    <a:pt x="50" y="38"/>
                  </a:lnTo>
                  <a:lnTo>
                    <a:pt x="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76" name="Freeform 306"/>
            <p:cNvSpPr>
              <a:spLocks/>
            </p:cNvSpPr>
            <p:nvPr/>
          </p:nvSpPr>
          <p:spPr bwMode="auto">
            <a:xfrm>
              <a:off x="2964051" y="4430285"/>
              <a:ext cx="61805" cy="59636"/>
            </a:xfrm>
            <a:custGeom>
              <a:avLst/>
              <a:gdLst>
                <a:gd name="T0" fmla="*/ 33 w 57"/>
                <a:gd name="T1" fmla="*/ 0 h 55"/>
                <a:gd name="T2" fmla="*/ 26 w 57"/>
                <a:gd name="T3" fmla="*/ 5 h 55"/>
                <a:gd name="T4" fmla="*/ 7 w 57"/>
                <a:gd name="T5" fmla="*/ 14 h 55"/>
                <a:gd name="T6" fmla="*/ 0 w 57"/>
                <a:gd name="T7" fmla="*/ 19 h 55"/>
                <a:gd name="T8" fmla="*/ 14 w 57"/>
                <a:gd name="T9" fmla="*/ 55 h 55"/>
                <a:gd name="T10" fmla="*/ 28 w 57"/>
                <a:gd name="T11" fmla="*/ 47 h 55"/>
                <a:gd name="T12" fmla="*/ 45 w 57"/>
                <a:gd name="T13" fmla="*/ 38 h 55"/>
                <a:gd name="T14" fmla="*/ 57 w 57"/>
                <a:gd name="T15" fmla="*/ 31 h 55"/>
                <a:gd name="T16" fmla="*/ 33 w 57"/>
                <a:gd name="T17"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33" y="0"/>
                  </a:moveTo>
                  <a:lnTo>
                    <a:pt x="26" y="5"/>
                  </a:lnTo>
                  <a:lnTo>
                    <a:pt x="7" y="14"/>
                  </a:lnTo>
                  <a:lnTo>
                    <a:pt x="0" y="19"/>
                  </a:lnTo>
                  <a:lnTo>
                    <a:pt x="14" y="55"/>
                  </a:lnTo>
                  <a:lnTo>
                    <a:pt x="28" y="47"/>
                  </a:lnTo>
                  <a:lnTo>
                    <a:pt x="45" y="38"/>
                  </a:lnTo>
                  <a:lnTo>
                    <a:pt x="57" y="31"/>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77" name="Freeform 307"/>
            <p:cNvSpPr>
              <a:spLocks/>
            </p:cNvSpPr>
            <p:nvPr/>
          </p:nvSpPr>
          <p:spPr bwMode="auto">
            <a:xfrm>
              <a:off x="2909837" y="4479077"/>
              <a:ext cx="61805" cy="61805"/>
            </a:xfrm>
            <a:custGeom>
              <a:avLst/>
              <a:gdLst>
                <a:gd name="T0" fmla="*/ 19 w 57"/>
                <a:gd name="T1" fmla="*/ 0 h 57"/>
                <a:gd name="T2" fmla="*/ 15 w 57"/>
                <a:gd name="T3" fmla="*/ 7 h 57"/>
                <a:gd name="T4" fmla="*/ 5 w 57"/>
                <a:gd name="T5" fmla="*/ 26 h 57"/>
                <a:gd name="T6" fmla="*/ 0 w 57"/>
                <a:gd name="T7" fmla="*/ 33 h 57"/>
                <a:gd name="T8" fmla="*/ 31 w 57"/>
                <a:gd name="T9" fmla="*/ 57 h 57"/>
                <a:gd name="T10" fmla="*/ 38 w 57"/>
                <a:gd name="T11" fmla="*/ 45 h 57"/>
                <a:gd name="T12" fmla="*/ 50 w 57"/>
                <a:gd name="T13" fmla="*/ 26 h 57"/>
                <a:gd name="T14" fmla="*/ 57 w 57"/>
                <a:gd name="T15" fmla="*/ 14 h 57"/>
                <a:gd name="T16" fmla="*/ 19 w 57"/>
                <a:gd name="T17"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7">
                  <a:moveTo>
                    <a:pt x="19" y="0"/>
                  </a:moveTo>
                  <a:lnTo>
                    <a:pt x="15" y="7"/>
                  </a:lnTo>
                  <a:lnTo>
                    <a:pt x="5" y="26"/>
                  </a:lnTo>
                  <a:lnTo>
                    <a:pt x="0" y="33"/>
                  </a:lnTo>
                  <a:lnTo>
                    <a:pt x="31" y="57"/>
                  </a:lnTo>
                  <a:lnTo>
                    <a:pt x="38" y="45"/>
                  </a:lnTo>
                  <a:lnTo>
                    <a:pt x="50" y="26"/>
                  </a:lnTo>
                  <a:lnTo>
                    <a:pt x="57" y="14"/>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78" name="Freeform 308"/>
            <p:cNvSpPr>
              <a:spLocks/>
            </p:cNvSpPr>
            <p:nvPr/>
          </p:nvSpPr>
          <p:spPr bwMode="auto">
            <a:xfrm>
              <a:off x="2897909" y="4550640"/>
              <a:ext cx="40119" cy="52046"/>
            </a:xfrm>
            <a:custGeom>
              <a:avLst/>
              <a:gdLst>
                <a:gd name="T0" fmla="*/ 0 w 37"/>
                <a:gd name="T1" fmla="*/ 5 h 48"/>
                <a:gd name="T2" fmla="*/ 0 w 37"/>
                <a:gd name="T3" fmla="*/ 14 h 48"/>
                <a:gd name="T4" fmla="*/ 0 w 37"/>
                <a:gd name="T5" fmla="*/ 33 h 48"/>
                <a:gd name="T6" fmla="*/ 0 w 37"/>
                <a:gd name="T7" fmla="*/ 43 h 48"/>
                <a:gd name="T8" fmla="*/ 37 w 37"/>
                <a:gd name="T9" fmla="*/ 48 h 48"/>
                <a:gd name="T10" fmla="*/ 37 w 37"/>
                <a:gd name="T11" fmla="*/ 33 h 48"/>
                <a:gd name="T12" fmla="*/ 37 w 37"/>
                <a:gd name="T13" fmla="*/ 14 h 48"/>
                <a:gd name="T14" fmla="*/ 37 w 37"/>
                <a:gd name="T15" fmla="*/ 0 h 48"/>
                <a:gd name="T16" fmla="*/ 0 w 37"/>
                <a:gd name="T1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8">
                  <a:moveTo>
                    <a:pt x="0" y="5"/>
                  </a:moveTo>
                  <a:lnTo>
                    <a:pt x="0" y="14"/>
                  </a:lnTo>
                  <a:lnTo>
                    <a:pt x="0" y="33"/>
                  </a:lnTo>
                  <a:lnTo>
                    <a:pt x="0" y="43"/>
                  </a:lnTo>
                  <a:lnTo>
                    <a:pt x="37" y="48"/>
                  </a:lnTo>
                  <a:lnTo>
                    <a:pt x="37" y="33"/>
                  </a:lnTo>
                  <a:lnTo>
                    <a:pt x="37" y="14"/>
                  </a:lnTo>
                  <a:lnTo>
                    <a:pt x="37" y="0"/>
                  </a:lnTo>
                  <a:lnTo>
                    <a:pt x="0"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79" name="Freeform 309"/>
            <p:cNvSpPr>
              <a:spLocks/>
            </p:cNvSpPr>
            <p:nvPr/>
          </p:nvSpPr>
          <p:spPr bwMode="auto">
            <a:xfrm>
              <a:off x="2905500" y="4612444"/>
              <a:ext cx="58551" cy="61805"/>
            </a:xfrm>
            <a:custGeom>
              <a:avLst/>
              <a:gdLst>
                <a:gd name="T0" fmla="*/ 0 w 54"/>
                <a:gd name="T1" fmla="*/ 26 h 57"/>
                <a:gd name="T2" fmla="*/ 4 w 54"/>
                <a:gd name="T3" fmla="*/ 33 h 57"/>
                <a:gd name="T4" fmla="*/ 14 w 54"/>
                <a:gd name="T5" fmla="*/ 50 h 57"/>
                <a:gd name="T6" fmla="*/ 19 w 54"/>
                <a:gd name="T7" fmla="*/ 57 h 57"/>
                <a:gd name="T8" fmla="*/ 54 w 54"/>
                <a:gd name="T9" fmla="*/ 43 h 57"/>
                <a:gd name="T10" fmla="*/ 47 w 54"/>
                <a:gd name="T11" fmla="*/ 31 h 57"/>
                <a:gd name="T12" fmla="*/ 37 w 54"/>
                <a:gd name="T13" fmla="*/ 14 h 57"/>
                <a:gd name="T14" fmla="*/ 30 w 54"/>
                <a:gd name="T15" fmla="*/ 0 h 57"/>
                <a:gd name="T16" fmla="*/ 0 w 54"/>
                <a:gd name="T17" fmla="*/ 2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7">
                  <a:moveTo>
                    <a:pt x="0" y="26"/>
                  </a:moveTo>
                  <a:lnTo>
                    <a:pt x="4" y="33"/>
                  </a:lnTo>
                  <a:lnTo>
                    <a:pt x="14" y="50"/>
                  </a:lnTo>
                  <a:lnTo>
                    <a:pt x="19" y="57"/>
                  </a:lnTo>
                  <a:lnTo>
                    <a:pt x="54" y="43"/>
                  </a:lnTo>
                  <a:lnTo>
                    <a:pt x="47" y="31"/>
                  </a:lnTo>
                  <a:lnTo>
                    <a:pt x="37" y="14"/>
                  </a:lnTo>
                  <a:lnTo>
                    <a:pt x="30" y="0"/>
                  </a:lnTo>
                  <a:lnTo>
                    <a:pt x="0"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80" name="Freeform 310"/>
            <p:cNvSpPr>
              <a:spLocks/>
            </p:cNvSpPr>
            <p:nvPr/>
          </p:nvSpPr>
          <p:spPr bwMode="auto">
            <a:xfrm>
              <a:off x="2954292" y="4668827"/>
              <a:ext cx="60720" cy="58551"/>
            </a:xfrm>
            <a:custGeom>
              <a:avLst/>
              <a:gdLst>
                <a:gd name="T0" fmla="*/ 0 w 56"/>
                <a:gd name="T1" fmla="*/ 35 h 54"/>
                <a:gd name="T2" fmla="*/ 7 w 56"/>
                <a:gd name="T3" fmla="*/ 40 h 54"/>
                <a:gd name="T4" fmla="*/ 26 w 56"/>
                <a:gd name="T5" fmla="*/ 50 h 54"/>
                <a:gd name="T6" fmla="*/ 30 w 56"/>
                <a:gd name="T7" fmla="*/ 54 h 54"/>
                <a:gd name="T8" fmla="*/ 56 w 56"/>
                <a:gd name="T9" fmla="*/ 24 h 54"/>
                <a:gd name="T10" fmla="*/ 45 w 56"/>
                <a:gd name="T11" fmla="*/ 17 h 54"/>
                <a:gd name="T12" fmla="*/ 26 w 56"/>
                <a:gd name="T13" fmla="*/ 7 h 54"/>
                <a:gd name="T14" fmla="*/ 14 w 56"/>
                <a:gd name="T15" fmla="*/ 0 h 54"/>
                <a:gd name="T16" fmla="*/ 0 w 56"/>
                <a:gd name="T17" fmla="*/ 3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0" y="35"/>
                  </a:moveTo>
                  <a:lnTo>
                    <a:pt x="7" y="40"/>
                  </a:lnTo>
                  <a:lnTo>
                    <a:pt x="26" y="50"/>
                  </a:lnTo>
                  <a:lnTo>
                    <a:pt x="30" y="54"/>
                  </a:lnTo>
                  <a:lnTo>
                    <a:pt x="56" y="24"/>
                  </a:lnTo>
                  <a:lnTo>
                    <a:pt x="45" y="17"/>
                  </a:lnTo>
                  <a:lnTo>
                    <a:pt x="26" y="7"/>
                  </a:lnTo>
                  <a:lnTo>
                    <a:pt x="14" y="0"/>
                  </a:lnTo>
                  <a:lnTo>
                    <a:pt x="0"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81" name="Freeform 311"/>
            <p:cNvSpPr>
              <a:spLocks/>
            </p:cNvSpPr>
            <p:nvPr/>
          </p:nvSpPr>
          <p:spPr bwMode="auto">
            <a:xfrm>
              <a:off x="3022602" y="4699187"/>
              <a:ext cx="54214" cy="44456"/>
            </a:xfrm>
            <a:custGeom>
              <a:avLst/>
              <a:gdLst>
                <a:gd name="T0" fmla="*/ 8 w 50"/>
                <a:gd name="T1" fmla="*/ 41 h 41"/>
                <a:gd name="T2" fmla="*/ 15 w 50"/>
                <a:gd name="T3" fmla="*/ 41 h 41"/>
                <a:gd name="T4" fmla="*/ 36 w 50"/>
                <a:gd name="T5" fmla="*/ 41 h 41"/>
                <a:gd name="T6" fmla="*/ 43 w 50"/>
                <a:gd name="T7" fmla="*/ 41 h 41"/>
                <a:gd name="T8" fmla="*/ 50 w 50"/>
                <a:gd name="T9" fmla="*/ 0 h 41"/>
                <a:gd name="T10" fmla="*/ 36 w 50"/>
                <a:gd name="T11" fmla="*/ 0 h 41"/>
                <a:gd name="T12" fmla="*/ 15 w 50"/>
                <a:gd name="T13" fmla="*/ 0 h 41"/>
                <a:gd name="T14" fmla="*/ 0 w 50"/>
                <a:gd name="T15" fmla="*/ 0 h 41"/>
                <a:gd name="T16" fmla="*/ 8 w 50"/>
                <a:gd name="T17" fmla="*/ 4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41">
                  <a:moveTo>
                    <a:pt x="8" y="41"/>
                  </a:moveTo>
                  <a:lnTo>
                    <a:pt x="15" y="41"/>
                  </a:lnTo>
                  <a:lnTo>
                    <a:pt x="36" y="41"/>
                  </a:lnTo>
                  <a:lnTo>
                    <a:pt x="43" y="41"/>
                  </a:lnTo>
                  <a:lnTo>
                    <a:pt x="50" y="0"/>
                  </a:lnTo>
                  <a:lnTo>
                    <a:pt x="36" y="0"/>
                  </a:lnTo>
                  <a:lnTo>
                    <a:pt x="15" y="0"/>
                  </a:lnTo>
                  <a:lnTo>
                    <a:pt x="0" y="0"/>
                  </a:lnTo>
                  <a:lnTo>
                    <a:pt x="8" y="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82" name="Freeform 312"/>
            <p:cNvSpPr>
              <a:spLocks/>
            </p:cNvSpPr>
            <p:nvPr/>
          </p:nvSpPr>
          <p:spPr bwMode="auto">
            <a:xfrm>
              <a:off x="3087659" y="4674248"/>
              <a:ext cx="60720" cy="58551"/>
            </a:xfrm>
            <a:custGeom>
              <a:avLst/>
              <a:gdLst>
                <a:gd name="T0" fmla="*/ 26 w 56"/>
                <a:gd name="T1" fmla="*/ 54 h 54"/>
                <a:gd name="T2" fmla="*/ 30 w 56"/>
                <a:gd name="T3" fmla="*/ 52 h 54"/>
                <a:gd name="T4" fmla="*/ 49 w 56"/>
                <a:gd name="T5" fmla="*/ 40 h 54"/>
                <a:gd name="T6" fmla="*/ 56 w 56"/>
                <a:gd name="T7" fmla="*/ 38 h 54"/>
                <a:gd name="T8" fmla="*/ 42 w 56"/>
                <a:gd name="T9" fmla="*/ 0 h 54"/>
                <a:gd name="T10" fmla="*/ 30 w 56"/>
                <a:gd name="T11" fmla="*/ 7 h 54"/>
                <a:gd name="T12" fmla="*/ 11 w 56"/>
                <a:gd name="T13" fmla="*/ 19 h 54"/>
                <a:gd name="T14" fmla="*/ 0 w 56"/>
                <a:gd name="T15" fmla="*/ 26 h 54"/>
                <a:gd name="T16" fmla="*/ 26 w 56"/>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26" y="54"/>
                  </a:moveTo>
                  <a:lnTo>
                    <a:pt x="30" y="52"/>
                  </a:lnTo>
                  <a:lnTo>
                    <a:pt x="49" y="40"/>
                  </a:lnTo>
                  <a:lnTo>
                    <a:pt x="56" y="38"/>
                  </a:lnTo>
                  <a:lnTo>
                    <a:pt x="42" y="0"/>
                  </a:lnTo>
                  <a:lnTo>
                    <a:pt x="30" y="7"/>
                  </a:lnTo>
                  <a:lnTo>
                    <a:pt x="11" y="19"/>
                  </a:lnTo>
                  <a:lnTo>
                    <a:pt x="0" y="26"/>
                  </a:lnTo>
                  <a:lnTo>
                    <a:pt x="26" y="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83" name="Freeform 313"/>
            <p:cNvSpPr>
              <a:spLocks/>
            </p:cNvSpPr>
            <p:nvPr/>
          </p:nvSpPr>
          <p:spPr bwMode="auto">
            <a:xfrm>
              <a:off x="3144042" y="4625456"/>
              <a:ext cx="58551" cy="58551"/>
            </a:xfrm>
            <a:custGeom>
              <a:avLst/>
              <a:gdLst>
                <a:gd name="T0" fmla="*/ 35 w 54"/>
                <a:gd name="T1" fmla="*/ 54 h 54"/>
                <a:gd name="T2" fmla="*/ 40 w 54"/>
                <a:gd name="T3" fmla="*/ 47 h 54"/>
                <a:gd name="T4" fmla="*/ 49 w 54"/>
                <a:gd name="T5" fmla="*/ 31 h 54"/>
                <a:gd name="T6" fmla="*/ 54 w 54"/>
                <a:gd name="T7" fmla="*/ 23 h 54"/>
                <a:gd name="T8" fmla="*/ 23 w 54"/>
                <a:gd name="T9" fmla="*/ 0 h 54"/>
                <a:gd name="T10" fmla="*/ 16 w 54"/>
                <a:gd name="T11" fmla="*/ 12 h 54"/>
                <a:gd name="T12" fmla="*/ 7 w 54"/>
                <a:gd name="T13" fmla="*/ 28 h 54"/>
                <a:gd name="T14" fmla="*/ 0 w 54"/>
                <a:gd name="T15" fmla="*/ 40 h 54"/>
                <a:gd name="T16" fmla="*/ 35 w 54"/>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4">
                  <a:moveTo>
                    <a:pt x="35" y="54"/>
                  </a:moveTo>
                  <a:lnTo>
                    <a:pt x="40" y="47"/>
                  </a:lnTo>
                  <a:lnTo>
                    <a:pt x="49" y="31"/>
                  </a:lnTo>
                  <a:lnTo>
                    <a:pt x="54" y="23"/>
                  </a:lnTo>
                  <a:lnTo>
                    <a:pt x="23" y="0"/>
                  </a:lnTo>
                  <a:lnTo>
                    <a:pt x="16" y="12"/>
                  </a:lnTo>
                  <a:lnTo>
                    <a:pt x="7" y="28"/>
                  </a:lnTo>
                  <a:lnTo>
                    <a:pt x="0" y="40"/>
                  </a:lnTo>
                  <a:lnTo>
                    <a:pt x="35" y="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84" name="Freeform 314"/>
            <p:cNvSpPr>
              <a:spLocks/>
            </p:cNvSpPr>
            <p:nvPr/>
          </p:nvSpPr>
          <p:spPr bwMode="auto">
            <a:xfrm>
              <a:off x="3174402" y="4563651"/>
              <a:ext cx="43371" cy="50962"/>
            </a:xfrm>
            <a:custGeom>
              <a:avLst/>
              <a:gdLst>
                <a:gd name="T0" fmla="*/ 40 w 40"/>
                <a:gd name="T1" fmla="*/ 43 h 47"/>
                <a:gd name="T2" fmla="*/ 40 w 40"/>
                <a:gd name="T3" fmla="*/ 33 h 47"/>
                <a:gd name="T4" fmla="*/ 40 w 40"/>
                <a:gd name="T5" fmla="*/ 14 h 47"/>
                <a:gd name="T6" fmla="*/ 40 w 40"/>
                <a:gd name="T7" fmla="*/ 5 h 47"/>
                <a:gd name="T8" fmla="*/ 0 w 40"/>
                <a:gd name="T9" fmla="*/ 0 h 47"/>
                <a:gd name="T10" fmla="*/ 0 w 40"/>
                <a:gd name="T11" fmla="*/ 14 h 47"/>
                <a:gd name="T12" fmla="*/ 0 w 40"/>
                <a:gd name="T13" fmla="*/ 33 h 47"/>
                <a:gd name="T14" fmla="*/ 0 w 40"/>
                <a:gd name="T15" fmla="*/ 47 h 47"/>
                <a:gd name="T16" fmla="*/ 40 w 40"/>
                <a:gd name="T17" fmla="*/ 43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47">
                  <a:moveTo>
                    <a:pt x="40" y="43"/>
                  </a:moveTo>
                  <a:lnTo>
                    <a:pt x="40" y="33"/>
                  </a:lnTo>
                  <a:lnTo>
                    <a:pt x="40" y="14"/>
                  </a:lnTo>
                  <a:lnTo>
                    <a:pt x="40" y="5"/>
                  </a:lnTo>
                  <a:lnTo>
                    <a:pt x="0" y="0"/>
                  </a:lnTo>
                  <a:lnTo>
                    <a:pt x="0" y="14"/>
                  </a:lnTo>
                  <a:lnTo>
                    <a:pt x="0" y="33"/>
                  </a:lnTo>
                  <a:lnTo>
                    <a:pt x="0" y="47"/>
                  </a:lnTo>
                  <a:lnTo>
                    <a:pt x="40" y="4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85" name="Freeform 315"/>
            <p:cNvSpPr>
              <a:spLocks/>
            </p:cNvSpPr>
            <p:nvPr/>
          </p:nvSpPr>
          <p:spPr bwMode="auto">
            <a:xfrm>
              <a:off x="3148379" y="4492088"/>
              <a:ext cx="59636" cy="58551"/>
            </a:xfrm>
            <a:custGeom>
              <a:avLst/>
              <a:gdLst>
                <a:gd name="T0" fmla="*/ 55 w 55"/>
                <a:gd name="T1" fmla="*/ 31 h 54"/>
                <a:gd name="T2" fmla="*/ 52 w 55"/>
                <a:gd name="T3" fmla="*/ 24 h 54"/>
                <a:gd name="T4" fmla="*/ 40 w 55"/>
                <a:gd name="T5" fmla="*/ 7 h 54"/>
                <a:gd name="T6" fmla="*/ 38 w 55"/>
                <a:gd name="T7" fmla="*/ 0 h 54"/>
                <a:gd name="T8" fmla="*/ 0 w 55"/>
                <a:gd name="T9" fmla="*/ 14 h 54"/>
                <a:gd name="T10" fmla="*/ 7 w 55"/>
                <a:gd name="T11" fmla="*/ 26 h 54"/>
                <a:gd name="T12" fmla="*/ 17 w 55"/>
                <a:gd name="T13" fmla="*/ 42 h 54"/>
                <a:gd name="T14" fmla="*/ 24 w 55"/>
                <a:gd name="T15" fmla="*/ 54 h 54"/>
                <a:gd name="T16" fmla="*/ 55 w 55"/>
                <a:gd name="T17" fmla="*/ 3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 h="54">
                  <a:moveTo>
                    <a:pt x="55" y="31"/>
                  </a:moveTo>
                  <a:lnTo>
                    <a:pt x="52" y="24"/>
                  </a:lnTo>
                  <a:lnTo>
                    <a:pt x="40" y="7"/>
                  </a:lnTo>
                  <a:lnTo>
                    <a:pt x="38" y="0"/>
                  </a:lnTo>
                  <a:lnTo>
                    <a:pt x="0" y="14"/>
                  </a:lnTo>
                  <a:lnTo>
                    <a:pt x="7" y="26"/>
                  </a:lnTo>
                  <a:lnTo>
                    <a:pt x="17" y="42"/>
                  </a:lnTo>
                  <a:lnTo>
                    <a:pt x="24" y="54"/>
                  </a:lnTo>
                  <a:lnTo>
                    <a:pt x="55"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86" name="Freeform 316"/>
            <p:cNvSpPr>
              <a:spLocks/>
            </p:cNvSpPr>
            <p:nvPr/>
          </p:nvSpPr>
          <p:spPr bwMode="auto">
            <a:xfrm>
              <a:off x="3097418" y="4437874"/>
              <a:ext cx="61805" cy="59636"/>
            </a:xfrm>
            <a:custGeom>
              <a:avLst/>
              <a:gdLst>
                <a:gd name="T0" fmla="*/ 57 w 57"/>
                <a:gd name="T1" fmla="*/ 17 h 55"/>
                <a:gd name="T2" fmla="*/ 50 w 57"/>
                <a:gd name="T3" fmla="*/ 14 h 55"/>
                <a:gd name="T4" fmla="*/ 33 w 57"/>
                <a:gd name="T5" fmla="*/ 3 h 55"/>
                <a:gd name="T6" fmla="*/ 26 w 57"/>
                <a:gd name="T7" fmla="*/ 0 h 55"/>
                <a:gd name="T8" fmla="*/ 0 w 57"/>
                <a:gd name="T9" fmla="*/ 31 h 55"/>
                <a:gd name="T10" fmla="*/ 14 w 57"/>
                <a:gd name="T11" fmla="*/ 38 h 55"/>
                <a:gd name="T12" fmla="*/ 31 w 57"/>
                <a:gd name="T13" fmla="*/ 48 h 55"/>
                <a:gd name="T14" fmla="*/ 43 w 57"/>
                <a:gd name="T15" fmla="*/ 55 h 55"/>
                <a:gd name="T16" fmla="*/ 57 w 57"/>
                <a:gd name="T17" fmla="*/ 17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57" y="17"/>
                  </a:moveTo>
                  <a:lnTo>
                    <a:pt x="50" y="14"/>
                  </a:lnTo>
                  <a:lnTo>
                    <a:pt x="33" y="3"/>
                  </a:lnTo>
                  <a:lnTo>
                    <a:pt x="26" y="0"/>
                  </a:lnTo>
                  <a:lnTo>
                    <a:pt x="0" y="31"/>
                  </a:lnTo>
                  <a:lnTo>
                    <a:pt x="14" y="38"/>
                  </a:lnTo>
                  <a:lnTo>
                    <a:pt x="31" y="48"/>
                  </a:lnTo>
                  <a:lnTo>
                    <a:pt x="43" y="55"/>
                  </a:lnTo>
                  <a:lnTo>
                    <a:pt x="57"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87" name="Freeform 317"/>
            <p:cNvSpPr>
              <a:spLocks noEditPoints="1"/>
            </p:cNvSpPr>
            <p:nvPr/>
          </p:nvSpPr>
          <p:spPr bwMode="auto">
            <a:xfrm>
              <a:off x="2926101" y="4448717"/>
              <a:ext cx="263481" cy="266734"/>
            </a:xfrm>
            <a:custGeom>
              <a:avLst/>
              <a:gdLst>
                <a:gd name="T0" fmla="*/ 51 w 103"/>
                <a:gd name="T1" fmla="*/ 104 h 104"/>
                <a:gd name="T2" fmla="*/ 0 w 103"/>
                <a:gd name="T3" fmla="*/ 52 h 104"/>
                <a:gd name="T4" fmla="*/ 51 w 103"/>
                <a:gd name="T5" fmla="*/ 0 h 104"/>
                <a:gd name="T6" fmla="*/ 103 w 103"/>
                <a:gd name="T7" fmla="*/ 52 h 104"/>
                <a:gd name="T8" fmla="*/ 51 w 103"/>
                <a:gd name="T9" fmla="*/ 104 h 104"/>
                <a:gd name="T10" fmla="*/ 51 w 103"/>
                <a:gd name="T11" fmla="*/ 16 h 104"/>
                <a:gd name="T12" fmla="*/ 15 w 103"/>
                <a:gd name="T13" fmla="*/ 52 h 104"/>
                <a:gd name="T14" fmla="*/ 51 w 103"/>
                <a:gd name="T15" fmla="*/ 89 h 104"/>
                <a:gd name="T16" fmla="*/ 87 w 103"/>
                <a:gd name="T17" fmla="*/ 52 h 104"/>
                <a:gd name="T18" fmla="*/ 51 w 103"/>
                <a:gd name="T19" fmla="*/ 16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 h="104">
                  <a:moveTo>
                    <a:pt x="51" y="104"/>
                  </a:moveTo>
                  <a:cubicBezTo>
                    <a:pt x="23" y="104"/>
                    <a:pt x="0" y="81"/>
                    <a:pt x="0" y="52"/>
                  </a:cubicBezTo>
                  <a:cubicBezTo>
                    <a:pt x="0" y="24"/>
                    <a:pt x="23" y="0"/>
                    <a:pt x="51" y="0"/>
                  </a:cubicBezTo>
                  <a:cubicBezTo>
                    <a:pt x="80" y="0"/>
                    <a:pt x="103" y="24"/>
                    <a:pt x="103" y="52"/>
                  </a:cubicBezTo>
                  <a:cubicBezTo>
                    <a:pt x="103" y="81"/>
                    <a:pt x="80" y="104"/>
                    <a:pt x="51" y="104"/>
                  </a:cubicBezTo>
                  <a:close/>
                  <a:moveTo>
                    <a:pt x="51" y="16"/>
                  </a:moveTo>
                  <a:cubicBezTo>
                    <a:pt x="31" y="16"/>
                    <a:pt x="15" y="32"/>
                    <a:pt x="15" y="52"/>
                  </a:cubicBezTo>
                  <a:cubicBezTo>
                    <a:pt x="15" y="73"/>
                    <a:pt x="31" y="89"/>
                    <a:pt x="51" y="89"/>
                  </a:cubicBezTo>
                  <a:cubicBezTo>
                    <a:pt x="71" y="89"/>
                    <a:pt x="87" y="73"/>
                    <a:pt x="87" y="52"/>
                  </a:cubicBezTo>
                  <a:cubicBezTo>
                    <a:pt x="87" y="32"/>
                    <a:pt x="71" y="16"/>
                    <a:pt x="51"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88" name="Oval 318"/>
            <p:cNvSpPr>
              <a:spLocks noChangeArrowheads="1"/>
            </p:cNvSpPr>
            <p:nvPr/>
          </p:nvSpPr>
          <p:spPr bwMode="auto">
            <a:xfrm>
              <a:off x="2999832" y="4525702"/>
              <a:ext cx="112766" cy="11276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grpSp>
      <p:grpSp>
        <p:nvGrpSpPr>
          <p:cNvPr id="89" name="原创设计师QQ598969553          _17"/>
          <p:cNvGrpSpPr/>
          <p:nvPr/>
        </p:nvGrpSpPr>
        <p:grpSpPr>
          <a:xfrm>
            <a:off x="3565873" y="3209382"/>
            <a:ext cx="321986" cy="219341"/>
            <a:chOff x="4895160" y="4287159"/>
            <a:chExt cx="571418" cy="389258"/>
          </a:xfrm>
          <a:solidFill>
            <a:schemeClr val="accent2"/>
          </a:solidFill>
        </p:grpSpPr>
        <p:sp>
          <p:nvSpPr>
            <p:cNvPr id="90" name="Freeform 327"/>
            <p:cNvSpPr>
              <a:spLocks noEditPoints="1"/>
            </p:cNvSpPr>
            <p:nvPr/>
          </p:nvSpPr>
          <p:spPr bwMode="auto">
            <a:xfrm>
              <a:off x="4895160" y="4287159"/>
              <a:ext cx="438051" cy="389258"/>
            </a:xfrm>
            <a:custGeom>
              <a:avLst/>
              <a:gdLst>
                <a:gd name="T0" fmla="*/ 166 w 171"/>
                <a:gd name="T1" fmla="*/ 0 h 152"/>
                <a:gd name="T2" fmla="*/ 5 w 171"/>
                <a:gd name="T3" fmla="*/ 0 h 152"/>
                <a:gd name="T4" fmla="*/ 0 w 171"/>
                <a:gd name="T5" fmla="*/ 5 h 152"/>
                <a:gd name="T6" fmla="*/ 0 w 171"/>
                <a:gd name="T7" fmla="*/ 146 h 152"/>
                <a:gd name="T8" fmla="*/ 5 w 171"/>
                <a:gd name="T9" fmla="*/ 152 h 152"/>
                <a:gd name="T10" fmla="*/ 166 w 171"/>
                <a:gd name="T11" fmla="*/ 152 h 152"/>
                <a:gd name="T12" fmla="*/ 171 w 171"/>
                <a:gd name="T13" fmla="*/ 146 h 152"/>
                <a:gd name="T14" fmla="*/ 171 w 171"/>
                <a:gd name="T15" fmla="*/ 5 h 152"/>
                <a:gd name="T16" fmla="*/ 166 w 171"/>
                <a:gd name="T17" fmla="*/ 0 h 152"/>
                <a:gd name="T18" fmla="*/ 132 w 171"/>
                <a:gd name="T19" fmla="*/ 12 h 152"/>
                <a:gd name="T20" fmla="*/ 139 w 171"/>
                <a:gd name="T21" fmla="*/ 19 h 152"/>
                <a:gd name="T22" fmla="*/ 132 w 171"/>
                <a:gd name="T23" fmla="*/ 26 h 152"/>
                <a:gd name="T24" fmla="*/ 124 w 171"/>
                <a:gd name="T25" fmla="*/ 19 h 152"/>
                <a:gd name="T26" fmla="*/ 132 w 171"/>
                <a:gd name="T27" fmla="*/ 12 h 152"/>
                <a:gd name="T28" fmla="*/ 110 w 171"/>
                <a:gd name="T29" fmla="*/ 12 h 152"/>
                <a:gd name="T30" fmla="*/ 118 w 171"/>
                <a:gd name="T31" fmla="*/ 19 h 152"/>
                <a:gd name="T32" fmla="*/ 110 w 171"/>
                <a:gd name="T33" fmla="*/ 26 h 152"/>
                <a:gd name="T34" fmla="*/ 103 w 171"/>
                <a:gd name="T35" fmla="*/ 19 h 152"/>
                <a:gd name="T36" fmla="*/ 110 w 171"/>
                <a:gd name="T37" fmla="*/ 12 h 152"/>
                <a:gd name="T38" fmla="*/ 160 w 171"/>
                <a:gd name="T39" fmla="*/ 141 h 152"/>
                <a:gd name="T40" fmla="*/ 11 w 171"/>
                <a:gd name="T41" fmla="*/ 141 h 152"/>
                <a:gd name="T42" fmla="*/ 11 w 171"/>
                <a:gd name="T43" fmla="*/ 38 h 152"/>
                <a:gd name="T44" fmla="*/ 160 w 171"/>
                <a:gd name="T45" fmla="*/ 38 h 152"/>
                <a:gd name="T46" fmla="*/ 160 w 171"/>
                <a:gd name="T47" fmla="*/ 141 h 152"/>
                <a:gd name="T48" fmla="*/ 153 w 171"/>
                <a:gd name="T49" fmla="*/ 26 h 152"/>
                <a:gd name="T50" fmla="*/ 146 w 171"/>
                <a:gd name="T51" fmla="*/ 19 h 152"/>
                <a:gd name="T52" fmla="*/ 153 w 171"/>
                <a:gd name="T53" fmla="*/ 12 h 152"/>
                <a:gd name="T54" fmla="*/ 160 w 171"/>
                <a:gd name="T55" fmla="*/ 19 h 152"/>
                <a:gd name="T56" fmla="*/ 153 w 171"/>
                <a:gd name="T57" fmla="*/ 26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71" h="152">
                  <a:moveTo>
                    <a:pt x="166" y="0"/>
                  </a:moveTo>
                  <a:cubicBezTo>
                    <a:pt x="5" y="0"/>
                    <a:pt x="5" y="0"/>
                    <a:pt x="5" y="0"/>
                  </a:cubicBezTo>
                  <a:cubicBezTo>
                    <a:pt x="2" y="0"/>
                    <a:pt x="0" y="2"/>
                    <a:pt x="0" y="5"/>
                  </a:cubicBezTo>
                  <a:cubicBezTo>
                    <a:pt x="0" y="146"/>
                    <a:pt x="0" y="146"/>
                    <a:pt x="0" y="146"/>
                  </a:cubicBezTo>
                  <a:cubicBezTo>
                    <a:pt x="0" y="149"/>
                    <a:pt x="2" y="152"/>
                    <a:pt x="5" y="152"/>
                  </a:cubicBezTo>
                  <a:cubicBezTo>
                    <a:pt x="166" y="152"/>
                    <a:pt x="166" y="152"/>
                    <a:pt x="166" y="152"/>
                  </a:cubicBezTo>
                  <a:cubicBezTo>
                    <a:pt x="169" y="152"/>
                    <a:pt x="171" y="149"/>
                    <a:pt x="171" y="146"/>
                  </a:cubicBezTo>
                  <a:cubicBezTo>
                    <a:pt x="171" y="5"/>
                    <a:pt x="171" y="5"/>
                    <a:pt x="171" y="5"/>
                  </a:cubicBezTo>
                  <a:cubicBezTo>
                    <a:pt x="171" y="2"/>
                    <a:pt x="169" y="0"/>
                    <a:pt x="166" y="0"/>
                  </a:cubicBezTo>
                  <a:close/>
                  <a:moveTo>
                    <a:pt x="132" y="12"/>
                  </a:moveTo>
                  <a:cubicBezTo>
                    <a:pt x="136" y="12"/>
                    <a:pt x="139" y="15"/>
                    <a:pt x="139" y="19"/>
                  </a:cubicBezTo>
                  <a:cubicBezTo>
                    <a:pt x="139" y="23"/>
                    <a:pt x="136" y="26"/>
                    <a:pt x="132" y="26"/>
                  </a:cubicBezTo>
                  <a:cubicBezTo>
                    <a:pt x="128" y="26"/>
                    <a:pt x="124" y="23"/>
                    <a:pt x="124" y="19"/>
                  </a:cubicBezTo>
                  <a:cubicBezTo>
                    <a:pt x="124" y="15"/>
                    <a:pt x="128" y="12"/>
                    <a:pt x="132" y="12"/>
                  </a:cubicBezTo>
                  <a:close/>
                  <a:moveTo>
                    <a:pt x="110" y="12"/>
                  </a:moveTo>
                  <a:cubicBezTo>
                    <a:pt x="114" y="12"/>
                    <a:pt x="118" y="15"/>
                    <a:pt x="118" y="19"/>
                  </a:cubicBezTo>
                  <a:cubicBezTo>
                    <a:pt x="118" y="23"/>
                    <a:pt x="114" y="26"/>
                    <a:pt x="110" y="26"/>
                  </a:cubicBezTo>
                  <a:cubicBezTo>
                    <a:pt x="106" y="26"/>
                    <a:pt x="103" y="23"/>
                    <a:pt x="103" y="19"/>
                  </a:cubicBezTo>
                  <a:cubicBezTo>
                    <a:pt x="103" y="15"/>
                    <a:pt x="106" y="12"/>
                    <a:pt x="110" y="12"/>
                  </a:cubicBezTo>
                  <a:close/>
                  <a:moveTo>
                    <a:pt x="160" y="141"/>
                  </a:moveTo>
                  <a:cubicBezTo>
                    <a:pt x="11" y="141"/>
                    <a:pt x="11" y="141"/>
                    <a:pt x="11" y="141"/>
                  </a:cubicBezTo>
                  <a:cubicBezTo>
                    <a:pt x="11" y="38"/>
                    <a:pt x="11" y="38"/>
                    <a:pt x="11" y="38"/>
                  </a:cubicBezTo>
                  <a:cubicBezTo>
                    <a:pt x="160" y="38"/>
                    <a:pt x="160" y="38"/>
                    <a:pt x="160" y="38"/>
                  </a:cubicBezTo>
                  <a:lnTo>
                    <a:pt x="160" y="141"/>
                  </a:lnTo>
                  <a:close/>
                  <a:moveTo>
                    <a:pt x="153" y="26"/>
                  </a:moveTo>
                  <a:cubicBezTo>
                    <a:pt x="149" y="26"/>
                    <a:pt x="146" y="23"/>
                    <a:pt x="146" y="19"/>
                  </a:cubicBezTo>
                  <a:cubicBezTo>
                    <a:pt x="146" y="15"/>
                    <a:pt x="149" y="12"/>
                    <a:pt x="153" y="12"/>
                  </a:cubicBezTo>
                  <a:cubicBezTo>
                    <a:pt x="157" y="12"/>
                    <a:pt x="160" y="15"/>
                    <a:pt x="160" y="19"/>
                  </a:cubicBezTo>
                  <a:cubicBezTo>
                    <a:pt x="160" y="23"/>
                    <a:pt x="157" y="26"/>
                    <a:pt x="153"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91" name="Rectangle 328"/>
            <p:cNvSpPr>
              <a:spLocks noChangeArrowheads="1"/>
            </p:cNvSpPr>
            <p:nvPr/>
          </p:nvSpPr>
          <p:spPr bwMode="auto">
            <a:xfrm>
              <a:off x="4953712" y="4417273"/>
              <a:ext cx="315527" cy="5963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92" name="Rectangle 329"/>
            <p:cNvSpPr>
              <a:spLocks noChangeArrowheads="1"/>
            </p:cNvSpPr>
            <p:nvPr/>
          </p:nvSpPr>
          <p:spPr bwMode="auto">
            <a:xfrm>
              <a:off x="4953712" y="4501847"/>
              <a:ext cx="99754" cy="10517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93" name="Rectangle 330"/>
            <p:cNvSpPr>
              <a:spLocks noChangeArrowheads="1"/>
            </p:cNvSpPr>
            <p:nvPr/>
          </p:nvSpPr>
          <p:spPr bwMode="auto">
            <a:xfrm>
              <a:off x="5071899" y="4505100"/>
              <a:ext cx="107344" cy="1301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94" name="Rectangle 331"/>
            <p:cNvSpPr>
              <a:spLocks noChangeArrowheads="1"/>
            </p:cNvSpPr>
            <p:nvPr/>
          </p:nvSpPr>
          <p:spPr bwMode="auto">
            <a:xfrm>
              <a:off x="5071899" y="4548471"/>
              <a:ext cx="107344" cy="1301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95" name="Rectangle 332"/>
            <p:cNvSpPr>
              <a:spLocks noChangeArrowheads="1"/>
            </p:cNvSpPr>
            <p:nvPr/>
          </p:nvSpPr>
          <p:spPr bwMode="auto">
            <a:xfrm>
              <a:off x="5071899" y="4589674"/>
              <a:ext cx="107344" cy="1518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96" name="Freeform 333"/>
            <p:cNvSpPr>
              <a:spLocks/>
            </p:cNvSpPr>
            <p:nvPr/>
          </p:nvSpPr>
          <p:spPr bwMode="auto">
            <a:xfrm>
              <a:off x="5225867" y="4569073"/>
              <a:ext cx="40119" cy="41203"/>
            </a:xfrm>
            <a:custGeom>
              <a:avLst/>
              <a:gdLst>
                <a:gd name="T0" fmla="*/ 11 w 37"/>
                <a:gd name="T1" fmla="*/ 0 h 38"/>
                <a:gd name="T2" fmla="*/ 11 w 37"/>
                <a:gd name="T3" fmla="*/ 2 h 38"/>
                <a:gd name="T4" fmla="*/ 0 w 37"/>
                <a:gd name="T5" fmla="*/ 38 h 38"/>
                <a:gd name="T6" fmla="*/ 35 w 37"/>
                <a:gd name="T7" fmla="*/ 26 h 38"/>
                <a:gd name="T8" fmla="*/ 37 w 37"/>
                <a:gd name="T9" fmla="*/ 26 h 38"/>
                <a:gd name="T10" fmla="*/ 11 w 37"/>
                <a:gd name="T11" fmla="*/ 0 h 38"/>
              </a:gdLst>
              <a:ahLst/>
              <a:cxnLst>
                <a:cxn ang="0">
                  <a:pos x="T0" y="T1"/>
                </a:cxn>
                <a:cxn ang="0">
                  <a:pos x="T2" y="T3"/>
                </a:cxn>
                <a:cxn ang="0">
                  <a:pos x="T4" y="T5"/>
                </a:cxn>
                <a:cxn ang="0">
                  <a:pos x="T6" y="T7"/>
                </a:cxn>
                <a:cxn ang="0">
                  <a:pos x="T8" y="T9"/>
                </a:cxn>
                <a:cxn ang="0">
                  <a:pos x="T10" y="T11"/>
                </a:cxn>
              </a:cxnLst>
              <a:rect l="0" t="0" r="r" b="b"/>
              <a:pathLst>
                <a:path w="37" h="38">
                  <a:moveTo>
                    <a:pt x="11" y="0"/>
                  </a:moveTo>
                  <a:lnTo>
                    <a:pt x="11" y="2"/>
                  </a:lnTo>
                  <a:lnTo>
                    <a:pt x="0" y="38"/>
                  </a:lnTo>
                  <a:lnTo>
                    <a:pt x="35" y="26"/>
                  </a:lnTo>
                  <a:lnTo>
                    <a:pt x="37" y="26"/>
                  </a:lnTo>
                  <a:lnTo>
                    <a:pt x="1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97" name="Freeform 334"/>
            <p:cNvSpPr>
              <a:spLocks/>
            </p:cNvSpPr>
            <p:nvPr/>
          </p:nvSpPr>
          <p:spPr bwMode="auto">
            <a:xfrm>
              <a:off x="5389594" y="4366311"/>
              <a:ext cx="76984" cy="79153"/>
            </a:xfrm>
            <a:custGeom>
              <a:avLst/>
              <a:gdLst>
                <a:gd name="T0" fmla="*/ 23 w 30"/>
                <a:gd name="T1" fmla="*/ 31 h 31"/>
                <a:gd name="T2" fmla="*/ 28 w 30"/>
                <a:gd name="T3" fmla="*/ 25 h 31"/>
                <a:gd name="T4" fmla="*/ 28 w 30"/>
                <a:gd name="T5" fmla="*/ 18 h 31"/>
                <a:gd name="T6" fmla="*/ 13 w 30"/>
                <a:gd name="T7" fmla="*/ 2 h 31"/>
                <a:gd name="T8" fmla="*/ 6 w 30"/>
                <a:gd name="T9" fmla="*/ 2 h 31"/>
                <a:gd name="T10" fmla="*/ 0 w 30"/>
                <a:gd name="T11" fmla="*/ 8 h 31"/>
                <a:gd name="T12" fmla="*/ 23 w 30"/>
                <a:gd name="T13" fmla="*/ 31 h 31"/>
              </a:gdLst>
              <a:ahLst/>
              <a:cxnLst>
                <a:cxn ang="0">
                  <a:pos x="T0" y="T1"/>
                </a:cxn>
                <a:cxn ang="0">
                  <a:pos x="T2" y="T3"/>
                </a:cxn>
                <a:cxn ang="0">
                  <a:pos x="T4" y="T5"/>
                </a:cxn>
                <a:cxn ang="0">
                  <a:pos x="T6" y="T7"/>
                </a:cxn>
                <a:cxn ang="0">
                  <a:pos x="T8" y="T9"/>
                </a:cxn>
                <a:cxn ang="0">
                  <a:pos x="T10" y="T11"/>
                </a:cxn>
                <a:cxn ang="0">
                  <a:pos x="T12" y="T13"/>
                </a:cxn>
              </a:cxnLst>
              <a:rect l="0" t="0" r="r" b="b"/>
              <a:pathLst>
                <a:path w="30" h="31">
                  <a:moveTo>
                    <a:pt x="23" y="31"/>
                  </a:moveTo>
                  <a:cubicBezTo>
                    <a:pt x="28" y="25"/>
                    <a:pt x="28" y="25"/>
                    <a:pt x="28" y="25"/>
                  </a:cubicBezTo>
                  <a:cubicBezTo>
                    <a:pt x="30" y="23"/>
                    <a:pt x="30" y="20"/>
                    <a:pt x="28" y="18"/>
                  </a:cubicBezTo>
                  <a:cubicBezTo>
                    <a:pt x="13" y="2"/>
                    <a:pt x="13" y="2"/>
                    <a:pt x="13" y="2"/>
                  </a:cubicBezTo>
                  <a:cubicBezTo>
                    <a:pt x="11" y="0"/>
                    <a:pt x="8" y="0"/>
                    <a:pt x="6" y="2"/>
                  </a:cubicBezTo>
                  <a:cubicBezTo>
                    <a:pt x="0" y="8"/>
                    <a:pt x="0" y="8"/>
                    <a:pt x="0" y="8"/>
                  </a:cubicBezTo>
                  <a:lnTo>
                    <a:pt x="23"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98" name="Freeform 335"/>
            <p:cNvSpPr>
              <a:spLocks/>
            </p:cNvSpPr>
            <p:nvPr/>
          </p:nvSpPr>
          <p:spPr bwMode="auto">
            <a:xfrm>
              <a:off x="5258396" y="4394503"/>
              <a:ext cx="182160" cy="182160"/>
            </a:xfrm>
            <a:custGeom>
              <a:avLst/>
              <a:gdLst>
                <a:gd name="T0" fmla="*/ 49 w 71"/>
                <a:gd name="T1" fmla="*/ 0 h 71"/>
                <a:gd name="T2" fmla="*/ 48 w 71"/>
                <a:gd name="T3" fmla="*/ 0 h 71"/>
                <a:gd name="T4" fmla="*/ 2 w 71"/>
                <a:gd name="T5" fmla="*/ 47 h 71"/>
                <a:gd name="T6" fmla="*/ 2 w 71"/>
                <a:gd name="T7" fmla="*/ 54 h 71"/>
                <a:gd name="T8" fmla="*/ 2 w 71"/>
                <a:gd name="T9" fmla="*/ 55 h 71"/>
                <a:gd name="T10" fmla="*/ 8 w 71"/>
                <a:gd name="T11" fmla="*/ 56 h 71"/>
                <a:gd name="T12" fmla="*/ 9 w 71"/>
                <a:gd name="T13" fmla="*/ 62 h 71"/>
                <a:gd name="T14" fmla="*/ 9 w 71"/>
                <a:gd name="T15" fmla="*/ 62 h 71"/>
                <a:gd name="T16" fmla="*/ 15 w 71"/>
                <a:gd name="T17" fmla="*/ 63 h 71"/>
                <a:gd name="T18" fmla="*/ 16 w 71"/>
                <a:gd name="T19" fmla="*/ 69 h 71"/>
                <a:gd name="T20" fmla="*/ 17 w 71"/>
                <a:gd name="T21" fmla="*/ 69 h 71"/>
                <a:gd name="T22" fmla="*/ 24 w 71"/>
                <a:gd name="T23" fmla="*/ 69 h 71"/>
                <a:gd name="T24" fmla="*/ 71 w 71"/>
                <a:gd name="T25" fmla="*/ 23 h 71"/>
                <a:gd name="T26" fmla="*/ 71 w 71"/>
                <a:gd name="T27" fmla="*/ 22 h 71"/>
                <a:gd name="T28" fmla="*/ 49 w 71"/>
                <a:gd name="T29" fmla="*/ 0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1" h="71">
                  <a:moveTo>
                    <a:pt x="49" y="0"/>
                  </a:moveTo>
                  <a:cubicBezTo>
                    <a:pt x="49" y="0"/>
                    <a:pt x="48" y="0"/>
                    <a:pt x="48" y="0"/>
                  </a:cubicBezTo>
                  <a:cubicBezTo>
                    <a:pt x="2" y="47"/>
                    <a:pt x="2" y="47"/>
                    <a:pt x="2" y="47"/>
                  </a:cubicBezTo>
                  <a:cubicBezTo>
                    <a:pt x="0" y="49"/>
                    <a:pt x="0" y="52"/>
                    <a:pt x="2" y="54"/>
                  </a:cubicBezTo>
                  <a:cubicBezTo>
                    <a:pt x="2" y="55"/>
                    <a:pt x="2" y="55"/>
                    <a:pt x="2" y="55"/>
                  </a:cubicBezTo>
                  <a:cubicBezTo>
                    <a:pt x="4" y="56"/>
                    <a:pt x="6" y="57"/>
                    <a:pt x="8" y="56"/>
                  </a:cubicBezTo>
                  <a:cubicBezTo>
                    <a:pt x="7" y="58"/>
                    <a:pt x="7" y="60"/>
                    <a:pt x="9" y="62"/>
                  </a:cubicBezTo>
                  <a:cubicBezTo>
                    <a:pt x="9" y="62"/>
                    <a:pt x="9" y="62"/>
                    <a:pt x="9" y="62"/>
                  </a:cubicBezTo>
                  <a:cubicBezTo>
                    <a:pt x="11" y="64"/>
                    <a:pt x="13" y="64"/>
                    <a:pt x="15" y="63"/>
                  </a:cubicBezTo>
                  <a:cubicBezTo>
                    <a:pt x="14" y="65"/>
                    <a:pt x="15" y="67"/>
                    <a:pt x="16" y="69"/>
                  </a:cubicBezTo>
                  <a:cubicBezTo>
                    <a:pt x="17" y="69"/>
                    <a:pt x="17" y="69"/>
                    <a:pt x="17" y="69"/>
                  </a:cubicBezTo>
                  <a:cubicBezTo>
                    <a:pt x="19" y="71"/>
                    <a:pt x="22" y="71"/>
                    <a:pt x="24" y="69"/>
                  </a:cubicBezTo>
                  <a:cubicBezTo>
                    <a:pt x="71" y="23"/>
                    <a:pt x="71" y="23"/>
                    <a:pt x="71" y="23"/>
                  </a:cubicBezTo>
                  <a:cubicBezTo>
                    <a:pt x="71" y="23"/>
                    <a:pt x="71" y="22"/>
                    <a:pt x="71" y="22"/>
                  </a:cubicBezTo>
                  <a:lnTo>
                    <a:pt x="4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grpSp>
      <p:sp>
        <p:nvSpPr>
          <p:cNvPr id="99" name="原创设计师QQ598969553          _18"/>
          <p:cNvSpPr>
            <a:spLocks/>
          </p:cNvSpPr>
          <p:nvPr/>
        </p:nvSpPr>
        <p:spPr bwMode="auto">
          <a:xfrm>
            <a:off x="6168236" y="2959513"/>
            <a:ext cx="1486292" cy="131728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2"/>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3">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100" name="原创设计师QQ598969553          _19"/>
          <p:cNvSpPr>
            <a:spLocks/>
          </p:cNvSpPr>
          <p:nvPr/>
        </p:nvSpPr>
        <p:spPr bwMode="auto">
          <a:xfrm>
            <a:off x="6249105" y="3031188"/>
            <a:ext cx="1324551" cy="1173938"/>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95000"/>
            </a:schemeClr>
          </a:solidFill>
          <a:ln w="50800">
            <a:noFill/>
          </a:ln>
          <a:effectLst>
            <a:outerShdw blurRad="101600" dist="50800" dir="2700000" algn="tl" rotWithShape="0">
              <a:schemeClr val="accent3">
                <a:lumMod val="50000"/>
                <a:alpha val="64000"/>
              </a:schemeClr>
            </a:outerShdw>
          </a:effectLst>
          <a:scene3d>
            <a:camera prst="orthographicFront"/>
            <a:lightRig rig="threePt" dir="t"/>
          </a:scene3d>
          <a:sp3d prstMaterial="softEdge">
            <a:bevelT w="63500" h="19050" prst="angle"/>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101" name="原创设计师QQ598969553          _20"/>
          <p:cNvSpPr/>
          <p:nvPr/>
        </p:nvSpPr>
        <p:spPr>
          <a:xfrm>
            <a:off x="6394441" y="3531618"/>
            <a:ext cx="1036181" cy="284693"/>
          </a:xfrm>
          <a:prstGeom prst="rect">
            <a:avLst/>
          </a:prstGeom>
        </p:spPr>
        <p:txBody>
          <a:bodyPr wrap="none" lIns="68580" tIns="34290" rIns="68580" bIns="34290">
            <a:spAutoFit/>
          </a:bodyPr>
          <a:lstStyle/>
          <a:p>
            <a:pPr algn="ctr"/>
            <a:r>
              <a:rPr lang="zh-CN" altLang="en-US" b="1" dirty="0">
                <a:solidFill>
                  <a:schemeClr val="tx1">
                    <a:lumMod val="65000"/>
                    <a:lumOff val="35000"/>
                  </a:schemeClr>
                </a:solidFill>
                <a:latin typeface="ITC Avant Garde Std Bk" panose="020B0502020202020204" pitchFamily="34" charset="0"/>
              </a:rPr>
              <a:t>添加关键字</a:t>
            </a:r>
            <a:endParaRPr lang="zh-CN" altLang="en-US" sz="100" b="1" dirty="0">
              <a:solidFill>
                <a:schemeClr val="tx1">
                  <a:lumMod val="65000"/>
                  <a:lumOff val="35000"/>
                </a:schemeClr>
              </a:solidFill>
              <a:latin typeface="ITC Avant Garde Std Bk" panose="020B0502020202020204" pitchFamily="34" charset="0"/>
            </a:endParaRPr>
          </a:p>
        </p:txBody>
      </p:sp>
      <p:grpSp>
        <p:nvGrpSpPr>
          <p:cNvPr id="110" name="原创设计师QQ598969553          _21"/>
          <p:cNvGrpSpPr/>
          <p:nvPr/>
        </p:nvGrpSpPr>
        <p:grpSpPr>
          <a:xfrm>
            <a:off x="6807867" y="3211806"/>
            <a:ext cx="207026" cy="195550"/>
            <a:chOff x="4882149" y="3025052"/>
            <a:chExt cx="489013" cy="461905"/>
          </a:xfrm>
          <a:solidFill>
            <a:schemeClr val="accent2"/>
          </a:solidFill>
        </p:grpSpPr>
        <p:sp>
          <p:nvSpPr>
            <p:cNvPr id="111" name="Freeform 250"/>
            <p:cNvSpPr>
              <a:spLocks/>
            </p:cNvSpPr>
            <p:nvPr/>
          </p:nvSpPr>
          <p:spPr bwMode="auto">
            <a:xfrm>
              <a:off x="4882149" y="3161672"/>
              <a:ext cx="468411" cy="325285"/>
            </a:xfrm>
            <a:custGeom>
              <a:avLst/>
              <a:gdLst>
                <a:gd name="T0" fmla="*/ 102 w 183"/>
                <a:gd name="T1" fmla="*/ 127 h 127"/>
                <a:gd name="T2" fmla="*/ 65 w 183"/>
                <a:gd name="T3" fmla="*/ 119 h 127"/>
                <a:gd name="T4" fmla="*/ 20 w 183"/>
                <a:gd name="T5" fmla="*/ 0 h 127"/>
                <a:gd name="T6" fmla="*/ 50 w 183"/>
                <a:gd name="T7" fmla="*/ 14 h 127"/>
                <a:gd name="T8" fmla="*/ 78 w 183"/>
                <a:gd name="T9" fmla="*/ 89 h 127"/>
                <a:gd name="T10" fmla="*/ 154 w 183"/>
                <a:gd name="T11" fmla="*/ 60 h 127"/>
                <a:gd name="T12" fmla="*/ 183 w 183"/>
                <a:gd name="T13" fmla="*/ 74 h 127"/>
                <a:gd name="T14" fmla="*/ 134 w 183"/>
                <a:gd name="T15" fmla="*/ 121 h 127"/>
                <a:gd name="T16" fmla="*/ 102 w 183"/>
                <a:gd name="T17"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3" h="127">
                  <a:moveTo>
                    <a:pt x="102" y="127"/>
                  </a:moveTo>
                  <a:cubicBezTo>
                    <a:pt x="89" y="127"/>
                    <a:pt x="77" y="124"/>
                    <a:pt x="65" y="119"/>
                  </a:cubicBezTo>
                  <a:cubicBezTo>
                    <a:pt x="20" y="98"/>
                    <a:pt x="0" y="45"/>
                    <a:pt x="20" y="0"/>
                  </a:cubicBezTo>
                  <a:cubicBezTo>
                    <a:pt x="50" y="14"/>
                    <a:pt x="50" y="14"/>
                    <a:pt x="50" y="14"/>
                  </a:cubicBezTo>
                  <a:cubicBezTo>
                    <a:pt x="37" y="42"/>
                    <a:pt x="50" y="76"/>
                    <a:pt x="78" y="89"/>
                  </a:cubicBezTo>
                  <a:cubicBezTo>
                    <a:pt x="107" y="102"/>
                    <a:pt x="141" y="89"/>
                    <a:pt x="154" y="60"/>
                  </a:cubicBezTo>
                  <a:cubicBezTo>
                    <a:pt x="183" y="74"/>
                    <a:pt x="183" y="74"/>
                    <a:pt x="183" y="74"/>
                  </a:cubicBezTo>
                  <a:cubicBezTo>
                    <a:pt x="174" y="96"/>
                    <a:pt x="156" y="112"/>
                    <a:pt x="134" y="121"/>
                  </a:cubicBezTo>
                  <a:cubicBezTo>
                    <a:pt x="123" y="125"/>
                    <a:pt x="112" y="127"/>
                    <a:pt x="102" y="1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12" name="Freeform 251"/>
            <p:cNvSpPr>
              <a:spLocks/>
            </p:cNvSpPr>
            <p:nvPr/>
          </p:nvSpPr>
          <p:spPr bwMode="auto">
            <a:xfrm>
              <a:off x="4942869" y="3028305"/>
              <a:ext cx="179991" cy="148547"/>
            </a:xfrm>
            <a:custGeom>
              <a:avLst/>
              <a:gdLst>
                <a:gd name="T0" fmla="*/ 70 w 70"/>
                <a:gd name="T1" fmla="*/ 0 h 58"/>
                <a:gd name="T2" fmla="*/ 8 w 70"/>
                <a:gd name="T3" fmla="*/ 33 h 58"/>
                <a:gd name="T4" fmla="*/ 0 w 70"/>
                <a:gd name="T5" fmla="*/ 45 h 58"/>
                <a:gd name="T6" fmla="*/ 30 w 70"/>
                <a:gd name="T7" fmla="*/ 58 h 58"/>
                <a:gd name="T8" fmla="*/ 33 w 70"/>
                <a:gd name="T9" fmla="*/ 53 h 58"/>
                <a:gd name="T10" fmla="*/ 70 w 70"/>
                <a:gd name="T11" fmla="*/ 33 h 58"/>
                <a:gd name="T12" fmla="*/ 70 w 70"/>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70" h="58">
                  <a:moveTo>
                    <a:pt x="70" y="0"/>
                  </a:moveTo>
                  <a:cubicBezTo>
                    <a:pt x="45" y="2"/>
                    <a:pt x="23" y="14"/>
                    <a:pt x="8" y="33"/>
                  </a:cubicBezTo>
                  <a:cubicBezTo>
                    <a:pt x="5" y="37"/>
                    <a:pt x="2" y="41"/>
                    <a:pt x="0" y="45"/>
                  </a:cubicBezTo>
                  <a:cubicBezTo>
                    <a:pt x="30" y="58"/>
                    <a:pt x="30" y="58"/>
                    <a:pt x="30" y="58"/>
                  </a:cubicBezTo>
                  <a:cubicBezTo>
                    <a:pt x="31" y="57"/>
                    <a:pt x="32" y="55"/>
                    <a:pt x="33" y="53"/>
                  </a:cubicBezTo>
                  <a:cubicBezTo>
                    <a:pt x="42" y="42"/>
                    <a:pt x="55" y="35"/>
                    <a:pt x="70" y="33"/>
                  </a:cubicBezTo>
                  <a:lnTo>
                    <a:pt x="7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13" name="Freeform 252"/>
            <p:cNvSpPr>
              <a:spLocks/>
            </p:cNvSpPr>
            <p:nvPr/>
          </p:nvSpPr>
          <p:spPr bwMode="auto">
            <a:xfrm>
              <a:off x="5284419" y="3276606"/>
              <a:ext cx="86743" cy="54214"/>
            </a:xfrm>
            <a:custGeom>
              <a:avLst/>
              <a:gdLst>
                <a:gd name="T0" fmla="*/ 1 w 34"/>
                <a:gd name="T1" fmla="*/ 0 h 21"/>
                <a:gd name="T2" fmla="*/ 0 w 34"/>
                <a:gd name="T3" fmla="*/ 8 h 21"/>
                <a:gd name="T4" fmla="*/ 29 w 34"/>
                <a:gd name="T5" fmla="*/ 21 h 21"/>
                <a:gd name="T6" fmla="*/ 34 w 34"/>
                <a:gd name="T7" fmla="*/ 0 h 21"/>
                <a:gd name="T8" fmla="*/ 1 w 34"/>
                <a:gd name="T9" fmla="*/ 0 h 21"/>
              </a:gdLst>
              <a:ahLst/>
              <a:cxnLst>
                <a:cxn ang="0">
                  <a:pos x="T0" y="T1"/>
                </a:cxn>
                <a:cxn ang="0">
                  <a:pos x="T2" y="T3"/>
                </a:cxn>
                <a:cxn ang="0">
                  <a:pos x="T4" y="T5"/>
                </a:cxn>
                <a:cxn ang="0">
                  <a:pos x="T6" y="T7"/>
                </a:cxn>
                <a:cxn ang="0">
                  <a:pos x="T8" y="T9"/>
                </a:cxn>
              </a:cxnLst>
              <a:rect l="0" t="0" r="r" b="b"/>
              <a:pathLst>
                <a:path w="34" h="21">
                  <a:moveTo>
                    <a:pt x="1" y="0"/>
                  </a:moveTo>
                  <a:cubicBezTo>
                    <a:pt x="1" y="3"/>
                    <a:pt x="0" y="5"/>
                    <a:pt x="0" y="8"/>
                  </a:cubicBezTo>
                  <a:cubicBezTo>
                    <a:pt x="29" y="21"/>
                    <a:pt x="29" y="21"/>
                    <a:pt x="29" y="21"/>
                  </a:cubicBezTo>
                  <a:cubicBezTo>
                    <a:pt x="32" y="14"/>
                    <a:pt x="33" y="7"/>
                    <a:pt x="34" y="0"/>
                  </a:cubicBezTo>
                  <a:lnTo>
                    <a:pt x="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14" name="Freeform 253"/>
            <p:cNvSpPr>
              <a:spLocks/>
            </p:cNvSpPr>
            <p:nvPr/>
          </p:nvSpPr>
          <p:spPr bwMode="auto">
            <a:xfrm>
              <a:off x="5143462" y="3025052"/>
              <a:ext cx="227700" cy="230953"/>
            </a:xfrm>
            <a:custGeom>
              <a:avLst/>
              <a:gdLst>
                <a:gd name="T0" fmla="*/ 89 w 89"/>
                <a:gd name="T1" fmla="*/ 90 h 90"/>
                <a:gd name="T2" fmla="*/ 57 w 89"/>
                <a:gd name="T3" fmla="*/ 90 h 90"/>
                <a:gd name="T4" fmla="*/ 0 w 89"/>
                <a:gd name="T5" fmla="*/ 33 h 90"/>
                <a:gd name="T6" fmla="*/ 0 w 89"/>
                <a:gd name="T7" fmla="*/ 0 h 90"/>
                <a:gd name="T8" fmla="*/ 89 w 89"/>
                <a:gd name="T9" fmla="*/ 90 h 90"/>
              </a:gdLst>
              <a:ahLst/>
              <a:cxnLst>
                <a:cxn ang="0">
                  <a:pos x="T0" y="T1"/>
                </a:cxn>
                <a:cxn ang="0">
                  <a:pos x="T2" y="T3"/>
                </a:cxn>
                <a:cxn ang="0">
                  <a:pos x="T4" y="T5"/>
                </a:cxn>
                <a:cxn ang="0">
                  <a:pos x="T6" y="T7"/>
                </a:cxn>
                <a:cxn ang="0">
                  <a:pos x="T8" y="T9"/>
                </a:cxn>
              </a:cxnLst>
              <a:rect l="0" t="0" r="r" b="b"/>
              <a:pathLst>
                <a:path w="89" h="90">
                  <a:moveTo>
                    <a:pt x="89" y="90"/>
                  </a:moveTo>
                  <a:cubicBezTo>
                    <a:pt x="57" y="90"/>
                    <a:pt x="57" y="90"/>
                    <a:pt x="57" y="90"/>
                  </a:cubicBezTo>
                  <a:cubicBezTo>
                    <a:pt x="57" y="59"/>
                    <a:pt x="31" y="33"/>
                    <a:pt x="0" y="33"/>
                  </a:cubicBezTo>
                  <a:cubicBezTo>
                    <a:pt x="0" y="0"/>
                    <a:pt x="0" y="0"/>
                    <a:pt x="0" y="0"/>
                  </a:cubicBezTo>
                  <a:cubicBezTo>
                    <a:pt x="49" y="0"/>
                    <a:pt x="89" y="41"/>
                    <a:pt x="89" y="9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15" name="Rectangle 254"/>
            <p:cNvSpPr>
              <a:spLocks noChangeArrowheads="1"/>
            </p:cNvSpPr>
            <p:nvPr/>
          </p:nvSpPr>
          <p:spPr bwMode="auto">
            <a:xfrm>
              <a:off x="5058888" y="3284196"/>
              <a:ext cx="43371" cy="5421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16" name="Rectangle 255"/>
            <p:cNvSpPr>
              <a:spLocks noChangeArrowheads="1"/>
            </p:cNvSpPr>
            <p:nvPr/>
          </p:nvSpPr>
          <p:spPr bwMode="auto">
            <a:xfrm>
              <a:off x="5122860" y="3218054"/>
              <a:ext cx="41203" cy="12035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17" name="Rectangle 256"/>
            <p:cNvSpPr>
              <a:spLocks noChangeArrowheads="1"/>
            </p:cNvSpPr>
            <p:nvPr/>
          </p:nvSpPr>
          <p:spPr bwMode="auto">
            <a:xfrm>
              <a:off x="5184664" y="3182273"/>
              <a:ext cx="41203" cy="15613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grpSp>
      <p:pic>
        <p:nvPicPr>
          <p:cNvPr id="102" name="Picture 64"/>
          <p:cNvPicPr>
            <a:picLocks noGrp="1" noSelect="1" noRot="1" noChangeAspect="1" noMove="1" noResize="1" noChangeShapeType="1"/>
          </p:cNvPicPr>
          <p:nvPr/>
        </p:nvPicPr>
        <p:blipFill>
          <a:blip r:embed="rId3"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2714175607"/>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fill="hold" grpId="0" nodeType="afterEffect">
                                  <p:stCondLst>
                                    <p:cond delay="0"/>
                                  </p:stCondLst>
                                  <p:childTnLst>
                                    <p:set>
                                      <p:cBhvr>
                                        <p:cTn id="6" dur="1" fill="hold">
                                          <p:stCondLst>
                                            <p:cond delay="0"/>
                                          </p:stCondLst>
                                        </p:cTn>
                                        <p:tgtEl>
                                          <p:spTgt spid="44"/>
                                        </p:tgtEl>
                                        <p:attrNameLst>
                                          <p:attrName>style.visibility</p:attrName>
                                        </p:attrNameLst>
                                      </p:cBhvr>
                                      <p:to>
                                        <p:strVal val="visible"/>
                                      </p:to>
                                    </p:set>
                                    <p:anim calcmode="lin" valueType="num">
                                      <p:cBhvr>
                                        <p:cTn id="7" dur="500" fill="hold"/>
                                        <p:tgtEl>
                                          <p:spTgt spid="44"/>
                                        </p:tgtEl>
                                        <p:attrNameLst>
                                          <p:attrName>ppt_w</p:attrName>
                                        </p:attrNameLst>
                                      </p:cBhvr>
                                      <p:tavLst>
                                        <p:tav tm="0">
                                          <p:val>
                                            <p:fltVal val="0"/>
                                          </p:val>
                                        </p:tav>
                                        <p:tav tm="100000">
                                          <p:val>
                                            <p:strVal val="#ppt_w"/>
                                          </p:val>
                                        </p:tav>
                                      </p:tavLst>
                                    </p:anim>
                                    <p:anim calcmode="lin" valueType="num">
                                      <p:cBhvr>
                                        <p:cTn id="8" dur="500" fill="hold"/>
                                        <p:tgtEl>
                                          <p:spTgt spid="44"/>
                                        </p:tgtEl>
                                        <p:attrNameLst>
                                          <p:attrName>ppt_h</p:attrName>
                                        </p:attrNameLst>
                                      </p:cBhvr>
                                      <p:tavLst>
                                        <p:tav tm="0">
                                          <p:val>
                                            <p:fltVal val="0"/>
                                          </p:val>
                                        </p:tav>
                                        <p:tav tm="100000">
                                          <p:val>
                                            <p:strVal val="#ppt_h"/>
                                          </p:val>
                                        </p:tav>
                                      </p:tavLst>
                                    </p:anim>
                                    <p:animEffect transition="in" filter="fade">
                                      <p:cBhvr>
                                        <p:cTn id="9" dur="500"/>
                                        <p:tgtEl>
                                          <p:spTgt spid="44"/>
                                        </p:tgtEl>
                                      </p:cBhvr>
                                    </p:animEffect>
                                    <p:anim calcmode="lin" valueType="num">
                                      <p:cBhvr>
                                        <p:cTn id="10" dur="500" fill="hold"/>
                                        <p:tgtEl>
                                          <p:spTgt spid="44"/>
                                        </p:tgtEl>
                                        <p:attrNameLst>
                                          <p:attrName>ppt_x</p:attrName>
                                        </p:attrNameLst>
                                      </p:cBhvr>
                                      <p:tavLst>
                                        <p:tav tm="0">
                                          <p:val>
                                            <p:fltVal val="0.5"/>
                                          </p:val>
                                        </p:tav>
                                        <p:tav tm="100000">
                                          <p:val>
                                            <p:strVal val="#ppt_x"/>
                                          </p:val>
                                        </p:tav>
                                      </p:tavLst>
                                    </p:anim>
                                    <p:anim calcmode="lin" valueType="num">
                                      <p:cBhvr>
                                        <p:cTn id="11" dur="500" fill="hold"/>
                                        <p:tgtEl>
                                          <p:spTgt spid="44"/>
                                        </p:tgtEl>
                                        <p:attrNameLst>
                                          <p:attrName>ppt_y</p:attrName>
                                        </p:attrNameLst>
                                      </p:cBhvr>
                                      <p:tavLst>
                                        <p:tav tm="0">
                                          <p:val>
                                            <p:fltVal val="0.5"/>
                                          </p:val>
                                        </p:tav>
                                        <p:tav tm="100000">
                                          <p:val>
                                            <p:strVal val="#ppt_y"/>
                                          </p:val>
                                        </p:tav>
                                      </p:tavLst>
                                    </p:anim>
                                  </p:childTnLst>
                                </p:cTn>
                              </p:par>
                              <p:par>
                                <p:cTn id="12" presetID="53" presetClass="entr" presetSubtype="528" fill="hold" grpId="0" nodeType="withEffect">
                                  <p:stCondLst>
                                    <p:cond delay="0"/>
                                  </p:stCondLst>
                                  <p:childTnLst>
                                    <p:set>
                                      <p:cBhvr>
                                        <p:cTn id="13" dur="1" fill="hold">
                                          <p:stCondLst>
                                            <p:cond delay="0"/>
                                          </p:stCondLst>
                                        </p:cTn>
                                        <p:tgtEl>
                                          <p:spTgt spid="45"/>
                                        </p:tgtEl>
                                        <p:attrNameLst>
                                          <p:attrName>style.visibility</p:attrName>
                                        </p:attrNameLst>
                                      </p:cBhvr>
                                      <p:to>
                                        <p:strVal val="visible"/>
                                      </p:to>
                                    </p:set>
                                    <p:anim calcmode="lin" valueType="num">
                                      <p:cBhvr>
                                        <p:cTn id="14" dur="500" fill="hold"/>
                                        <p:tgtEl>
                                          <p:spTgt spid="45"/>
                                        </p:tgtEl>
                                        <p:attrNameLst>
                                          <p:attrName>ppt_w</p:attrName>
                                        </p:attrNameLst>
                                      </p:cBhvr>
                                      <p:tavLst>
                                        <p:tav tm="0">
                                          <p:val>
                                            <p:fltVal val="0"/>
                                          </p:val>
                                        </p:tav>
                                        <p:tav tm="100000">
                                          <p:val>
                                            <p:strVal val="#ppt_w"/>
                                          </p:val>
                                        </p:tav>
                                      </p:tavLst>
                                    </p:anim>
                                    <p:anim calcmode="lin" valueType="num">
                                      <p:cBhvr>
                                        <p:cTn id="15" dur="500" fill="hold"/>
                                        <p:tgtEl>
                                          <p:spTgt spid="45"/>
                                        </p:tgtEl>
                                        <p:attrNameLst>
                                          <p:attrName>ppt_h</p:attrName>
                                        </p:attrNameLst>
                                      </p:cBhvr>
                                      <p:tavLst>
                                        <p:tav tm="0">
                                          <p:val>
                                            <p:fltVal val="0"/>
                                          </p:val>
                                        </p:tav>
                                        <p:tav tm="100000">
                                          <p:val>
                                            <p:strVal val="#ppt_h"/>
                                          </p:val>
                                        </p:tav>
                                      </p:tavLst>
                                    </p:anim>
                                    <p:animEffect transition="in" filter="fade">
                                      <p:cBhvr>
                                        <p:cTn id="16" dur="500"/>
                                        <p:tgtEl>
                                          <p:spTgt spid="45"/>
                                        </p:tgtEl>
                                      </p:cBhvr>
                                    </p:animEffect>
                                    <p:anim calcmode="lin" valueType="num">
                                      <p:cBhvr>
                                        <p:cTn id="17" dur="500" fill="hold"/>
                                        <p:tgtEl>
                                          <p:spTgt spid="45"/>
                                        </p:tgtEl>
                                        <p:attrNameLst>
                                          <p:attrName>ppt_x</p:attrName>
                                        </p:attrNameLst>
                                      </p:cBhvr>
                                      <p:tavLst>
                                        <p:tav tm="0">
                                          <p:val>
                                            <p:fltVal val="0.5"/>
                                          </p:val>
                                        </p:tav>
                                        <p:tav tm="100000">
                                          <p:val>
                                            <p:strVal val="#ppt_x"/>
                                          </p:val>
                                        </p:tav>
                                      </p:tavLst>
                                    </p:anim>
                                    <p:anim calcmode="lin" valueType="num">
                                      <p:cBhvr>
                                        <p:cTn id="18" dur="500" fill="hold"/>
                                        <p:tgtEl>
                                          <p:spTgt spid="45"/>
                                        </p:tgtEl>
                                        <p:attrNameLst>
                                          <p:attrName>ppt_y</p:attrName>
                                        </p:attrNameLst>
                                      </p:cBhvr>
                                      <p:tavLst>
                                        <p:tav tm="0">
                                          <p:val>
                                            <p:fltVal val="0.5"/>
                                          </p:val>
                                        </p:tav>
                                        <p:tav tm="100000">
                                          <p:val>
                                            <p:strVal val="#ppt_y"/>
                                          </p:val>
                                        </p:tav>
                                      </p:tavLst>
                                    </p:anim>
                                  </p:childTnLst>
                                </p:cTn>
                              </p:par>
                            </p:childTnLst>
                          </p:cTn>
                        </p:par>
                        <p:par>
                          <p:cTn id="19" fill="hold">
                            <p:stCondLst>
                              <p:cond delay="500"/>
                            </p:stCondLst>
                            <p:childTnLst>
                              <p:par>
                                <p:cTn id="20" presetID="22" presetClass="entr" presetSubtype="1" fill="hold" grpId="0" nodeType="afterEffect">
                                  <p:stCondLst>
                                    <p:cond delay="0"/>
                                  </p:stCondLst>
                                  <p:childTnLst>
                                    <p:set>
                                      <p:cBhvr>
                                        <p:cTn id="21" dur="1" fill="hold">
                                          <p:stCondLst>
                                            <p:cond delay="0"/>
                                          </p:stCondLst>
                                        </p:cTn>
                                        <p:tgtEl>
                                          <p:spTgt spid="42"/>
                                        </p:tgtEl>
                                        <p:attrNameLst>
                                          <p:attrName>style.visibility</p:attrName>
                                        </p:attrNameLst>
                                      </p:cBhvr>
                                      <p:to>
                                        <p:strVal val="visible"/>
                                      </p:to>
                                    </p:set>
                                    <p:animEffect transition="in" filter="wipe(up)">
                                      <p:cBhvr>
                                        <p:cTn id="22" dur="500"/>
                                        <p:tgtEl>
                                          <p:spTgt spid="42"/>
                                        </p:tgtEl>
                                      </p:cBhvr>
                                    </p:animEffect>
                                  </p:childTnLst>
                                </p:cTn>
                              </p:par>
                            </p:childTnLst>
                          </p:cTn>
                        </p:par>
                        <p:par>
                          <p:cTn id="23" fill="hold">
                            <p:stCondLst>
                              <p:cond delay="1000"/>
                            </p:stCondLst>
                            <p:childTnLst>
                              <p:par>
                                <p:cTn id="24" presetID="22" presetClass="entr" presetSubtype="1" fill="hold" grpId="0" nodeType="afterEffect">
                                  <p:stCondLst>
                                    <p:cond delay="0"/>
                                  </p:stCondLst>
                                  <p:childTnLst>
                                    <p:set>
                                      <p:cBhvr>
                                        <p:cTn id="25" dur="1" fill="hold">
                                          <p:stCondLst>
                                            <p:cond delay="0"/>
                                          </p:stCondLst>
                                        </p:cTn>
                                        <p:tgtEl>
                                          <p:spTgt spid="43"/>
                                        </p:tgtEl>
                                        <p:attrNameLst>
                                          <p:attrName>style.visibility</p:attrName>
                                        </p:attrNameLst>
                                      </p:cBhvr>
                                      <p:to>
                                        <p:strVal val="visible"/>
                                      </p:to>
                                    </p:set>
                                    <p:animEffect transition="in" filter="wipe(up)">
                                      <p:cBhvr>
                                        <p:cTn id="26" dur="500"/>
                                        <p:tgtEl>
                                          <p:spTgt spid="43"/>
                                        </p:tgtEl>
                                      </p:cBhvr>
                                    </p:animEffect>
                                  </p:childTnLst>
                                </p:cTn>
                              </p:par>
                            </p:childTnLst>
                          </p:cTn>
                        </p:par>
                        <p:par>
                          <p:cTn id="27" fill="hold">
                            <p:stCondLst>
                              <p:cond delay="1500"/>
                            </p:stCondLst>
                            <p:childTnLst>
                              <p:par>
                                <p:cTn id="28" presetID="53" presetClass="entr" presetSubtype="16" fill="hold" grpId="0" nodeType="afterEffect">
                                  <p:stCondLst>
                                    <p:cond delay="0"/>
                                  </p:stCondLst>
                                  <p:childTnLst>
                                    <p:set>
                                      <p:cBhvr>
                                        <p:cTn id="29" dur="1" fill="hold">
                                          <p:stCondLst>
                                            <p:cond delay="0"/>
                                          </p:stCondLst>
                                        </p:cTn>
                                        <p:tgtEl>
                                          <p:spTgt spid="54"/>
                                        </p:tgtEl>
                                        <p:attrNameLst>
                                          <p:attrName>style.visibility</p:attrName>
                                        </p:attrNameLst>
                                      </p:cBhvr>
                                      <p:to>
                                        <p:strVal val="visible"/>
                                      </p:to>
                                    </p:set>
                                    <p:anim calcmode="lin" valueType="num">
                                      <p:cBhvr>
                                        <p:cTn id="30" dur="500" fill="hold"/>
                                        <p:tgtEl>
                                          <p:spTgt spid="54"/>
                                        </p:tgtEl>
                                        <p:attrNameLst>
                                          <p:attrName>ppt_w</p:attrName>
                                        </p:attrNameLst>
                                      </p:cBhvr>
                                      <p:tavLst>
                                        <p:tav tm="0">
                                          <p:val>
                                            <p:fltVal val="0"/>
                                          </p:val>
                                        </p:tav>
                                        <p:tav tm="100000">
                                          <p:val>
                                            <p:strVal val="#ppt_w"/>
                                          </p:val>
                                        </p:tav>
                                      </p:tavLst>
                                    </p:anim>
                                    <p:anim calcmode="lin" valueType="num">
                                      <p:cBhvr>
                                        <p:cTn id="31" dur="500" fill="hold"/>
                                        <p:tgtEl>
                                          <p:spTgt spid="54"/>
                                        </p:tgtEl>
                                        <p:attrNameLst>
                                          <p:attrName>ppt_h</p:attrName>
                                        </p:attrNameLst>
                                      </p:cBhvr>
                                      <p:tavLst>
                                        <p:tav tm="0">
                                          <p:val>
                                            <p:fltVal val="0"/>
                                          </p:val>
                                        </p:tav>
                                        <p:tav tm="100000">
                                          <p:val>
                                            <p:strVal val="#ppt_h"/>
                                          </p:val>
                                        </p:tav>
                                      </p:tavLst>
                                    </p:anim>
                                    <p:animEffect transition="in" filter="fade">
                                      <p:cBhvr>
                                        <p:cTn id="32" dur="500"/>
                                        <p:tgtEl>
                                          <p:spTgt spid="54"/>
                                        </p:tgtEl>
                                      </p:cBhvr>
                                    </p:animEffect>
                                  </p:childTnLst>
                                </p:cTn>
                              </p:par>
                              <p:par>
                                <p:cTn id="33" presetID="53" presetClass="entr" presetSubtype="16" fill="hold" grpId="0" nodeType="withEffect">
                                  <p:stCondLst>
                                    <p:cond delay="200"/>
                                  </p:stCondLst>
                                  <p:childTnLst>
                                    <p:set>
                                      <p:cBhvr>
                                        <p:cTn id="34" dur="1" fill="hold">
                                          <p:stCondLst>
                                            <p:cond delay="0"/>
                                          </p:stCondLst>
                                        </p:cTn>
                                        <p:tgtEl>
                                          <p:spTgt spid="56"/>
                                        </p:tgtEl>
                                        <p:attrNameLst>
                                          <p:attrName>style.visibility</p:attrName>
                                        </p:attrNameLst>
                                      </p:cBhvr>
                                      <p:to>
                                        <p:strVal val="visible"/>
                                      </p:to>
                                    </p:set>
                                    <p:anim calcmode="lin" valueType="num">
                                      <p:cBhvr>
                                        <p:cTn id="35" dur="500" fill="hold"/>
                                        <p:tgtEl>
                                          <p:spTgt spid="56"/>
                                        </p:tgtEl>
                                        <p:attrNameLst>
                                          <p:attrName>ppt_w</p:attrName>
                                        </p:attrNameLst>
                                      </p:cBhvr>
                                      <p:tavLst>
                                        <p:tav tm="0">
                                          <p:val>
                                            <p:fltVal val="0"/>
                                          </p:val>
                                        </p:tav>
                                        <p:tav tm="100000">
                                          <p:val>
                                            <p:strVal val="#ppt_w"/>
                                          </p:val>
                                        </p:tav>
                                      </p:tavLst>
                                    </p:anim>
                                    <p:anim calcmode="lin" valueType="num">
                                      <p:cBhvr>
                                        <p:cTn id="36" dur="500" fill="hold"/>
                                        <p:tgtEl>
                                          <p:spTgt spid="56"/>
                                        </p:tgtEl>
                                        <p:attrNameLst>
                                          <p:attrName>ppt_h</p:attrName>
                                        </p:attrNameLst>
                                      </p:cBhvr>
                                      <p:tavLst>
                                        <p:tav tm="0">
                                          <p:val>
                                            <p:fltVal val="0"/>
                                          </p:val>
                                        </p:tav>
                                        <p:tav tm="100000">
                                          <p:val>
                                            <p:strVal val="#ppt_h"/>
                                          </p:val>
                                        </p:tav>
                                      </p:tavLst>
                                    </p:anim>
                                    <p:animEffect transition="in" filter="fade">
                                      <p:cBhvr>
                                        <p:cTn id="37" dur="500"/>
                                        <p:tgtEl>
                                          <p:spTgt spid="56"/>
                                        </p:tgtEl>
                                      </p:cBhvr>
                                    </p:animEffect>
                                  </p:childTnLst>
                                </p:cTn>
                              </p:par>
                              <p:par>
                                <p:cTn id="38" presetID="53" presetClass="entr" presetSubtype="16" fill="hold" grpId="0" nodeType="withEffect">
                                  <p:stCondLst>
                                    <p:cond delay="400"/>
                                  </p:stCondLst>
                                  <p:childTnLst>
                                    <p:set>
                                      <p:cBhvr>
                                        <p:cTn id="39" dur="1" fill="hold">
                                          <p:stCondLst>
                                            <p:cond delay="0"/>
                                          </p:stCondLst>
                                        </p:cTn>
                                        <p:tgtEl>
                                          <p:spTgt spid="58"/>
                                        </p:tgtEl>
                                        <p:attrNameLst>
                                          <p:attrName>style.visibility</p:attrName>
                                        </p:attrNameLst>
                                      </p:cBhvr>
                                      <p:to>
                                        <p:strVal val="visible"/>
                                      </p:to>
                                    </p:set>
                                    <p:anim calcmode="lin" valueType="num">
                                      <p:cBhvr>
                                        <p:cTn id="40" dur="500" fill="hold"/>
                                        <p:tgtEl>
                                          <p:spTgt spid="58"/>
                                        </p:tgtEl>
                                        <p:attrNameLst>
                                          <p:attrName>ppt_w</p:attrName>
                                        </p:attrNameLst>
                                      </p:cBhvr>
                                      <p:tavLst>
                                        <p:tav tm="0">
                                          <p:val>
                                            <p:fltVal val="0"/>
                                          </p:val>
                                        </p:tav>
                                        <p:tav tm="100000">
                                          <p:val>
                                            <p:strVal val="#ppt_w"/>
                                          </p:val>
                                        </p:tav>
                                      </p:tavLst>
                                    </p:anim>
                                    <p:anim calcmode="lin" valueType="num">
                                      <p:cBhvr>
                                        <p:cTn id="41" dur="500" fill="hold"/>
                                        <p:tgtEl>
                                          <p:spTgt spid="58"/>
                                        </p:tgtEl>
                                        <p:attrNameLst>
                                          <p:attrName>ppt_h</p:attrName>
                                        </p:attrNameLst>
                                      </p:cBhvr>
                                      <p:tavLst>
                                        <p:tav tm="0">
                                          <p:val>
                                            <p:fltVal val="0"/>
                                          </p:val>
                                        </p:tav>
                                        <p:tav tm="100000">
                                          <p:val>
                                            <p:strVal val="#ppt_h"/>
                                          </p:val>
                                        </p:tav>
                                      </p:tavLst>
                                    </p:anim>
                                    <p:animEffect transition="in" filter="fade">
                                      <p:cBhvr>
                                        <p:cTn id="42" dur="500"/>
                                        <p:tgtEl>
                                          <p:spTgt spid="58"/>
                                        </p:tgtEl>
                                      </p:cBhvr>
                                    </p:animEffect>
                                  </p:childTnLst>
                                </p:cTn>
                              </p:par>
                              <p:par>
                                <p:cTn id="43" presetID="53" presetClass="entr" presetSubtype="16" fill="hold" grpId="0" nodeType="withEffect">
                                  <p:stCondLst>
                                    <p:cond delay="600"/>
                                  </p:stCondLst>
                                  <p:childTnLst>
                                    <p:set>
                                      <p:cBhvr>
                                        <p:cTn id="44" dur="1" fill="hold">
                                          <p:stCondLst>
                                            <p:cond delay="0"/>
                                          </p:stCondLst>
                                        </p:cTn>
                                        <p:tgtEl>
                                          <p:spTgt spid="99"/>
                                        </p:tgtEl>
                                        <p:attrNameLst>
                                          <p:attrName>style.visibility</p:attrName>
                                        </p:attrNameLst>
                                      </p:cBhvr>
                                      <p:to>
                                        <p:strVal val="visible"/>
                                      </p:to>
                                    </p:set>
                                    <p:anim calcmode="lin" valueType="num">
                                      <p:cBhvr>
                                        <p:cTn id="45" dur="500" fill="hold"/>
                                        <p:tgtEl>
                                          <p:spTgt spid="99"/>
                                        </p:tgtEl>
                                        <p:attrNameLst>
                                          <p:attrName>ppt_w</p:attrName>
                                        </p:attrNameLst>
                                      </p:cBhvr>
                                      <p:tavLst>
                                        <p:tav tm="0">
                                          <p:val>
                                            <p:fltVal val="0"/>
                                          </p:val>
                                        </p:tav>
                                        <p:tav tm="100000">
                                          <p:val>
                                            <p:strVal val="#ppt_w"/>
                                          </p:val>
                                        </p:tav>
                                      </p:tavLst>
                                    </p:anim>
                                    <p:anim calcmode="lin" valueType="num">
                                      <p:cBhvr>
                                        <p:cTn id="46" dur="500" fill="hold"/>
                                        <p:tgtEl>
                                          <p:spTgt spid="99"/>
                                        </p:tgtEl>
                                        <p:attrNameLst>
                                          <p:attrName>ppt_h</p:attrName>
                                        </p:attrNameLst>
                                      </p:cBhvr>
                                      <p:tavLst>
                                        <p:tav tm="0">
                                          <p:val>
                                            <p:fltVal val="0"/>
                                          </p:val>
                                        </p:tav>
                                        <p:tav tm="100000">
                                          <p:val>
                                            <p:strVal val="#ppt_h"/>
                                          </p:val>
                                        </p:tav>
                                      </p:tavLst>
                                    </p:anim>
                                    <p:animEffect transition="in" filter="fade">
                                      <p:cBhvr>
                                        <p:cTn id="47" dur="500"/>
                                        <p:tgtEl>
                                          <p:spTgt spid="99"/>
                                        </p:tgtEl>
                                      </p:cBhvr>
                                    </p:animEffect>
                                  </p:childTnLst>
                                </p:cTn>
                              </p:par>
                            </p:childTnLst>
                          </p:cTn>
                        </p:par>
                        <p:par>
                          <p:cTn id="48" fill="hold">
                            <p:stCondLst>
                              <p:cond delay="2600"/>
                            </p:stCondLst>
                            <p:childTnLst>
                              <p:par>
                                <p:cTn id="49" presetID="21" presetClass="entr" presetSubtype="1" fill="hold" grpId="0" nodeType="afterEffect">
                                  <p:stCondLst>
                                    <p:cond delay="0"/>
                                  </p:stCondLst>
                                  <p:childTnLst>
                                    <p:set>
                                      <p:cBhvr>
                                        <p:cTn id="50" dur="1" fill="hold">
                                          <p:stCondLst>
                                            <p:cond delay="0"/>
                                          </p:stCondLst>
                                        </p:cTn>
                                        <p:tgtEl>
                                          <p:spTgt spid="55"/>
                                        </p:tgtEl>
                                        <p:attrNameLst>
                                          <p:attrName>style.visibility</p:attrName>
                                        </p:attrNameLst>
                                      </p:cBhvr>
                                      <p:to>
                                        <p:strVal val="visible"/>
                                      </p:to>
                                    </p:set>
                                    <p:animEffect transition="in" filter="wheel(1)">
                                      <p:cBhvr>
                                        <p:cTn id="51" dur="500"/>
                                        <p:tgtEl>
                                          <p:spTgt spid="55"/>
                                        </p:tgtEl>
                                      </p:cBhvr>
                                    </p:animEffect>
                                  </p:childTnLst>
                                </p:cTn>
                              </p:par>
                              <p:par>
                                <p:cTn id="52" presetID="21" presetClass="entr" presetSubtype="1" fill="hold" grpId="0" nodeType="withEffect">
                                  <p:stCondLst>
                                    <p:cond delay="200"/>
                                  </p:stCondLst>
                                  <p:childTnLst>
                                    <p:set>
                                      <p:cBhvr>
                                        <p:cTn id="53" dur="1" fill="hold">
                                          <p:stCondLst>
                                            <p:cond delay="0"/>
                                          </p:stCondLst>
                                        </p:cTn>
                                        <p:tgtEl>
                                          <p:spTgt spid="57"/>
                                        </p:tgtEl>
                                        <p:attrNameLst>
                                          <p:attrName>style.visibility</p:attrName>
                                        </p:attrNameLst>
                                      </p:cBhvr>
                                      <p:to>
                                        <p:strVal val="visible"/>
                                      </p:to>
                                    </p:set>
                                    <p:animEffect transition="in" filter="wheel(1)">
                                      <p:cBhvr>
                                        <p:cTn id="54" dur="500"/>
                                        <p:tgtEl>
                                          <p:spTgt spid="57"/>
                                        </p:tgtEl>
                                      </p:cBhvr>
                                    </p:animEffect>
                                  </p:childTnLst>
                                </p:cTn>
                              </p:par>
                              <p:par>
                                <p:cTn id="55" presetID="21" presetClass="entr" presetSubtype="1" fill="hold" grpId="0" nodeType="withEffect">
                                  <p:stCondLst>
                                    <p:cond delay="400"/>
                                  </p:stCondLst>
                                  <p:childTnLst>
                                    <p:set>
                                      <p:cBhvr>
                                        <p:cTn id="56" dur="1" fill="hold">
                                          <p:stCondLst>
                                            <p:cond delay="0"/>
                                          </p:stCondLst>
                                        </p:cTn>
                                        <p:tgtEl>
                                          <p:spTgt spid="59"/>
                                        </p:tgtEl>
                                        <p:attrNameLst>
                                          <p:attrName>style.visibility</p:attrName>
                                        </p:attrNameLst>
                                      </p:cBhvr>
                                      <p:to>
                                        <p:strVal val="visible"/>
                                      </p:to>
                                    </p:set>
                                    <p:animEffect transition="in" filter="wheel(1)">
                                      <p:cBhvr>
                                        <p:cTn id="57" dur="500"/>
                                        <p:tgtEl>
                                          <p:spTgt spid="59"/>
                                        </p:tgtEl>
                                      </p:cBhvr>
                                    </p:animEffect>
                                  </p:childTnLst>
                                </p:cTn>
                              </p:par>
                              <p:par>
                                <p:cTn id="58" presetID="21" presetClass="entr" presetSubtype="1" fill="hold" grpId="0" nodeType="withEffect">
                                  <p:stCondLst>
                                    <p:cond delay="600"/>
                                  </p:stCondLst>
                                  <p:childTnLst>
                                    <p:set>
                                      <p:cBhvr>
                                        <p:cTn id="59" dur="1" fill="hold">
                                          <p:stCondLst>
                                            <p:cond delay="0"/>
                                          </p:stCondLst>
                                        </p:cTn>
                                        <p:tgtEl>
                                          <p:spTgt spid="100"/>
                                        </p:tgtEl>
                                        <p:attrNameLst>
                                          <p:attrName>style.visibility</p:attrName>
                                        </p:attrNameLst>
                                      </p:cBhvr>
                                      <p:to>
                                        <p:strVal val="visible"/>
                                      </p:to>
                                    </p:set>
                                    <p:animEffect transition="in" filter="wheel(1)">
                                      <p:cBhvr>
                                        <p:cTn id="60" dur="500"/>
                                        <p:tgtEl>
                                          <p:spTgt spid="100"/>
                                        </p:tgtEl>
                                      </p:cBhvr>
                                    </p:animEffect>
                                  </p:childTnLst>
                                </p:cTn>
                              </p:par>
                            </p:childTnLst>
                          </p:cTn>
                        </p:par>
                        <p:par>
                          <p:cTn id="61" fill="hold">
                            <p:stCondLst>
                              <p:cond delay="3700"/>
                            </p:stCondLst>
                            <p:childTnLst>
                              <p:par>
                                <p:cTn id="62" presetID="45" presetClass="entr" presetSubtype="0" fill="hold" nodeType="afterEffect">
                                  <p:stCondLst>
                                    <p:cond delay="0"/>
                                  </p:stCondLst>
                                  <p:childTnLst>
                                    <p:set>
                                      <p:cBhvr>
                                        <p:cTn id="63" dur="1" fill="hold">
                                          <p:stCondLst>
                                            <p:cond delay="0"/>
                                          </p:stCondLst>
                                        </p:cTn>
                                        <p:tgtEl>
                                          <p:spTgt spid="71"/>
                                        </p:tgtEl>
                                        <p:attrNameLst>
                                          <p:attrName>style.visibility</p:attrName>
                                        </p:attrNameLst>
                                      </p:cBhvr>
                                      <p:to>
                                        <p:strVal val="visible"/>
                                      </p:to>
                                    </p:set>
                                    <p:animEffect transition="in" filter="fade">
                                      <p:cBhvr>
                                        <p:cTn id="64" dur="500"/>
                                        <p:tgtEl>
                                          <p:spTgt spid="71"/>
                                        </p:tgtEl>
                                      </p:cBhvr>
                                    </p:animEffect>
                                    <p:anim calcmode="lin" valueType="num">
                                      <p:cBhvr>
                                        <p:cTn id="65" dur="500" fill="hold"/>
                                        <p:tgtEl>
                                          <p:spTgt spid="71"/>
                                        </p:tgtEl>
                                        <p:attrNameLst>
                                          <p:attrName>ppt_w</p:attrName>
                                        </p:attrNameLst>
                                      </p:cBhvr>
                                      <p:tavLst>
                                        <p:tav tm="0" fmla="#ppt_w*sin(2.5*pi*$)">
                                          <p:val>
                                            <p:fltVal val="0"/>
                                          </p:val>
                                        </p:tav>
                                        <p:tav tm="100000">
                                          <p:val>
                                            <p:fltVal val="1"/>
                                          </p:val>
                                        </p:tav>
                                      </p:tavLst>
                                    </p:anim>
                                    <p:anim calcmode="lin" valueType="num">
                                      <p:cBhvr>
                                        <p:cTn id="66" dur="500" fill="hold"/>
                                        <p:tgtEl>
                                          <p:spTgt spid="71"/>
                                        </p:tgtEl>
                                        <p:attrNameLst>
                                          <p:attrName>ppt_h</p:attrName>
                                        </p:attrNameLst>
                                      </p:cBhvr>
                                      <p:tavLst>
                                        <p:tav tm="0">
                                          <p:val>
                                            <p:strVal val="#ppt_h"/>
                                          </p:val>
                                        </p:tav>
                                        <p:tav tm="100000">
                                          <p:val>
                                            <p:strVal val="#ppt_h"/>
                                          </p:val>
                                        </p:tav>
                                      </p:tavLst>
                                    </p:anim>
                                  </p:childTnLst>
                                </p:cTn>
                              </p:par>
                              <p:par>
                                <p:cTn id="67" presetID="53" presetClass="entr" presetSubtype="16" fill="hold" grpId="0" nodeType="withEffect">
                                  <p:stCondLst>
                                    <p:cond delay="0"/>
                                  </p:stCondLst>
                                  <p:iterate type="lt">
                                    <p:tmPct val="10000"/>
                                  </p:iterate>
                                  <p:childTnLst>
                                    <p:set>
                                      <p:cBhvr>
                                        <p:cTn id="68" dur="1" fill="hold">
                                          <p:stCondLst>
                                            <p:cond delay="0"/>
                                          </p:stCondLst>
                                        </p:cTn>
                                        <p:tgtEl>
                                          <p:spTgt spid="60"/>
                                        </p:tgtEl>
                                        <p:attrNameLst>
                                          <p:attrName>style.visibility</p:attrName>
                                        </p:attrNameLst>
                                      </p:cBhvr>
                                      <p:to>
                                        <p:strVal val="visible"/>
                                      </p:to>
                                    </p:set>
                                    <p:anim calcmode="lin" valueType="num">
                                      <p:cBhvr>
                                        <p:cTn id="69" dur="500" fill="hold"/>
                                        <p:tgtEl>
                                          <p:spTgt spid="60"/>
                                        </p:tgtEl>
                                        <p:attrNameLst>
                                          <p:attrName>ppt_w</p:attrName>
                                        </p:attrNameLst>
                                      </p:cBhvr>
                                      <p:tavLst>
                                        <p:tav tm="0">
                                          <p:val>
                                            <p:fltVal val="0"/>
                                          </p:val>
                                        </p:tav>
                                        <p:tav tm="100000">
                                          <p:val>
                                            <p:strVal val="#ppt_w"/>
                                          </p:val>
                                        </p:tav>
                                      </p:tavLst>
                                    </p:anim>
                                    <p:anim calcmode="lin" valueType="num">
                                      <p:cBhvr>
                                        <p:cTn id="70" dur="500" fill="hold"/>
                                        <p:tgtEl>
                                          <p:spTgt spid="60"/>
                                        </p:tgtEl>
                                        <p:attrNameLst>
                                          <p:attrName>ppt_h</p:attrName>
                                        </p:attrNameLst>
                                      </p:cBhvr>
                                      <p:tavLst>
                                        <p:tav tm="0">
                                          <p:val>
                                            <p:fltVal val="0"/>
                                          </p:val>
                                        </p:tav>
                                        <p:tav tm="100000">
                                          <p:val>
                                            <p:strVal val="#ppt_h"/>
                                          </p:val>
                                        </p:tav>
                                      </p:tavLst>
                                    </p:anim>
                                    <p:animEffect transition="in" filter="fade">
                                      <p:cBhvr>
                                        <p:cTn id="71" dur="500"/>
                                        <p:tgtEl>
                                          <p:spTgt spid="60"/>
                                        </p:tgtEl>
                                      </p:cBhvr>
                                    </p:animEffect>
                                  </p:childTnLst>
                                </p:cTn>
                              </p:par>
                            </p:childTnLst>
                          </p:cTn>
                        </p:par>
                        <p:par>
                          <p:cTn id="72" fill="hold">
                            <p:stCondLst>
                              <p:cond delay="4400"/>
                            </p:stCondLst>
                            <p:childTnLst>
                              <p:par>
                                <p:cTn id="73" presetID="45" presetClass="entr" presetSubtype="0" fill="hold" nodeType="afterEffect">
                                  <p:stCondLst>
                                    <p:cond delay="0"/>
                                  </p:stCondLst>
                                  <p:childTnLst>
                                    <p:set>
                                      <p:cBhvr>
                                        <p:cTn id="74" dur="1" fill="hold">
                                          <p:stCondLst>
                                            <p:cond delay="0"/>
                                          </p:stCondLst>
                                        </p:cTn>
                                        <p:tgtEl>
                                          <p:spTgt spid="89"/>
                                        </p:tgtEl>
                                        <p:attrNameLst>
                                          <p:attrName>style.visibility</p:attrName>
                                        </p:attrNameLst>
                                      </p:cBhvr>
                                      <p:to>
                                        <p:strVal val="visible"/>
                                      </p:to>
                                    </p:set>
                                    <p:animEffect transition="in" filter="fade">
                                      <p:cBhvr>
                                        <p:cTn id="75" dur="500"/>
                                        <p:tgtEl>
                                          <p:spTgt spid="89"/>
                                        </p:tgtEl>
                                      </p:cBhvr>
                                    </p:animEffect>
                                    <p:anim calcmode="lin" valueType="num">
                                      <p:cBhvr>
                                        <p:cTn id="76" dur="500" fill="hold"/>
                                        <p:tgtEl>
                                          <p:spTgt spid="89"/>
                                        </p:tgtEl>
                                        <p:attrNameLst>
                                          <p:attrName>ppt_w</p:attrName>
                                        </p:attrNameLst>
                                      </p:cBhvr>
                                      <p:tavLst>
                                        <p:tav tm="0" fmla="#ppt_w*sin(2.5*pi*$)">
                                          <p:val>
                                            <p:fltVal val="0"/>
                                          </p:val>
                                        </p:tav>
                                        <p:tav tm="100000">
                                          <p:val>
                                            <p:fltVal val="1"/>
                                          </p:val>
                                        </p:tav>
                                      </p:tavLst>
                                    </p:anim>
                                    <p:anim calcmode="lin" valueType="num">
                                      <p:cBhvr>
                                        <p:cTn id="77" dur="500" fill="hold"/>
                                        <p:tgtEl>
                                          <p:spTgt spid="89"/>
                                        </p:tgtEl>
                                        <p:attrNameLst>
                                          <p:attrName>ppt_h</p:attrName>
                                        </p:attrNameLst>
                                      </p:cBhvr>
                                      <p:tavLst>
                                        <p:tav tm="0">
                                          <p:val>
                                            <p:strVal val="#ppt_h"/>
                                          </p:val>
                                        </p:tav>
                                        <p:tav tm="100000">
                                          <p:val>
                                            <p:strVal val="#ppt_h"/>
                                          </p:val>
                                        </p:tav>
                                      </p:tavLst>
                                    </p:anim>
                                  </p:childTnLst>
                                </p:cTn>
                              </p:par>
                              <p:par>
                                <p:cTn id="78" presetID="53" presetClass="entr" presetSubtype="16" fill="hold" grpId="0" nodeType="withEffect">
                                  <p:stCondLst>
                                    <p:cond delay="0"/>
                                  </p:stCondLst>
                                  <p:iterate type="lt">
                                    <p:tmPct val="10000"/>
                                  </p:iterate>
                                  <p:childTnLst>
                                    <p:set>
                                      <p:cBhvr>
                                        <p:cTn id="79" dur="1" fill="hold">
                                          <p:stCondLst>
                                            <p:cond delay="0"/>
                                          </p:stCondLst>
                                        </p:cTn>
                                        <p:tgtEl>
                                          <p:spTgt spid="62"/>
                                        </p:tgtEl>
                                        <p:attrNameLst>
                                          <p:attrName>style.visibility</p:attrName>
                                        </p:attrNameLst>
                                      </p:cBhvr>
                                      <p:to>
                                        <p:strVal val="visible"/>
                                      </p:to>
                                    </p:set>
                                    <p:anim calcmode="lin" valueType="num">
                                      <p:cBhvr>
                                        <p:cTn id="80" dur="500" fill="hold"/>
                                        <p:tgtEl>
                                          <p:spTgt spid="62"/>
                                        </p:tgtEl>
                                        <p:attrNameLst>
                                          <p:attrName>ppt_w</p:attrName>
                                        </p:attrNameLst>
                                      </p:cBhvr>
                                      <p:tavLst>
                                        <p:tav tm="0">
                                          <p:val>
                                            <p:fltVal val="0"/>
                                          </p:val>
                                        </p:tav>
                                        <p:tav tm="100000">
                                          <p:val>
                                            <p:strVal val="#ppt_w"/>
                                          </p:val>
                                        </p:tav>
                                      </p:tavLst>
                                    </p:anim>
                                    <p:anim calcmode="lin" valueType="num">
                                      <p:cBhvr>
                                        <p:cTn id="81" dur="500" fill="hold"/>
                                        <p:tgtEl>
                                          <p:spTgt spid="62"/>
                                        </p:tgtEl>
                                        <p:attrNameLst>
                                          <p:attrName>ppt_h</p:attrName>
                                        </p:attrNameLst>
                                      </p:cBhvr>
                                      <p:tavLst>
                                        <p:tav tm="0">
                                          <p:val>
                                            <p:fltVal val="0"/>
                                          </p:val>
                                        </p:tav>
                                        <p:tav tm="100000">
                                          <p:val>
                                            <p:strVal val="#ppt_h"/>
                                          </p:val>
                                        </p:tav>
                                      </p:tavLst>
                                    </p:anim>
                                    <p:animEffect transition="in" filter="fade">
                                      <p:cBhvr>
                                        <p:cTn id="82" dur="500"/>
                                        <p:tgtEl>
                                          <p:spTgt spid="62"/>
                                        </p:tgtEl>
                                      </p:cBhvr>
                                    </p:animEffect>
                                  </p:childTnLst>
                                </p:cTn>
                              </p:par>
                            </p:childTnLst>
                          </p:cTn>
                        </p:par>
                        <p:par>
                          <p:cTn id="83" fill="hold">
                            <p:stCondLst>
                              <p:cond delay="5100"/>
                            </p:stCondLst>
                            <p:childTnLst>
                              <p:par>
                                <p:cTn id="84" presetID="45" presetClass="entr" presetSubtype="0" fill="hold" nodeType="afterEffect">
                                  <p:stCondLst>
                                    <p:cond delay="0"/>
                                  </p:stCondLst>
                                  <p:childTnLst>
                                    <p:set>
                                      <p:cBhvr>
                                        <p:cTn id="85" dur="1" fill="hold">
                                          <p:stCondLst>
                                            <p:cond delay="0"/>
                                          </p:stCondLst>
                                        </p:cTn>
                                        <p:tgtEl>
                                          <p:spTgt spid="63"/>
                                        </p:tgtEl>
                                        <p:attrNameLst>
                                          <p:attrName>style.visibility</p:attrName>
                                        </p:attrNameLst>
                                      </p:cBhvr>
                                      <p:to>
                                        <p:strVal val="visible"/>
                                      </p:to>
                                    </p:set>
                                    <p:animEffect transition="in" filter="fade">
                                      <p:cBhvr>
                                        <p:cTn id="86" dur="500"/>
                                        <p:tgtEl>
                                          <p:spTgt spid="63"/>
                                        </p:tgtEl>
                                      </p:cBhvr>
                                    </p:animEffect>
                                    <p:anim calcmode="lin" valueType="num">
                                      <p:cBhvr>
                                        <p:cTn id="87" dur="500" fill="hold"/>
                                        <p:tgtEl>
                                          <p:spTgt spid="63"/>
                                        </p:tgtEl>
                                        <p:attrNameLst>
                                          <p:attrName>ppt_w</p:attrName>
                                        </p:attrNameLst>
                                      </p:cBhvr>
                                      <p:tavLst>
                                        <p:tav tm="0" fmla="#ppt_w*sin(2.5*pi*$)">
                                          <p:val>
                                            <p:fltVal val="0"/>
                                          </p:val>
                                        </p:tav>
                                        <p:tav tm="100000">
                                          <p:val>
                                            <p:fltVal val="1"/>
                                          </p:val>
                                        </p:tav>
                                      </p:tavLst>
                                    </p:anim>
                                    <p:anim calcmode="lin" valueType="num">
                                      <p:cBhvr>
                                        <p:cTn id="88" dur="500" fill="hold"/>
                                        <p:tgtEl>
                                          <p:spTgt spid="63"/>
                                        </p:tgtEl>
                                        <p:attrNameLst>
                                          <p:attrName>ppt_h</p:attrName>
                                        </p:attrNameLst>
                                      </p:cBhvr>
                                      <p:tavLst>
                                        <p:tav tm="0">
                                          <p:val>
                                            <p:strVal val="#ppt_h"/>
                                          </p:val>
                                        </p:tav>
                                        <p:tav tm="100000">
                                          <p:val>
                                            <p:strVal val="#ppt_h"/>
                                          </p:val>
                                        </p:tav>
                                      </p:tavLst>
                                    </p:anim>
                                  </p:childTnLst>
                                </p:cTn>
                              </p:par>
                              <p:par>
                                <p:cTn id="89" presetID="53" presetClass="entr" presetSubtype="16" fill="hold" grpId="0" nodeType="withEffect">
                                  <p:stCondLst>
                                    <p:cond delay="0"/>
                                  </p:stCondLst>
                                  <p:iterate type="lt">
                                    <p:tmPct val="10000"/>
                                  </p:iterate>
                                  <p:childTnLst>
                                    <p:set>
                                      <p:cBhvr>
                                        <p:cTn id="90" dur="1" fill="hold">
                                          <p:stCondLst>
                                            <p:cond delay="0"/>
                                          </p:stCondLst>
                                        </p:cTn>
                                        <p:tgtEl>
                                          <p:spTgt spid="61"/>
                                        </p:tgtEl>
                                        <p:attrNameLst>
                                          <p:attrName>style.visibility</p:attrName>
                                        </p:attrNameLst>
                                      </p:cBhvr>
                                      <p:to>
                                        <p:strVal val="visible"/>
                                      </p:to>
                                    </p:set>
                                    <p:anim calcmode="lin" valueType="num">
                                      <p:cBhvr>
                                        <p:cTn id="91" dur="500" fill="hold"/>
                                        <p:tgtEl>
                                          <p:spTgt spid="61"/>
                                        </p:tgtEl>
                                        <p:attrNameLst>
                                          <p:attrName>ppt_w</p:attrName>
                                        </p:attrNameLst>
                                      </p:cBhvr>
                                      <p:tavLst>
                                        <p:tav tm="0">
                                          <p:val>
                                            <p:fltVal val="0"/>
                                          </p:val>
                                        </p:tav>
                                        <p:tav tm="100000">
                                          <p:val>
                                            <p:strVal val="#ppt_w"/>
                                          </p:val>
                                        </p:tav>
                                      </p:tavLst>
                                    </p:anim>
                                    <p:anim calcmode="lin" valueType="num">
                                      <p:cBhvr>
                                        <p:cTn id="92" dur="500" fill="hold"/>
                                        <p:tgtEl>
                                          <p:spTgt spid="61"/>
                                        </p:tgtEl>
                                        <p:attrNameLst>
                                          <p:attrName>ppt_h</p:attrName>
                                        </p:attrNameLst>
                                      </p:cBhvr>
                                      <p:tavLst>
                                        <p:tav tm="0">
                                          <p:val>
                                            <p:fltVal val="0"/>
                                          </p:val>
                                        </p:tav>
                                        <p:tav tm="100000">
                                          <p:val>
                                            <p:strVal val="#ppt_h"/>
                                          </p:val>
                                        </p:tav>
                                      </p:tavLst>
                                    </p:anim>
                                    <p:animEffect transition="in" filter="fade">
                                      <p:cBhvr>
                                        <p:cTn id="93" dur="500"/>
                                        <p:tgtEl>
                                          <p:spTgt spid="61"/>
                                        </p:tgtEl>
                                      </p:cBhvr>
                                    </p:animEffect>
                                  </p:childTnLst>
                                </p:cTn>
                              </p:par>
                            </p:childTnLst>
                          </p:cTn>
                        </p:par>
                        <p:par>
                          <p:cTn id="94" fill="hold">
                            <p:stCondLst>
                              <p:cond delay="5800"/>
                            </p:stCondLst>
                            <p:childTnLst>
                              <p:par>
                                <p:cTn id="95" presetID="45" presetClass="entr" presetSubtype="0" fill="hold" nodeType="afterEffect">
                                  <p:stCondLst>
                                    <p:cond delay="0"/>
                                  </p:stCondLst>
                                  <p:childTnLst>
                                    <p:set>
                                      <p:cBhvr>
                                        <p:cTn id="96" dur="1" fill="hold">
                                          <p:stCondLst>
                                            <p:cond delay="0"/>
                                          </p:stCondLst>
                                        </p:cTn>
                                        <p:tgtEl>
                                          <p:spTgt spid="110"/>
                                        </p:tgtEl>
                                        <p:attrNameLst>
                                          <p:attrName>style.visibility</p:attrName>
                                        </p:attrNameLst>
                                      </p:cBhvr>
                                      <p:to>
                                        <p:strVal val="visible"/>
                                      </p:to>
                                    </p:set>
                                    <p:animEffect transition="in" filter="fade">
                                      <p:cBhvr>
                                        <p:cTn id="97" dur="500"/>
                                        <p:tgtEl>
                                          <p:spTgt spid="110"/>
                                        </p:tgtEl>
                                      </p:cBhvr>
                                    </p:animEffect>
                                    <p:anim calcmode="lin" valueType="num">
                                      <p:cBhvr>
                                        <p:cTn id="98" dur="500" fill="hold"/>
                                        <p:tgtEl>
                                          <p:spTgt spid="110"/>
                                        </p:tgtEl>
                                        <p:attrNameLst>
                                          <p:attrName>ppt_w</p:attrName>
                                        </p:attrNameLst>
                                      </p:cBhvr>
                                      <p:tavLst>
                                        <p:tav tm="0" fmla="#ppt_w*sin(2.5*pi*$)">
                                          <p:val>
                                            <p:fltVal val="0"/>
                                          </p:val>
                                        </p:tav>
                                        <p:tav tm="100000">
                                          <p:val>
                                            <p:fltVal val="1"/>
                                          </p:val>
                                        </p:tav>
                                      </p:tavLst>
                                    </p:anim>
                                    <p:anim calcmode="lin" valueType="num">
                                      <p:cBhvr>
                                        <p:cTn id="99" dur="500" fill="hold"/>
                                        <p:tgtEl>
                                          <p:spTgt spid="110"/>
                                        </p:tgtEl>
                                        <p:attrNameLst>
                                          <p:attrName>ppt_h</p:attrName>
                                        </p:attrNameLst>
                                      </p:cBhvr>
                                      <p:tavLst>
                                        <p:tav tm="0">
                                          <p:val>
                                            <p:strVal val="#ppt_h"/>
                                          </p:val>
                                        </p:tav>
                                        <p:tav tm="100000">
                                          <p:val>
                                            <p:strVal val="#ppt_h"/>
                                          </p:val>
                                        </p:tav>
                                      </p:tavLst>
                                    </p:anim>
                                  </p:childTnLst>
                                </p:cTn>
                              </p:par>
                              <p:par>
                                <p:cTn id="100" presetID="53" presetClass="entr" presetSubtype="16" fill="hold" grpId="0" nodeType="withEffect">
                                  <p:stCondLst>
                                    <p:cond delay="0"/>
                                  </p:stCondLst>
                                  <p:iterate type="lt">
                                    <p:tmPct val="10000"/>
                                  </p:iterate>
                                  <p:childTnLst>
                                    <p:set>
                                      <p:cBhvr>
                                        <p:cTn id="101" dur="1" fill="hold">
                                          <p:stCondLst>
                                            <p:cond delay="0"/>
                                          </p:stCondLst>
                                        </p:cTn>
                                        <p:tgtEl>
                                          <p:spTgt spid="101"/>
                                        </p:tgtEl>
                                        <p:attrNameLst>
                                          <p:attrName>style.visibility</p:attrName>
                                        </p:attrNameLst>
                                      </p:cBhvr>
                                      <p:to>
                                        <p:strVal val="visible"/>
                                      </p:to>
                                    </p:set>
                                    <p:anim calcmode="lin" valueType="num">
                                      <p:cBhvr>
                                        <p:cTn id="102" dur="500" fill="hold"/>
                                        <p:tgtEl>
                                          <p:spTgt spid="101"/>
                                        </p:tgtEl>
                                        <p:attrNameLst>
                                          <p:attrName>ppt_w</p:attrName>
                                        </p:attrNameLst>
                                      </p:cBhvr>
                                      <p:tavLst>
                                        <p:tav tm="0">
                                          <p:val>
                                            <p:fltVal val="0"/>
                                          </p:val>
                                        </p:tav>
                                        <p:tav tm="100000">
                                          <p:val>
                                            <p:strVal val="#ppt_w"/>
                                          </p:val>
                                        </p:tav>
                                      </p:tavLst>
                                    </p:anim>
                                    <p:anim calcmode="lin" valueType="num">
                                      <p:cBhvr>
                                        <p:cTn id="103" dur="500" fill="hold"/>
                                        <p:tgtEl>
                                          <p:spTgt spid="101"/>
                                        </p:tgtEl>
                                        <p:attrNameLst>
                                          <p:attrName>ppt_h</p:attrName>
                                        </p:attrNameLst>
                                      </p:cBhvr>
                                      <p:tavLst>
                                        <p:tav tm="0">
                                          <p:val>
                                            <p:fltVal val="0"/>
                                          </p:val>
                                        </p:tav>
                                        <p:tav tm="100000">
                                          <p:val>
                                            <p:strVal val="#ppt_h"/>
                                          </p:val>
                                        </p:tav>
                                      </p:tavLst>
                                    </p:anim>
                                    <p:animEffect transition="in" filter="fade">
                                      <p:cBhvr>
                                        <p:cTn id="104" dur="500"/>
                                        <p:tgtEl>
                                          <p:spTgt spid="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3" grpId="0"/>
      <p:bldP spid="44" grpId="0" animBg="1"/>
      <p:bldP spid="45" grpId="0" animBg="1"/>
      <p:bldP spid="54" grpId="0" animBg="1"/>
      <p:bldP spid="55" grpId="0" animBg="1"/>
      <p:bldP spid="56" grpId="0" animBg="1"/>
      <p:bldP spid="57" grpId="0" animBg="1"/>
      <p:bldP spid="58" grpId="0" animBg="1"/>
      <p:bldP spid="59" grpId="0" animBg="1"/>
      <p:bldP spid="60" grpId="0"/>
      <p:bldP spid="61" grpId="0"/>
      <p:bldP spid="62" grpId="0"/>
      <p:bldP spid="99" grpId="0" animBg="1"/>
      <p:bldP spid="100" grpId="0" animBg="1"/>
      <p:bldP spid="10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原创设计师QQ598969553          _1"/>
          <p:cNvSpPr txBox="1"/>
          <p:nvPr/>
        </p:nvSpPr>
        <p:spPr>
          <a:xfrm>
            <a:off x="2803736" y="299722"/>
            <a:ext cx="3523130" cy="377026"/>
          </a:xfrm>
          <a:prstGeom prst="rect">
            <a:avLst/>
          </a:prstGeom>
          <a:noFill/>
        </p:spPr>
        <p:txBody>
          <a:bodyPr wrap="square" lIns="68580" tIns="34290" rIns="68580" bIns="34290" rtlCol="0">
            <a:spAutoFit/>
          </a:bodyPr>
          <a:lstStyle/>
          <a:p>
            <a:pPr algn="ctr"/>
            <a:r>
              <a:rPr lang="zh-CN" altLang="en-US" sz="2000" b="1" dirty="0">
                <a:solidFill>
                  <a:schemeClr val="tx1">
                    <a:lumMod val="65000"/>
                    <a:lumOff val="35000"/>
                  </a:schemeClr>
                </a:solidFill>
                <a:latin typeface="+mn-ea"/>
              </a:rPr>
              <a:t>添加标题文本内容</a:t>
            </a:r>
            <a:endParaRPr lang="en-US" altLang="zh-CN" sz="2000" b="1" dirty="0">
              <a:solidFill>
                <a:schemeClr val="tx1">
                  <a:lumMod val="65000"/>
                  <a:lumOff val="35000"/>
                </a:schemeClr>
              </a:solidFill>
              <a:latin typeface="+mn-ea"/>
            </a:endParaRPr>
          </a:p>
        </p:txBody>
      </p:sp>
      <p:grpSp>
        <p:nvGrpSpPr>
          <p:cNvPr id="43" name="原创设计师QQ598969553          _2"/>
          <p:cNvGrpSpPr>
            <a:grpSpLocks/>
          </p:cNvGrpSpPr>
          <p:nvPr/>
        </p:nvGrpSpPr>
        <p:grpSpPr bwMode="auto">
          <a:xfrm>
            <a:off x="-108519" y="2553259"/>
            <a:ext cx="2967608" cy="506412"/>
            <a:chOff x="-1032447" y="0"/>
            <a:chExt cx="2967616" cy="506624"/>
          </a:xfrm>
          <a:solidFill>
            <a:schemeClr val="accent1"/>
          </a:solidFill>
        </p:grpSpPr>
        <p:sp>
          <p:nvSpPr>
            <p:cNvPr id="44" name="圆角矩形 33"/>
            <p:cNvSpPr>
              <a:spLocks noChangeArrowheads="1"/>
            </p:cNvSpPr>
            <p:nvPr/>
          </p:nvSpPr>
          <p:spPr bwMode="auto">
            <a:xfrm>
              <a:off x="-1032447" y="73989"/>
              <a:ext cx="2967616" cy="432635"/>
            </a:xfrm>
            <a:prstGeom prst="roundRect">
              <a:avLst>
                <a:gd name="adj" fmla="val 16667"/>
              </a:avLst>
            </a:prstGeom>
            <a:grpFill/>
            <a:ln>
              <a:noFill/>
            </a:ln>
            <a:extLst>
              <a:ext uri="{91240B29-F687-4F45-9708-019B960494DF}">
                <a14:hiddenLine xmlns:a14="http://schemas.microsoft.com/office/drawing/2010/main" w="25400" cap="flat" cmpd="sng">
                  <a:solidFill>
                    <a:srgbClr val="BABABA"/>
                  </a:solidFill>
                  <a:bevel/>
                  <a:headEnd/>
                  <a:tailEnd/>
                </a14:hiddenLine>
              </a:ext>
            </a:extLst>
          </p:spPr>
          <p:txBody>
            <a:bodyPr anchor="ctr"/>
            <a:lstStyle/>
            <a:p>
              <a:pPr algn="ctr"/>
              <a:endParaRPr lang="zh-CN" altLang="zh-CN">
                <a:solidFill>
                  <a:srgbClr val="FFFFFF"/>
                </a:solidFill>
                <a:latin typeface="宋体" pitchFamily="2" charset="-122"/>
                <a:sym typeface="宋体" pitchFamily="2" charset="-122"/>
              </a:endParaRPr>
            </a:p>
          </p:txBody>
        </p:sp>
        <p:sp>
          <p:nvSpPr>
            <p:cNvPr id="45" name="等腰三角形 34"/>
            <p:cNvSpPr>
              <a:spLocks noChangeArrowheads="1"/>
            </p:cNvSpPr>
            <p:nvPr/>
          </p:nvSpPr>
          <p:spPr bwMode="auto">
            <a:xfrm>
              <a:off x="902659" y="0"/>
              <a:ext cx="129852" cy="95220"/>
            </a:xfrm>
            <a:prstGeom prst="triangle">
              <a:avLst>
                <a:gd name="adj" fmla="val 50000"/>
              </a:avLst>
            </a:prstGeom>
            <a:grpFill/>
            <a:ln>
              <a:noFill/>
            </a:ln>
            <a:extLst>
              <a:ext uri="{91240B29-F687-4F45-9708-019B960494DF}">
                <a14:hiddenLine xmlns:a14="http://schemas.microsoft.com/office/drawing/2010/main" w="25400" cap="flat" cmpd="sng">
                  <a:solidFill>
                    <a:srgbClr val="BABABA"/>
                  </a:solidFill>
                  <a:bevel/>
                  <a:headEnd/>
                  <a:tailEnd/>
                </a14:hiddenLine>
              </a:ext>
            </a:extLst>
          </p:spPr>
          <p:txBody>
            <a:bodyPr anchor="ctr"/>
            <a:lstStyle/>
            <a:p>
              <a:pPr algn="ctr"/>
              <a:endParaRPr lang="zh-CN" altLang="zh-CN">
                <a:solidFill>
                  <a:srgbClr val="FFFFFF"/>
                </a:solidFill>
                <a:latin typeface="宋体" pitchFamily="2" charset="-122"/>
                <a:sym typeface="宋体" pitchFamily="2" charset="-122"/>
              </a:endParaRPr>
            </a:p>
          </p:txBody>
        </p:sp>
      </p:grpSp>
      <p:grpSp>
        <p:nvGrpSpPr>
          <p:cNvPr id="47" name="原创设计师QQ598969553          _3"/>
          <p:cNvGrpSpPr>
            <a:grpSpLocks/>
          </p:cNvGrpSpPr>
          <p:nvPr/>
        </p:nvGrpSpPr>
        <p:grpSpPr bwMode="auto">
          <a:xfrm flipV="1">
            <a:off x="2743200" y="2627871"/>
            <a:ext cx="1935163" cy="506413"/>
            <a:chOff x="0" y="0"/>
            <a:chExt cx="1935168" cy="506624"/>
          </a:xfrm>
          <a:solidFill>
            <a:schemeClr val="accent2"/>
          </a:solidFill>
        </p:grpSpPr>
        <p:sp>
          <p:nvSpPr>
            <p:cNvPr id="48" name="圆角矩形 37"/>
            <p:cNvSpPr>
              <a:spLocks noChangeArrowheads="1"/>
            </p:cNvSpPr>
            <p:nvPr/>
          </p:nvSpPr>
          <p:spPr bwMode="auto">
            <a:xfrm>
              <a:off x="0" y="73989"/>
              <a:ext cx="1935168" cy="432635"/>
            </a:xfrm>
            <a:prstGeom prst="roundRect">
              <a:avLst>
                <a:gd name="adj" fmla="val 16667"/>
              </a:avLst>
            </a:prstGeom>
            <a:grpFill/>
            <a:ln>
              <a:noFill/>
            </a:ln>
            <a:extLst>
              <a:ext uri="{91240B29-F687-4F45-9708-019B960494DF}">
                <a14:hiddenLine xmlns:a14="http://schemas.microsoft.com/office/drawing/2010/main" w="25400" cap="flat" cmpd="sng">
                  <a:solidFill>
                    <a:srgbClr val="BABABA"/>
                  </a:solidFill>
                  <a:bevel/>
                  <a:headEnd/>
                  <a:tailEnd/>
                </a14:hiddenLine>
              </a:ext>
            </a:extLst>
          </p:spPr>
          <p:txBody>
            <a:bodyPr anchor="ctr"/>
            <a:lstStyle/>
            <a:p>
              <a:pPr algn="ctr"/>
              <a:endParaRPr lang="zh-CN" altLang="zh-CN">
                <a:solidFill>
                  <a:srgbClr val="FFFFFF"/>
                </a:solidFill>
                <a:latin typeface="宋体" pitchFamily="2" charset="-122"/>
                <a:sym typeface="宋体" pitchFamily="2" charset="-122"/>
              </a:endParaRPr>
            </a:p>
          </p:txBody>
        </p:sp>
        <p:sp>
          <p:nvSpPr>
            <p:cNvPr id="49" name="等腰三角形 38"/>
            <p:cNvSpPr>
              <a:spLocks noChangeArrowheads="1"/>
            </p:cNvSpPr>
            <p:nvPr/>
          </p:nvSpPr>
          <p:spPr bwMode="auto">
            <a:xfrm>
              <a:off x="902659" y="0"/>
              <a:ext cx="129852" cy="95220"/>
            </a:xfrm>
            <a:prstGeom prst="triangle">
              <a:avLst>
                <a:gd name="adj" fmla="val 50000"/>
              </a:avLst>
            </a:prstGeom>
            <a:grpFill/>
            <a:ln>
              <a:noFill/>
            </a:ln>
            <a:extLst>
              <a:ext uri="{91240B29-F687-4F45-9708-019B960494DF}">
                <a14:hiddenLine xmlns:a14="http://schemas.microsoft.com/office/drawing/2010/main" w="25400" cap="flat" cmpd="sng">
                  <a:solidFill>
                    <a:srgbClr val="BABABA"/>
                  </a:solidFill>
                  <a:bevel/>
                  <a:headEnd/>
                  <a:tailEnd/>
                </a14:hiddenLine>
              </a:ext>
            </a:extLst>
          </p:spPr>
          <p:txBody>
            <a:bodyPr anchor="ctr"/>
            <a:lstStyle/>
            <a:p>
              <a:pPr algn="ctr"/>
              <a:endParaRPr lang="zh-CN" altLang="zh-CN">
                <a:solidFill>
                  <a:srgbClr val="FFFFFF"/>
                </a:solidFill>
                <a:latin typeface="宋体" pitchFamily="2" charset="-122"/>
                <a:sym typeface="宋体" pitchFamily="2" charset="-122"/>
              </a:endParaRPr>
            </a:p>
          </p:txBody>
        </p:sp>
      </p:grpSp>
      <p:grpSp>
        <p:nvGrpSpPr>
          <p:cNvPr id="51" name="原创设计师QQ598969553          _4"/>
          <p:cNvGrpSpPr>
            <a:grpSpLocks/>
          </p:cNvGrpSpPr>
          <p:nvPr/>
        </p:nvGrpSpPr>
        <p:grpSpPr bwMode="auto">
          <a:xfrm>
            <a:off x="4565650" y="2553259"/>
            <a:ext cx="1936750" cy="506412"/>
            <a:chOff x="0" y="0"/>
            <a:chExt cx="1935168" cy="506624"/>
          </a:xfrm>
          <a:solidFill>
            <a:schemeClr val="accent1"/>
          </a:solidFill>
        </p:grpSpPr>
        <p:sp>
          <p:nvSpPr>
            <p:cNvPr id="52" name="圆角矩形 41"/>
            <p:cNvSpPr>
              <a:spLocks noChangeArrowheads="1"/>
            </p:cNvSpPr>
            <p:nvPr/>
          </p:nvSpPr>
          <p:spPr bwMode="auto">
            <a:xfrm>
              <a:off x="0" y="73989"/>
              <a:ext cx="1935168" cy="432635"/>
            </a:xfrm>
            <a:prstGeom prst="roundRect">
              <a:avLst>
                <a:gd name="adj" fmla="val 16667"/>
              </a:avLst>
            </a:prstGeom>
            <a:grpFill/>
            <a:ln>
              <a:noFill/>
            </a:ln>
            <a:extLst>
              <a:ext uri="{91240B29-F687-4F45-9708-019B960494DF}">
                <a14:hiddenLine xmlns:a14="http://schemas.microsoft.com/office/drawing/2010/main" w="25400" cap="flat" cmpd="sng">
                  <a:solidFill>
                    <a:srgbClr val="BABABA"/>
                  </a:solidFill>
                  <a:bevel/>
                  <a:headEnd/>
                  <a:tailEnd/>
                </a14:hiddenLine>
              </a:ext>
            </a:extLst>
          </p:spPr>
          <p:txBody>
            <a:bodyPr anchor="ctr"/>
            <a:lstStyle/>
            <a:p>
              <a:pPr algn="ctr"/>
              <a:endParaRPr lang="zh-CN" altLang="zh-CN">
                <a:solidFill>
                  <a:srgbClr val="FFFFFF"/>
                </a:solidFill>
                <a:latin typeface="宋体" pitchFamily="2" charset="-122"/>
                <a:sym typeface="宋体" pitchFamily="2" charset="-122"/>
              </a:endParaRPr>
            </a:p>
          </p:txBody>
        </p:sp>
        <p:sp>
          <p:nvSpPr>
            <p:cNvPr id="53" name="等腰三角形 42"/>
            <p:cNvSpPr>
              <a:spLocks noChangeArrowheads="1"/>
            </p:cNvSpPr>
            <p:nvPr/>
          </p:nvSpPr>
          <p:spPr bwMode="auto">
            <a:xfrm>
              <a:off x="902659" y="0"/>
              <a:ext cx="129852" cy="95220"/>
            </a:xfrm>
            <a:prstGeom prst="triangle">
              <a:avLst>
                <a:gd name="adj" fmla="val 50000"/>
              </a:avLst>
            </a:prstGeom>
            <a:grpFill/>
            <a:ln>
              <a:noFill/>
            </a:ln>
            <a:extLst>
              <a:ext uri="{91240B29-F687-4F45-9708-019B960494DF}">
                <a14:hiddenLine xmlns:a14="http://schemas.microsoft.com/office/drawing/2010/main" w="25400" cap="flat" cmpd="sng">
                  <a:solidFill>
                    <a:srgbClr val="BABABA"/>
                  </a:solidFill>
                  <a:bevel/>
                  <a:headEnd/>
                  <a:tailEnd/>
                </a14:hiddenLine>
              </a:ext>
            </a:extLst>
          </p:spPr>
          <p:txBody>
            <a:bodyPr anchor="ctr"/>
            <a:lstStyle/>
            <a:p>
              <a:pPr algn="ctr"/>
              <a:endParaRPr lang="zh-CN" altLang="zh-CN">
                <a:solidFill>
                  <a:srgbClr val="FFFFFF"/>
                </a:solidFill>
                <a:latin typeface="宋体" pitchFamily="2" charset="-122"/>
                <a:sym typeface="宋体" pitchFamily="2" charset="-122"/>
              </a:endParaRPr>
            </a:p>
          </p:txBody>
        </p:sp>
      </p:grpSp>
      <p:sp>
        <p:nvSpPr>
          <p:cNvPr id="56" name="原创设计师QQ598969553          _5"/>
          <p:cNvSpPr>
            <a:spLocks noChangeArrowheads="1"/>
          </p:cNvSpPr>
          <p:nvPr/>
        </p:nvSpPr>
        <p:spPr bwMode="auto">
          <a:xfrm>
            <a:off x="1192213" y="3653396"/>
            <a:ext cx="1397000" cy="89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lnSpc>
                <a:spcPts val="1400"/>
              </a:lnSpc>
            </a:pPr>
            <a:r>
              <a:rPr lang="zh-CN" altLang="en-US" sz="1000" dirty="0">
                <a:solidFill>
                  <a:schemeClr val="tx1">
                    <a:lumMod val="75000"/>
                    <a:lumOff val="25000"/>
                  </a:schemeClr>
                </a:solidFill>
                <a:latin typeface="微软雅黑" pitchFamily="34" charset="-122"/>
                <a:ea typeface="微软雅黑" pitchFamily="34" charset="-122"/>
                <a:sym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sym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sym typeface="微软雅黑"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sym typeface="微软雅黑" pitchFamily="34" charset="-122"/>
            </a:endParaRPr>
          </a:p>
        </p:txBody>
      </p:sp>
      <p:sp>
        <p:nvSpPr>
          <p:cNvPr id="85" name="原创设计师QQ598969553          _6"/>
          <p:cNvSpPr>
            <a:spLocks noChangeArrowheads="1"/>
          </p:cNvSpPr>
          <p:nvPr/>
        </p:nvSpPr>
        <p:spPr bwMode="auto">
          <a:xfrm>
            <a:off x="1293813" y="3361296"/>
            <a:ext cx="1195387"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zh-CN" altLang="en-US" sz="1200" b="1" dirty="0">
                <a:solidFill>
                  <a:schemeClr val="tx1">
                    <a:lumMod val="75000"/>
                    <a:lumOff val="25000"/>
                  </a:schemeClr>
                </a:solidFill>
                <a:latin typeface="微软雅黑" pitchFamily="34" charset="-122"/>
                <a:ea typeface="微软雅黑" pitchFamily="34" charset="-122"/>
                <a:sym typeface="微软雅黑" pitchFamily="34" charset="-122"/>
              </a:rPr>
              <a:t>添加标题内容</a:t>
            </a:r>
          </a:p>
        </p:txBody>
      </p:sp>
      <p:sp>
        <p:nvSpPr>
          <p:cNvPr id="86" name="原创设计师QQ598969553          _7"/>
          <p:cNvSpPr>
            <a:spLocks noChangeArrowheads="1"/>
          </p:cNvSpPr>
          <p:nvPr/>
        </p:nvSpPr>
        <p:spPr bwMode="auto">
          <a:xfrm>
            <a:off x="1293813" y="2751696"/>
            <a:ext cx="1195387"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zh-CN" altLang="en-US" sz="1200" b="1" dirty="0">
                <a:solidFill>
                  <a:schemeClr val="bg1"/>
                </a:solidFill>
                <a:latin typeface="微软雅黑" pitchFamily="34" charset="-122"/>
                <a:ea typeface="微软雅黑" pitchFamily="34" charset="-122"/>
                <a:sym typeface="微软雅黑" pitchFamily="34" charset="-122"/>
              </a:rPr>
              <a:t>输入文本内容</a:t>
            </a:r>
          </a:p>
        </p:txBody>
      </p:sp>
      <p:sp>
        <p:nvSpPr>
          <p:cNvPr id="87" name="原创设计师QQ598969553          _8"/>
          <p:cNvSpPr>
            <a:spLocks noChangeArrowheads="1"/>
          </p:cNvSpPr>
          <p:nvPr/>
        </p:nvSpPr>
        <p:spPr bwMode="auto">
          <a:xfrm>
            <a:off x="3113088" y="2751696"/>
            <a:ext cx="1195387"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zh-CN" altLang="en-US" sz="1200" b="1" dirty="0">
                <a:solidFill>
                  <a:schemeClr val="bg1"/>
                </a:solidFill>
                <a:latin typeface="微软雅黑" pitchFamily="34" charset="-122"/>
                <a:ea typeface="微软雅黑" pitchFamily="34" charset="-122"/>
                <a:sym typeface="微软雅黑" pitchFamily="34" charset="-122"/>
              </a:rPr>
              <a:t>输入文本内容</a:t>
            </a:r>
          </a:p>
        </p:txBody>
      </p:sp>
      <p:sp>
        <p:nvSpPr>
          <p:cNvPr id="88" name="原创设计师QQ598969553          _9"/>
          <p:cNvSpPr>
            <a:spLocks noChangeArrowheads="1"/>
          </p:cNvSpPr>
          <p:nvPr/>
        </p:nvSpPr>
        <p:spPr bwMode="auto">
          <a:xfrm>
            <a:off x="5016500" y="2751696"/>
            <a:ext cx="11938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zh-CN" altLang="en-US" sz="1200" b="1" dirty="0">
                <a:solidFill>
                  <a:schemeClr val="bg1"/>
                </a:solidFill>
                <a:latin typeface="微软雅黑" pitchFamily="34" charset="-122"/>
                <a:ea typeface="微软雅黑" pitchFamily="34" charset="-122"/>
                <a:sym typeface="微软雅黑" pitchFamily="34" charset="-122"/>
              </a:rPr>
              <a:t>输入文本内容</a:t>
            </a:r>
          </a:p>
        </p:txBody>
      </p:sp>
      <p:grpSp>
        <p:nvGrpSpPr>
          <p:cNvPr id="89" name="原创设计师QQ598969553          _10"/>
          <p:cNvGrpSpPr>
            <a:grpSpLocks/>
          </p:cNvGrpSpPr>
          <p:nvPr/>
        </p:nvGrpSpPr>
        <p:grpSpPr bwMode="auto">
          <a:xfrm flipV="1">
            <a:off x="6384924" y="2627870"/>
            <a:ext cx="2867595" cy="506414"/>
            <a:chOff x="-1" y="0"/>
            <a:chExt cx="2865253" cy="506625"/>
          </a:xfrm>
          <a:solidFill>
            <a:schemeClr val="accent2"/>
          </a:solidFill>
        </p:grpSpPr>
        <p:sp>
          <p:nvSpPr>
            <p:cNvPr id="90" name="圆角矩形 54"/>
            <p:cNvSpPr>
              <a:spLocks noChangeArrowheads="1"/>
            </p:cNvSpPr>
            <p:nvPr/>
          </p:nvSpPr>
          <p:spPr bwMode="auto">
            <a:xfrm>
              <a:off x="-1" y="73990"/>
              <a:ext cx="2865253" cy="432635"/>
            </a:xfrm>
            <a:prstGeom prst="roundRect">
              <a:avLst>
                <a:gd name="adj" fmla="val 16667"/>
              </a:avLst>
            </a:prstGeom>
            <a:grpFill/>
            <a:ln>
              <a:noFill/>
            </a:ln>
            <a:extLst>
              <a:ext uri="{91240B29-F687-4F45-9708-019B960494DF}">
                <a14:hiddenLine xmlns:a14="http://schemas.microsoft.com/office/drawing/2010/main" w="25400" cap="flat" cmpd="sng">
                  <a:solidFill>
                    <a:srgbClr val="BABABA"/>
                  </a:solidFill>
                  <a:bevel/>
                  <a:headEnd/>
                  <a:tailEnd/>
                </a14:hiddenLine>
              </a:ext>
            </a:extLst>
          </p:spPr>
          <p:txBody>
            <a:bodyPr anchor="ctr"/>
            <a:lstStyle/>
            <a:p>
              <a:pPr algn="ctr"/>
              <a:endParaRPr lang="zh-CN" altLang="zh-CN">
                <a:solidFill>
                  <a:srgbClr val="FFFFFF"/>
                </a:solidFill>
                <a:latin typeface="宋体" pitchFamily="2" charset="-122"/>
                <a:sym typeface="宋体" pitchFamily="2" charset="-122"/>
              </a:endParaRPr>
            </a:p>
          </p:txBody>
        </p:sp>
        <p:sp>
          <p:nvSpPr>
            <p:cNvPr id="91" name="等腰三角形 55"/>
            <p:cNvSpPr>
              <a:spLocks noChangeArrowheads="1"/>
            </p:cNvSpPr>
            <p:nvPr/>
          </p:nvSpPr>
          <p:spPr bwMode="auto">
            <a:xfrm>
              <a:off x="902659" y="0"/>
              <a:ext cx="129852" cy="95220"/>
            </a:xfrm>
            <a:prstGeom prst="triangle">
              <a:avLst>
                <a:gd name="adj" fmla="val 50000"/>
              </a:avLst>
            </a:prstGeom>
            <a:grpFill/>
            <a:ln>
              <a:noFill/>
            </a:ln>
            <a:extLst>
              <a:ext uri="{91240B29-F687-4F45-9708-019B960494DF}">
                <a14:hiddenLine xmlns:a14="http://schemas.microsoft.com/office/drawing/2010/main" w="25400" cap="flat" cmpd="sng">
                  <a:solidFill>
                    <a:srgbClr val="BABABA"/>
                  </a:solidFill>
                  <a:bevel/>
                  <a:headEnd/>
                  <a:tailEnd/>
                </a14:hiddenLine>
              </a:ext>
            </a:extLst>
          </p:spPr>
          <p:txBody>
            <a:bodyPr anchor="ctr"/>
            <a:lstStyle/>
            <a:p>
              <a:pPr algn="ctr"/>
              <a:endParaRPr lang="zh-CN" altLang="zh-CN">
                <a:solidFill>
                  <a:srgbClr val="FFFFFF"/>
                </a:solidFill>
                <a:latin typeface="宋体" pitchFamily="2" charset="-122"/>
                <a:sym typeface="宋体" pitchFamily="2" charset="-122"/>
              </a:endParaRPr>
            </a:p>
          </p:txBody>
        </p:sp>
      </p:grpSp>
      <p:sp>
        <p:nvSpPr>
          <p:cNvPr id="92" name="原创设计师QQ598969553          _11"/>
          <p:cNvSpPr>
            <a:spLocks noChangeArrowheads="1"/>
          </p:cNvSpPr>
          <p:nvPr/>
        </p:nvSpPr>
        <p:spPr bwMode="auto">
          <a:xfrm>
            <a:off x="6689725" y="2751696"/>
            <a:ext cx="1195388"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zh-CN" altLang="en-US" sz="1200" b="1" dirty="0">
                <a:solidFill>
                  <a:schemeClr val="bg1"/>
                </a:solidFill>
                <a:latin typeface="微软雅黑" pitchFamily="34" charset="-122"/>
                <a:ea typeface="微软雅黑" pitchFamily="34" charset="-122"/>
                <a:sym typeface="微软雅黑" pitchFamily="34" charset="-122"/>
              </a:rPr>
              <a:t>输入文本内容</a:t>
            </a:r>
          </a:p>
        </p:txBody>
      </p:sp>
      <p:sp>
        <p:nvSpPr>
          <p:cNvPr id="93" name="原创设计师QQ598969553          _12"/>
          <p:cNvSpPr>
            <a:spLocks noChangeArrowheads="1"/>
          </p:cNvSpPr>
          <p:nvPr/>
        </p:nvSpPr>
        <p:spPr bwMode="auto">
          <a:xfrm>
            <a:off x="3076575" y="1429309"/>
            <a:ext cx="1397000" cy="89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lnSpc>
                <a:spcPts val="1400"/>
              </a:lnSpc>
            </a:pPr>
            <a:r>
              <a:rPr lang="zh-CN" altLang="en-US" sz="1000" dirty="0">
                <a:solidFill>
                  <a:schemeClr val="tx1">
                    <a:lumMod val="75000"/>
                    <a:lumOff val="25000"/>
                  </a:schemeClr>
                </a:solidFill>
                <a:latin typeface="微软雅黑" pitchFamily="34" charset="-122"/>
                <a:ea typeface="微软雅黑" pitchFamily="34" charset="-122"/>
                <a:sym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sym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sym typeface="微软雅黑"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sym typeface="微软雅黑" pitchFamily="34" charset="-122"/>
            </a:endParaRPr>
          </a:p>
        </p:txBody>
      </p:sp>
      <p:sp>
        <p:nvSpPr>
          <p:cNvPr id="94" name="原创设计师QQ598969553          _13"/>
          <p:cNvSpPr>
            <a:spLocks noChangeArrowheads="1"/>
          </p:cNvSpPr>
          <p:nvPr/>
        </p:nvSpPr>
        <p:spPr bwMode="auto">
          <a:xfrm>
            <a:off x="3178175" y="1135621"/>
            <a:ext cx="1193800" cy="18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zh-CN" altLang="en-US" sz="1200" b="1" dirty="0">
                <a:solidFill>
                  <a:schemeClr val="tx1">
                    <a:lumMod val="75000"/>
                    <a:lumOff val="25000"/>
                  </a:schemeClr>
                </a:solidFill>
                <a:latin typeface="微软雅黑" pitchFamily="34" charset="-122"/>
                <a:ea typeface="微软雅黑" pitchFamily="34" charset="-122"/>
                <a:sym typeface="微软雅黑" pitchFamily="34" charset="-122"/>
              </a:rPr>
              <a:t>添加标题内容</a:t>
            </a:r>
          </a:p>
        </p:txBody>
      </p:sp>
      <p:sp>
        <p:nvSpPr>
          <p:cNvPr id="95" name="原创设计师QQ598969553          _14"/>
          <p:cNvSpPr>
            <a:spLocks noChangeArrowheads="1"/>
          </p:cNvSpPr>
          <p:nvPr/>
        </p:nvSpPr>
        <p:spPr bwMode="auto">
          <a:xfrm>
            <a:off x="4835525" y="3666096"/>
            <a:ext cx="1397000" cy="896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lnSpc>
                <a:spcPts val="1400"/>
              </a:lnSpc>
            </a:pPr>
            <a:r>
              <a:rPr lang="zh-CN" altLang="en-US" sz="1000">
                <a:solidFill>
                  <a:schemeClr val="tx1">
                    <a:lumMod val="75000"/>
                    <a:lumOff val="25000"/>
                  </a:schemeClr>
                </a:solidFill>
                <a:latin typeface="微软雅黑" pitchFamily="34" charset="-122"/>
                <a:ea typeface="微软雅黑" pitchFamily="34" charset="-122"/>
                <a:sym typeface="微软雅黑" pitchFamily="34" charset="-122"/>
              </a:rPr>
              <a:t>详写内容</a:t>
            </a:r>
            <a:r>
              <a:rPr lang="en-US" altLang="zh-CN" sz="1000">
                <a:solidFill>
                  <a:schemeClr val="tx1">
                    <a:lumMod val="75000"/>
                    <a:lumOff val="25000"/>
                  </a:schemeClr>
                </a:solidFill>
                <a:latin typeface="微软雅黑" pitchFamily="34" charset="-122"/>
                <a:ea typeface="微软雅黑" pitchFamily="34" charset="-122"/>
                <a:sym typeface="微软雅黑" pitchFamily="34" charset="-122"/>
              </a:rPr>
              <a:t>……</a:t>
            </a:r>
            <a:r>
              <a:rPr lang="zh-CN" altLang="en-US" sz="1000">
                <a:solidFill>
                  <a:schemeClr val="tx1">
                    <a:lumMod val="75000"/>
                    <a:lumOff val="25000"/>
                  </a:schemeClr>
                </a:solidFill>
                <a:latin typeface="微软雅黑" pitchFamily="34" charset="-122"/>
                <a:ea typeface="微软雅黑" pitchFamily="34" charset="-122"/>
                <a:sym typeface="微软雅黑" pitchFamily="34" charset="-122"/>
              </a:rPr>
              <a:t>点击输入本栏的具体文字，简明扼要的说明分项内容，此为概念图解，请根据您的具体内容酌情修改</a:t>
            </a:r>
            <a:endParaRPr lang="en-US" altLang="zh-CN" sz="1000">
              <a:solidFill>
                <a:schemeClr val="tx1">
                  <a:lumMod val="75000"/>
                  <a:lumOff val="25000"/>
                </a:schemeClr>
              </a:solidFill>
              <a:latin typeface="微软雅黑" pitchFamily="34" charset="-122"/>
              <a:ea typeface="微软雅黑" pitchFamily="34" charset="-122"/>
              <a:sym typeface="微软雅黑" pitchFamily="34" charset="-122"/>
            </a:endParaRPr>
          </a:p>
        </p:txBody>
      </p:sp>
      <p:sp>
        <p:nvSpPr>
          <p:cNvPr id="96" name="原创设计师QQ598969553          _15"/>
          <p:cNvSpPr>
            <a:spLocks noChangeArrowheads="1"/>
          </p:cNvSpPr>
          <p:nvPr/>
        </p:nvSpPr>
        <p:spPr bwMode="auto">
          <a:xfrm>
            <a:off x="4935538" y="3372409"/>
            <a:ext cx="1195387" cy="18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zh-CN" altLang="en-US" sz="1200" b="1" dirty="0">
                <a:solidFill>
                  <a:schemeClr val="tx1">
                    <a:lumMod val="75000"/>
                    <a:lumOff val="25000"/>
                  </a:schemeClr>
                </a:solidFill>
                <a:latin typeface="微软雅黑" pitchFamily="34" charset="-122"/>
                <a:ea typeface="微软雅黑" pitchFamily="34" charset="-122"/>
                <a:sym typeface="微软雅黑" pitchFamily="34" charset="-122"/>
              </a:rPr>
              <a:t>添加标题内容</a:t>
            </a:r>
          </a:p>
        </p:txBody>
      </p:sp>
      <p:sp>
        <p:nvSpPr>
          <p:cNvPr id="97" name="原创设计师QQ598969553          _16"/>
          <p:cNvSpPr>
            <a:spLocks noChangeArrowheads="1"/>
          </p:cNvSpPr>
          <p:nvPr/>
        </p:nvSpPr>
        <p:spPr bwMode="auto">
          <a:xfrm>
            <a:off x="6589713" y="1429309"/>
            <a:ext cx="1397000" cy="89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lnSpc>
                <a:spcPts val="1400"/>
              </a:lnSpc>
            </a:pPr>
            <a:r>
              <a:rPr lang="zh-CN" altLang="en-US" sz="1000">
                <a:solidFill>
                  <a:schemeClr val="tx1">
                    <a:lumMod val="75000"/>
                    <a:lumOff val="25000"/>
                  </a:schemeClr>
                </a:solidFill>
                <a:latin typeface="微软雅黑" pitchFamily="34" charset="-122"/>
                <a:ea typeface="微软雅黑" pitchFamily="34" charset="-122"/>
                <a:sym typeface="微软雅黑" pitchFamily="34" charset="-122"/>
              </a:rPr>
              <a:t>详写内容</a:t>
            </a:r>
            <a:r>
              <a:rPr lang="en-US" altLang="zh-CN" sz="1000">
                <a:solidFill>
                  <a:schemeClr val="tx1">
                    <a:lumMod val="75000"/>
                    <a:lumOff val="25000"/>
                  </a:schemeClr>
                </a:solidFill>
                <a:latin typeface="微软雅黑" pitchFamily="34" charset="-122"/>
                <a:ea typeface="微软雅黑" pitchFamily="34" charset="-122"/>
                <a:sym typeface="微软雅黑" pitchFamily="34" charset="-122"/>
              </a:rPr>
              <a:t>……</a:t>
            </a:r>
            <a:r>
              <a:rPr lang="zh-CN" altLang="en-US" sz="1000">
                <a:solidFill>
                  <a:schemeClr val="tx1">
                    <a:lumMod val="75000"/>
                    <a:lumOff val="25000"/>
                  </a:schemeClr>
                </a:solidFill>
                <a:latin typeface="微软雅黑" pitchFamily="34" charset="-122"/>
                <a:ea typeface="微软雅黑" pitchFamily="34" charset="-122"/>
                <a:sym typeface="微软雅黑" pitchFamily="34" charset="-122"/>
              </a:rPr>
              <a:t>点击输入本栏的具体文字，简明扼要的说明分项内容，此为概念图解，请根据您的具体内容酌情修改</a:t>
            </a:r>
            <a:endParaRPr lang="en-US" altLang="zh-CN" sz="1000">
              <a:solidFill>
                <a:schemeClr val="tx1">
                  <a:lumMod val="75000"/>
                  <a:lumOff val="25000"/>
                </a:schemeClr>
              </a:solidFill>
              <a:latin typeface="微软雅黑" pitchFamily="34" charset="-122"/>
              <a:ea typeface="微软雅黑" pitchFamily="34" charset="-122"/>
              <a:sym typeface="微软雅黑" pitchFamily="34" charset="-122"/>
            </a:endParaRPr>
          </a:p>
        </p:txBody>
      </p:sp>
      <p:sp>
        <p:nvSpPr>
          <p:cNvPr id="98" name="原创设计师QQ598969553          _17"/>
          <p:cNvSpPr>
            <a:spLocks noChangeArrowheads="1"/>
          </p:cNvSpPr>
          <p:nvPr/>
        </p:nvSpPr>
        <p:spPr bwMode="auto">
          <a:xfrm>
            <a:off x="6689725" y="1135621"/>
            <a:ext cx="1195388" cy="18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zh-CN" altLang="en-US" sz="1200" b="1" dirty="0">
                <a:solidFill>
                  <a:schemeClr val="tx1">
                    <a:lumMod val="75000"/>
                    <a:lumOff val="25000"/>
                  </a:schemeClr>
                </a:solidFill>
                <a:latin typeface="微软雅黑" pitchFamily="34" charset="-122"/>
                <a:ea typeface="微软雅黑" pitchFamily="34" charset="-122"/>
                <a:sym typeface="微软雅黑" pitchFamily="34" charset="-122"/>
              </a:rPr>
              <a:t>添加标题内容</a:t>
            </a:r>
          </a:p>
        </p:txBody>
      </p:sp>
      <p:grpSp>
        <p:nvGrpSpPr>
          <p:cNvPr id="59" name="原创设计师QQ598969553          _18"/>
          <p:cNvGrpSpPr/>
          <p:nvPr/>
        </p:nvGrpSpPr>
        <p:grpSpPr>
          <a:xfrm>
            <a:off x="1154670" y="1036478"/>
            <a:ext cx="1465428" cy="1465428"/>
            <a:chOff x="4184106" y="2952206"/>
            <a:chExt cx="3823790" cy="3823790"/>
          </a:xfrm>
        </p:grpSpPr>
        <p:sp>
          <p:nvSpPr>
            <p:cNvPr id="60" name="椭圆 59"/>
            <p:cNvSpPr/>
            <p:nvPr/>
          </p:nvSpPr>
          <p:spPr>
            <a:xfrm>
              <a:off x="4184106" y="2952206"/>
              <a:ext cx="3823790" cy="3823790"/>
            </a:xfrm>
            <a:prstGeom prst="ellipse">
              <a:avLst/>
            </a:prstGeom>
            <a:gradFill>
              <a:gsLst>
                <a:gs pos="100000">
                  <a:schemeClr val="bg1">
                    <a:lumMod val="75000"/>
                  </a:schemeClr>
                </a:gs>
                <a:gs pos="0">
                  <a:schemeClr val="bg1"/>
                </a:gs>
              </a:gsLst>
              <a:lin ang="5400000" scaled="0"/>
            </a:gradFill>
            <a:ln w="9525">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grpSp>
          <p:nvGrpSpPr>
            <p:cNvPr id="61" name="组合 60"/>
            <p:cNvGrpSpPr/>
            <p:nvPr/>
          </p:nvGrpSpPr>
          <p:grpSpPr>
            <a:xfrm>
              <a:off x="4710169" y="3478269"/>
              <a:ext cx="2771663" cy="2771663"/>
              <a:chOff x="2193191" y="1899415"/>
              <a:chExt cx="2421376" cy="2421376"/>
            </a:xfrm>
            <a:effectLst/>
          </p:grpSpPr>
          <p:sp>
            <p:nvSpPr>
              <p:cNvPr id="62" name="椭圆 61"/>
              <p:cNvSpPr/>
              <p:nvPr/>
            </p:nvSpPr>
            <p:spPr>
              <a:xfrm>
                <a:off x="2193191" y="1899415"/>
                <a:ext cx="2421376" cy="2421376"/>
              </a:xfrm>
              <a:prstGeom prst="ellipse">
                <a:avLst/>
              </a:prstGeom>
              <a:solidFill>
                <a:schemeClr val="accent1"/>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1">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sp>
            <p:nvSpPr>
              <p:cNvPr id="63" name="椭圆 62"/>
              <p:cNvSpPr/>
              <p:nvPr/>
            </p:nvSpPr>
            <p:spPr>
              <a:xfrm>
                <a:off x="2386802" y="2093026"/>
                <a:ext cx="2034160" cy="2034160"/>
              </a:xfrm>
              <a:prstGeom prst="ellipse">
                <a:avLst/>
              </a:prstGeom>
              <a:solidFill>
                <a:schemeClr val="bg1">
                  <a:lumMod val="95000"/>
                </a:schemeClr>
              </a:solidFill>
              <a:ln w="50800">
                <a:noFill/>
              </a:ln>
              <a:effectLst>
                <a:outerShdw blurRad="76200" dist="38100" dir="2700000" algn="tl" rotWithShape="0">
                  <a:schemeClr val="accent1">
                    <a:lumMod val="50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grpSp>
      </p:grpSp>
      <p:grpSp>
        <p:nvGrpSpPr>
          <p:cNvPr id="64" name="原创设计师QQ598969553          _19"/>
          <p:cNvGrpSpPr/>
          <p:nvPr/>
        </p:nvGrpSpPr>
        <p:grpSpPr>
          <a:xfrm>
            <a:off x="3042995" y="3086694"/>
            <a:ext cx="1465428" cy="1465428"/>
            <a:chOff x="4184106" y="2952206"/>
            <a:chExt cx="3823790" cy="3823790"/>
          </a:xfrm>
        </p:grpSpPr>
        <p:sp>
          <p:nvSpPr>
            <p:cNvPr id="65" name="椭圆 64"/>
            <p:cNvSpPr/>
            <p:nvPr/>
          </p:nvSpPr>
          <p:spPr>
            <a:xfrm>
              <a:off x="4184106" y="2952206"/>
              <a:ext cx="3823790" cy="3823790"/>
            </a:xfrm>
            <a:prstGeom prst="ellipse">
              <a:avLst/>
            </a:prstGeom>
            <a:gradFill>
              <a:gsLst>
                <a:gs pos="100000">
                  <a:schemeClr val="bg1">
                    <a:lumMod val="75000"/>
                  </a:schemeClr>
                </a:gs>
                <a:gs pos="0">
                  <a:schemeClr val="bg1"/>
                </a:gs>
              </a:gsLst>
              <a:lin ang="5400000" scaled="0"/>
            </a:gradFill>
            <a:ln w="9525">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grpSp>
          <p:nvGrpSpPr>
            <p:cNvPr id="66" name="组合 65"/>
            <p:cNvGrpSpPr/>
            <p:nvPr/>
          </p:nvGrpSpPr>
          <p:grpSpPr>
            <a:xfrm>
              <a:off x="4710169" y="3478269"/>
              <a:ext cx="2771663" cy="2771663"/>
              <a:chOff x="2193191" y="1899415"/>
              <a:chExt cx="2421376" cy="2421376"/>
            </a:xfrm>
            <a:effectLst/>
          </p:grpSpPr>
          <p:sp>
            <p:nvSpPr>
              <p:cNvPr id="67" name="椭圆 66"/>
              <p:cNvSpPr/>
              <p:nvPr/>
            </p:nvSpPr>
            <p:spPr>
              <a:xfrm>
                <a:off x="2193191" y="1899415"/>
                <a:ext cx="2421376" cy="2421376"/>
              </a:xfrm>
              <a:prstGeom prst="ellipse">
                <a:avLst/>
              </a:prstGeom>
              <a:solidFill>
                <a:schemeClr val="accent2"/>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2">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sp>
            <p:nvSpPr>
              <p:cNvPr id="68" name="椭圆 67"/>
              <p:cNvSpPr/>
              <p:nvPr/>
            </p:nvSpPr>
            <p:spPr>
              <a:xfrm>
                <a:off x="2386802" y="2093026"/>
                <a:ext cx="2034160" cy="2034160"/>
              </a:xfrm>
              <a:prstGeom prst="ellipse">
                <a:avLst/>
              </a:prstGeom>
              <a:solidFill>
                <a:schemeClr val="bg1">
                  <a:lumMod val="95000"/>
                </a:schemeClr>
              </a:solidFill>
              <a:ln w="50800">
                <a:noFill/>
              </a:ln>
              <a:effectLst>
                <a:outerShdw blurRad="76200" dist="38100" dir="2700000" algn="tl" rotWithShape="0">
                  <a:schemeClr val="accent2">
                    <a:lumMod val="50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grpSp>
      </p:grpSp>
      <p:grpSp>
        <p:nvGrpSpPr>
          <p:cNvPr id="69" name="原创设计师QQ598969553          _20"/>
          <p:cNvGrpSpPr/>
          <p:nvPr/>
        </p:nvGrpSpPr>
        <p:grpSpPr>
          <a:xfrm>
            <a:off x="4801312" y="1023030"/>
            <a:ext cx="1465428" cy="1465428"/>
            <a:chOff x="4184106" y="2952206"/>
            <a:chExt cx="3823790" cy="3823790"/>
          </a:xfrm>
        </p:grpSpPr>
        <p:sp>
          <p:nvSpPr>
            <p:cNvPr id="70" name="椭圆 69"/>
            <p:cNvSpPr/>
            <p:nvPr/>
          </p:nvSpPr>
          <p:spPr>
            <a:xfrm>
              <a:off x="4184106" y="2952206"/>
              <a:ext cx="3823790" cy="3823790"/>
            </a:xfrm>
            <a:prstGeom prst="ellipse">
              <a:avLst/>
            </a:prstGeom>
            <a:gradFill>
              <a:gsLst>
                <a:gs pos="100000">
                  <a:schemeClr val="bg1">
                    <a:lumMod val="75000"/>
                  </a:schemeClr>
                </a:gs>
                <a:gs pos="0">
                  <a:schemeClr val="bg1"/>
                </a:gs>
              </a:gsLst>
              <a:lin ang="5400000" scaled="0"/>
            </a:gradFill>
            <a:ln w="9525">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grpSp>
          <p:nvGrpSpPr>
            <p:cNvPr id="71" name="组合 70"/>
            <p:cNvGrpSpPr/>
            <p:nvPr/>
          </p:nvGrpSpPr>
          <p:grpSpPr>
            <a:xfrm>
              <a:off x="4710169" y="3478269"/>
              <a:ext cx="2771663" cy="2771663"/>
              <a:chOff x="2193191" y="1899415"/>
              <a:chExt cx="2421376" cy="2421376"/>
            </a:xfrm>
            <a:effectLst/>
          </p:grpSpPr>
          <p:sp>
            <p:nvSpPr>
              <p:cNvPr id="72" name="椭圆 71"/>
              <p:cNvSpPr/>
              <p:nvPr/>
            </p:nvSpPr>
            <p:spPr>
              <a:xfrm>
                <a:off x="2193191" y="1899415"/>
                <a:ext cx="2421376" cy="2421376"/>
              </a:xfrm>
              <a:prstGeom prst="ellipse">
                <a:avLst/>
              </a:prstGeom>
              <a:solidFill>
                <a:schemeClr val="accent1"/>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3">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sp>
            <p:nvSpPr>
              <p:cNvPr id="73" name="椭圆 72"/>
              <p:cNvSpPr/>
              <p:nvPr/>
            </p:nvSpPr>
            <p:spPr>
              <a:xfrm>
                <a:off x="2386802" y="2093026"/>
                <a:ext cx="2034160" cy="2034160"/>
              </a:xfrm>
              <a:prstGeom prst="ellipse">
                <a:avLst/>
              </a:prstGeom>
              <a:solidFill>
                <a:schemeClr val="bg1">
                  <a:lumMod val="95000"/>
                </a:schemeClr>
              </a:solidFill>
              <a:ln w="50800">
                <a:noFill/>
              </a:ln>
              <a:effectLst>
                <a:outerShdw blurRad="76200" dist="38100" dir="2700000" algn="tl" rotWithShape="0">
                  <a:schemeClr val="accent3">
                    <a:lumMod val="50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grpSp>
      </p:grpSp>
      <p:grpSp>
        <p:nvGrpSpPr>
          <p:cNvPr id="74" name="原创设计师QQ598969553          _21"/>
          <p:cNvGrpSpPr/>
          <p:nvPr/>
        </p:nvGrpSpPr>
        <p:grpSpPr>
          <a:xfrm>
            <a:off x="6620587" y="3097606"/>
            <a:ext cx="1465428" cy="1465428"/>
            <a:chOff x="4184106" y="2952206"/>
            <a:chExt cx="3823790" cy="3823790"/>
          </a:xfrm>
        </p:grpSpPr>
        <p:sp>
          <p:nvSpPr>
            <p:cNvPr id="75" name="椭圆 74"/>
            <p:cNvSpPr/>
            <p:nvPr/>
          </p:nvSpPr>
          <p:spPr>
            <a:xfrm>
              <a:off x="4184106" y="2952206"/>
              <a:ext cx="3823790" cy="3823790"/>
            </a:xfrm>
            <a:prstGeom prst="ellipse">
              <a:avLst/>
            </a:prstGeom>
            <a:gradFill>
              <a:gsLst>
                <a:gs pos="100000">
                  <a:schemeClr val="bg1">
                    <a:lumMod val="75000"/>
                  </a:schemeClr>
                </a:gs>
                <a:gs pos="0">
                  <a:schemeClr val="bg1"/>
                </a:gs>
              </a:gsLst>
              <a:lin ang="5400000" scaled="0"/>
            </a:gradFill>
            <a:ln w="9525">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grpSp>
          <p:nvGrpSpPr>
            <p:cNvPr id="76" name="组合 75"/>
            <p:cNvGrpSpPr/>
            <p:nvPr/>
          </p:nvGrpSpPr>
          <p:grpSpPr>
            <a:xfrm>
              <a:off x="4710167" y="3478267"/>
              <a:ext cx="2771663" cy="2771663"/>
              <a:chOff x="2193190" y="1899413"/>
              <a:chExt cx="2421376" cy="2421376"/>
            </a:xfrm>
            <a:effectLst/>
          </p:grpSpPr>
          <p:sp>
            <p:nvSpPr>
              <p:cNvPr id="77" name="椭圆 76"/>
              <p:cNvSpPr/>
              <p:nvPr/>
            </p:nvSpPr>
            <p:spPr>
              <a:xfrm>
                <a:off x="2193190" y="1899413"/>
                <a:ext cx="2421376" cy="2421376"/>
              </a:xfrm>
              <a:prstGeom prst="ellipse">
                <a:avLst/>
              </a:prstGeom>
              <a:solidFill>
                <a:schemeClr val="accent2"/>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4">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sp>
            <p:nvSpPr>
              <p:cNvPr id="78" name="椭圆 77"/>
              <p:cNvSpPr/>
              <p:nvPr/>
            </p:nvSpPr>
            <p:spPr>
              <a:xfrm>
                <a:off x="2386802" y="2093027"/>
                <a:ext cx="2034160" cy="2034159"/>
              </a:xfrm>
              <a:prstGeom prst="ellipse">
                <a:avLst/>
              </a:prstGeom>
              <a:solidFill>
                <a:schemeClr val="bg1">
                  <a:lumMod val="95000"/>
                </a:schemeClr>
              </a:solidFill>
              <a:ln w="50800">
                <a:noFill/>
              </a:ln>
              <a:effectLst>
                <a:outerShdw blurRad="76200" dist="38100" dir="2700000" algn="tl" rotWithShape="0">
                  <a:schemeClr val="accent4">
                    <a:lumMod val="50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grpSp>
      </p:grpSp>
      <p:sp>
        <p:nvSpPr>
          <p:cNvPr id="79" name="原创设计师QQ598969553          _22"/>
          <p:cNvSpPr txBox="1"/>
          <p:nvPr/>
        </p:nvSpPr>
        <p:spPr>
          <a:xfrm>
            <a:off x="1437068" y="1486597"/>
            <a:ext cx="894905" cy="544256"/>
          </a:xfrm>
          <a:prstGeom prst="rect">
            <a:avLst/>
          </a:prstGeom>
          <a:noFill/>
        </p:spPr>
        <p:txBody>
          <a:bodyPr wrap="square" lIns="112274" tIns="56136" rIns="112274" bIns="56136" rtlCol="0">
            <a:spAutoFit/>
          </a:bodyPr>
          <a:lstStyle/>
          <a:p>
            <a:pPr algn="ct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添加</a:t>
            </a:r>
            <a:endParaRPr lang="en-US" altLang="zh-CN" b="1"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关键字</a:t>
            </a:r>
          </a:p>
        </p:txBody>
      </p:sp>
      <p:sp>
        <p:nvSpPr>
          <p:cNvPr id="80" name="原创设计师QQ598969553          _23"/>
          <p:cNvSpPr txBox="1"/>
          <p:nvPr/>
        </p:nvSpPr>
        <p:spPr>
          <a:xfrm>
            <a:off x="3325393" y="3536813"/>
            <a:ext cx="894905" cy="544256"/>
          </a:xfrm>
          <a:prstGeom prst="rect">
            <a:avLst/>
          </a:prstGeom>
          <a:noFill/>
        </p:spPr>
        <p:txBody>
          <a:bodyPr wrap="square" lIns="112274" tIns="56136" rIns="112274" bIns="56136" rtlCol="0">
            <a:spAutoFit/>
          </a:bodyPr>
          <a:lstStyle/>
          <a:p>
            <a:pPr algn="ct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添加</a:t>
            </a:r>
            <a:endParaRPr lang="en-US" altLang="zh-CN" b="1"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关键字</a:t>
            </a:r>
          </a:p>
        </p:txBody>
      </p:sp>
      <p:sp>
        <p:nvSpPr>
          <p:cNvPr id="81" name="原创设计师QQ598969553          _24"/>
          <p:cNvSpPr txBox="1"/>
          <p:nvPr/>
        </p:nvSpPr>
        <p:spPr>
          <a:xfrm>
            <a:off x="5083710" y="1473149"/>
            <a:ext cx="894905" cy="544256"/>
          </a:xfrm>
          <a:prstGeom prst="rect">
            <a:avLst/>
          </a:prstGeom>
          <a:noFill/>
        </p:spPr>
        <p:txBody>
          <a:bodyPr wrap="square" lIns="112274" tIns="56136" rIns="112274" bIns="56136" rtlCol="0">
            <a:spAutoFit/>
          </a:bodyPr>
          <a:lstStyle/>
          <a:p>
            <a:pPr algn="ct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添加</a:t>
            </a:r>
            <a:endParaRPr lang="en-US" altLang="zh-CN" b="1"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关键字</a:t>
            </a:r>
          </a:p>
        </p:txBody>
      </p:sp>
      <p:sp>
        <p:nvSpPr>
          <p:cNvPr id="82" name="原创设计师QQ598969553          _25"/>
          <p:cNvSpPr txBox="1"/>
          <p:nvPr/>
        </p:nvSpPr>
        <p:spPr>
          <a:xfrm>
            <a:off x="6902985" y="3547725"/>
            <a:ext cx="894905" cy="544256"/>
          </a:xfrm>
          <a:prstGeom prst="rect">
            <a:avLst/>
          </a:prstGeom>
          <a:noFill/>
        </p:spPr>
        <p:txBody>
          <a:bodyPr wrap="square" lIns="112274" tIns="56136" rIns="112274" bIns="56136" rtlCol="0">
            <a:spAutoFit/>
          </a:bodyPr>
          <a:lstStyle/>
          <a:p>
            <a:pPr algn="ct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添加</a:t>
            </a:r>
            <a:endParaRPr lang="en-US" altLang="zh-CN" b="1"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关键字</a:t>
            </a:r>
          </a:p>
        </p:txBody>
      </p:sp>
      <p:pic>
        <p:nvPicPr>
          <p:cNvPr id="54" name="Picture 64"/>
          <p:cNvPicPr>
            <a:picLocks noGrp="1" noSelect="1" noRot="1" noChangeAspect="1" noMove="1" noResize="1" noChangeShapeType="1"/>
          </p:cNvPicPr>
          <p:nvPr/>
        </p:nvPicPr>
        <p:blipFill>
          <a:blip r:embed="rId3"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4064249811"/>
      </p:ext>
    </p:extLst>
  </p:cSld>
  <p:clrMapOvr>
    <a:masterClrMapping/>
  </p:clrMapOvr>
  <mc:AlternateContent xmlns:mc="http://schemas.openxmlformats.org/markup-compatibility/2006" xmlns:p14="http://schemas.microsoft.com/office/powerpoint/2010/main">
    <mc:Choice Requires="p14">
      <p:transition spd="slow" p14:dur="1200" advClick="0" advTm="0">
        <p14:prism/>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6"/>
                                        </p:tgtEl>
                                        <p:attrNameLst>
                                          <p:attrName>style.visibility</p:attrName>
                                        </p:attrNameLst>
                                      </p:cBhvr>
                                      <p:to>
                                        <p:strVal val="visible"/>
                                      </p:to>
                                    </p:set>
                                    <p:anim calcmode="lin" valueType="num">
                                      <p:cBhvr>
                                        <p:cTn id="7" dur="300" fill="hold"/>
                                        <p:tgtEl>
                                          <p:spTgt spid="86"/>
                                        </p:tgtEl>
                                        <p:attrNameLst>
                                          <p:attrName>ppt_w</p:attrName>
                                        </p:attrNameLst>
                                      </p:cBhvr>
                                      <p:tavLst>
                                        <p:tav tm="0">
                                          <p:val>
                                            <p:fltVal val="0"/>
                                          </p:val>
                                        </p:tav>
                                        <p:tav tm="100000">
                                          <p:val>
                                            <p:strVal val="#ppt_w"/>
                                          </p:val>
                                        </p:tav>
                                      </p:tavLst>
                                    </p:anim>
                                    <p:anim calcmode="lin" valueType="num">
                                      <p:cBhvr>
                                        <p:cTn id="8" dur="300" fill="hold"/>
                                        <p:tgtEl>
                                          <p:spTgt spid="86"/>
                                        </p:tgtEl>
                                        <p:attrNameLst>
                                          <p:attrName>ppt_h</p:attrName>
                                        </p:attrNameLst>
                                      </p:cBhvr>
                                      <p:tavLst>
                                        <p:tav tm="0">
                                          <p:val>
                                            <p:fltVal val="0"/>
                                          </p:val>
                                        </p:tav>
                                        <p:tav tm="100000">
                                          <p:val>
                                            <p:strVal val="#ppt_h"/>
                                          </p:val>
                                        </p:tav>
                                      </p:tavLst>
                                    </p:anim>
                                    <p:animEffect>
                                      <p:cBhvr>
                                        <p:cTn id="9" dur="300"/>
                                        <p:tgtEl>
                                          <p:spTgt spid="86"/>
                                        </p:tgtEl>
                                      </p:cBhvr>
                                    </p:animEffect>
                                  </p:childTnLst>
                                </p:cTn>
                              </p:par>
                              <p:par>
                                <p:cTn id="10" presetID="10" presetClass="entr" presetSubtype="0" fill="hold" nodeType="withEffect">
                                  <p:stCondLst>
                                    <p:cond delay="0"/>
                                  </p:stCondLst>
                                  <p:childTnLst>
                                    <p:set>
                                      <p:cBhvr>
                                        <p:cTn id="11" dur="1" fill="hold">
                                          <p:stCondLst>
                                            <p:cond delay="0"/>
                                          </p:stCondLst>
                                        </p:cTn>
                                        <p:tgtEl>
                                          <p:spTgt spid="43"/>
                                        </p:tgtEl>
                                        <p:attrNameLst>
                                          <p:attrName>style.visibility</p:attrName>
                                        </p:attrNameLst>
                                      </p:cBhvr>
                                      <p:to>
                                        <p:strVal val="visible"/>
                                      </p:to>
                                    </p:set>
                                    <p:anim calcmode="lin" valueType="num">
                                      <p:cBhvr>
                                        <p:cTn id="12" dur="300" fill="hold"/>
                                        <p:tgtEl>
                                          <p:spTgt spid="43"/>
                                        </p:tgtEl>
                                        <p:attrNameLst>
                                          <p:attrName>ppt_w</p:attrName>
                                        </p:attrNameLst>
                                      </p:cBhvr>
                                      <p:tavLst>
                                        <p:tav tm="0">
                                          <p:val>
                                            <p:fltVal val="0"/>
                                          </p:val>
                                        </p:tav>
                                        <p:tav tm="100000">
                                          <p:val>
                                            <p:strVal val="#ppt_w"/>
                                          </p:val>
                                        </p:tav>
                                      </p:tavLst>
                                    </p:anim>
                                    <p:anim calcmode="lin" valueType="num">
                                      <p:cBhvr>
                                        <p:cTn id="13" dur="300" fill="hold"/>
                                        <p:tgtEl>
                                          <p:spTgt spid="43"/>
                                        </p:tgtEl>
                                        <p:attrNameLst>
                                          <p:attrName>ppt_h</p:attrName>
                                        </p:attrNameLst>
                                      </p:cBhvr>
                                      <p:tavLst>
                                        <p:tav tm="0">
                                          <p:val>
                                            <p:fltVal val="0"/>
                                          </p:val>
                                        </p:tav>
                                        <p:tav tm="100000">
                                          <p:val>
                                            <p:strVal val="#ppt_h"/>
                                          </p:val>
                                        </p:tav>
                                      </p:tavLst>
                                    </p:anim>
                                    <p:animEffect>
                                      <p:cBhvr>
                                        <p:cTn id="14" dur="300"/>
                                        <p:tgtEl>
                                          <p:spTgt spid="43"/>
                                        </p:tgtEl>
                                      </p:cBhvr>
                                    </p:animEffect>
                                  </p:childTnLst>
                                </p:cTn>
                              </p:par>
                            </p:childTnLst>
                          </p:cTn>
                        </p:par>
                        <p:par>
                          <p:cTn id="15" fill="hold">
                            <p:stCondLst>
                              <p:cond delay="300"/>
                            </p:stCondLst>
                            <p:childTnLst>
                              <p:par>
                                <p:cTn id="16" presetID="53" presetClass="entr" presetSubtype="16" fill="hold" nodeType="afterEffect">
                                  <p:stCondLst>
                                    <p:cond delay="0"/>
                                  </p:stCondLst>
                                  <p:childTnLst>
                                    <p:set>
                                      <p:cBhvr>
                                        <p:cTn id="17" dur="1" fill="hold">
                                          <p:stCondLst>
                                            <p:cond delay="0"/>
                                          </p:stCondLst>
                                        </p:cTn>
                                        <p:tgtEl>
                                          <p:spTgt spid="59"/>
                                        </p:tgtEl>
                                        <p:attrNameLst>
                                          <p:attrName>style.visibility</p:attrName>
                                        </p:attrNameLst>
                                      </p:cBhvr>
                                      <p:to>
                                        <p:strVal val="visible"/>
                                      </p:to>
                                    </p:set>
                                    <p:anim calcmode="lin" valueType="num">
                                      <p:cBhvr>
                                        <p:cTn id="18" dur="500" fill="hold"/>
                                        <p:tgtEl>
                                          <p:spTgt spid="59"/>
                                        </p:tgtEl>
                                        <p:attrNameLst>
                                          <p:attrName>ppt_w</p:attrName>
                                        </p:attrNameLst>
                                      </p:cBhvr>
                                      <p:tavLst>
                                        <p:tav tm="0">
                                          <p:val>
                                            <p:fltVal val="0"/>
                                          </p:val>
                                        </p:tav>
                                        <p:tav tm="100000">
                                          <p:val>
                                            <p:strVal val="#ppt_w"/>
                                          </p:val>
                                        </p:tav>
                                      </p:tavLst>
                                    </p:anim>
                                    <p:anim calcmode="lin" valueType="num">
                                      <p:cBhvr>
                                        <p:cTn id="19" dur="500" fill="hold"/>
                                        <p:tgtEl>
                                          <p:spTgt spid="59"/>
                                        </p:tgtEl>
                                        <p:attrNameLst>
                                          <p:attrName>ppt_h</p:attrName>
                                        </p:attrNameLst>
                                      </p:cBhvr>
                                      <p:tavLst>
                                        <p:tav tm="0">
                                          <p:val>
                                            <p:fltVal val="0"/>
                                          </p:val>
                                        </p:tav>
                                        <p:tav tm="100000">
                                          <p:val>
                                            <p:strVal val="#ppt_h"/>
                                          </p:val>
                                        </p:tav>
                                      </p:tavLst>
                                    </p:anim>
                                    <p:animEffect transition="in" filter="fade">
                                      <p:cBhvr>
                                        <p:cTn id="20" dur="500"/>
                                        <p:tgtEl>
                                          <p:spTgt spid="59"/>
                                        </p:tgtEl>
                                      </p:cBhvr>
                                    </p:animEffect>
                                  </p:childTnLst>
                                </p:cTn>
                              </p:par>
                              <p:par>
                                <p:cTn id="21" presetID="53" presetClass="entr" presetSubtype="16" fill="hold" grpId="0" nodeType="withEffect">
                                  <p:stCondLst>
                                    <p:cond delay="0"/>
                                  </p:stCondLst>
                                  <p:childTnLst>
                                    <p:set>
                                      <p:cBhvr>
                                        <p:cTn id="22" dur="1" fill="hold">
                                          <p:stCondLst>
                                            <p:cond delay="0"/>
                                          </p:stCondLst>
                                        </p:cTn>
                                        <p:tgtEl>
                                          <p:spTgt spid="79"/>
                                        </p:tgtEl>
                                        <p:attrNameLst>
                                          <p:attrName>style.visibility</p:attrName>
                                        </p:attrNameLst>
                                      </p:cBhvr>
                                      <p:to>
                                        <p:strVal val="visible"/>
                                      </p:to>
                                    </p:set>
                                    <p:anim calcmode="lin" valueType="num">
                                      <p:cBhvr>
                                        <p:cTn id="23" dur="500" fill="hold"/>
                                        <p:tgtEl>
                                          <p:spTgt spid="79"/>
                                        </p:tgtEl>
                                        <p:attrNameLst>
                                          <p:attrName>ppt_w</p:attrName>
                                        </p:attrNameLst>
                                      </p:cBhvr>
                                      <p:tavLst>
                                        <p:tav tm="0">
                                          <p:val>
                                            <p:fltVal val="0"/>
                                          </p:val>
                                        </p:tav>
                                        <p:tav tm="100000">
                                          <p:val>
                                            <p:strVal val="#ppt_w"/>
                                          </p:val>
                                        </p:tav>
                                      </p:tavLst>
                                    </p:anim>
                                    <p:anim calcmode="lin" valueType="num">
                                      <p:cBhvr>
                                        <p:cTn id="24" dur="500" fill="hold"/>
                                        <p:tgtEl>
                                          <p:spTgt spid="79"/>
                                        </p:tgtEl>
                                        <p:attrNameLst>
                                          <p:attrName>ppt_h</p:attrName>
                                        </p:attrNameLst>
                                      </p:cBhvr>
                                      <p:tavLst>
                                        <p:tav tm="0">
                                          <p:val>
                                            <p:fltVal val="0"/>
                                          </p:val>
                                        </p:tav>
                                        <p:tav tm="100000">
                                          <p:val>
                                            <p:strVal val="#ppt_h"/>
                                          </p:val>
                                        </p:tav>
                                      </p:tavLst>
                                    </p:anim>
                                    <p:animEffect transition="in" filter="fade">
                                      <p:cBhvr>
                                        <p:cTn id="25" dur="500"/>
                                        <p:tgtEl>
                                          <p:spTgt spid="79"/>
                                        </p:tgtEl>
                                      </p:cBhvr>
                                    </p:animEffect>
                                  </p:childTnLst>
                                </p:cTn>
                              </p:par>
                            </p:childTnLst>
                          </p:cTn>
                        </p:par>
                        <p:par>
                          <p:cTn id="26" fill="hold">
                            <p:stCondLst>
                              <p:cond delay="800"/>
                            </p:stCondLst>
                            <p:childTnLst>
                              <p:par>
                                <p:cTn id="27" presetID="42" presetClass="entr" presetSubtype="0" fill="hold" grpId="0" nodeType="afterEffect">
                                  <p:stCondLst>
                                    <p:cond delay="0"/>
                                  </p:stCondLst>
                                  <p:childTnLst>
                                    <p:set>
                                      <p:cBhvr>
                                        <p:cTn id="28" dur="1" fill="hold">
                                          <p:stCondLst>
                                            <p:cond delay="0"/>
                                          </p:stCondLst>
                                        </p:cTn>
                                        <p:tgtEl>
                                          <p:spTgt spid="85"/>
                                        </p:tgtEl>
                                        <p:attrNameLst>
                                          <p:attrName>style.visibility</p:attrName>
                                        </p:attrNameLst>
                                      </p:cBhvr>
                                      <p:to>
                                        <p:strVal val="visible"/>
                                      </p:to>
                                    </p:set>
                                    <p:animEffect>
                                      <p:cBhvr>
                                        <p:cTn id="29" dur="600"/>
                                        <p:tgtEl>
                                          <p:spTgt spid="85"/>
                                        </p:tgtEl>
                                      </p:cBhvr>
                                    </p:animEffect>
                                    <p:anim calcmode="lin" valueType="num">
                                      <p:cBhvr>
                                        <p:cTn id="30" dur="600" fill="hold"/>
                                        <p:tgtEl>
                                          <p:spTgt spid="85"/>
                                        </p:tgtEl>
                                        <p:attrNameLst>
                                          <p:attrName>ppt_x</p:attrName>
                                        </p:attrNameLst>
                                      </p:cBhvr>
                                      <p:tavLst>
                                        <p:tav tm="0">
                                          <p:val>
                                            <p:strVal val="#ppt_x"/>
                                          </p:val>
                                        </p:tav>
                                        <p:tav tm="100000">
                                          <p:val>
                                            <p:strVal val="#ppt_x"/>
                                          </p:val>
                                        </p:tav>
                                      </p:tavLst>
                                    </p:anim>
                                    <p:anim calcmode="lin" valueType="num">
                                      <p:cBhvr>
                                        <p:cTn id="31" dur="600" fill="hold"/>
                                        <p:tgtEl>
                                          <p:spTgt spid="85"/>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56"/>
                                        </p:tgtEl>
                                        <p:attrNameLst>
                                          <p:attrName>style.visibility</p:attrName>
                                        </p:attrNameLst>
                                      </p:cBhvr>
                                      <p:to>
                                        <p:strVal val="visible"/>
                                      </p:to>
                                    </p:set>
                                    <p:animEffect>
                                      <p:cBhvr>
                                        <p:cTn id="34" dur="600"/>
                                        <p:tgtEl>
                                          <p:spTgt spid="56"/>
                                        </p:tgtEl>
                                      </p:cBhvr>
                                    </p:animEffect>
                                    <p:anim calcmode="lin" valueType="num">
                                      <p:cBhvr>
                                        <p:cTn id="35" dur="600" fill="hold"/>
                                        <p:tgtEl>
                                          <p:spTgt spid="56"/>
                                        </p:tgtEl>
                                        <p:attrNameLst>
                                          <p:attrName>ppt_x</p:attrName>
                                        </p:attrNameLst>
                                      </p:cBhvr>
                                      <p:tavLst>
                                        <p:tav tm="0">
                                          <p:val>
                                            <p:strVal val="#ppt_x"/>
                                          </p:val>
                                        </p:tav>
                                        <p:tav tm="100000">
                                          <p:val>
                                            <p:strVal val="#ppt_x"/>
                                          </p:val>
                                        </p:tav>
                                      </p:tavLst>
                                    </p:anim>
                                    <p:anim calcmode="lin" valueType="num">
                                      <p:cBhvr>
                                        <p:cTn id="36" dur="600" fill="hold"/>
                                        <p:tgtEl>
                                          <p:spTgt spid="56"/>
                                        </p:tgtEl>
                                        <p:attrNameLst>
                                          <p:attrName>ppt_y</p:attrName>
                                        </p:attrNameLst>
                                      </p:cBhvr>
                                      <p:tavLst>
                                        <p:tav tm="0">
                                          <p:val>
                                            <p:strVal val="#ppt_y+.1"/>
                                          </p:val>
                                        </p:tav>
                                        <p:tav tm="100000">
                                          <p:val>
                                            <p:strVal val="#ppt_y"/>
                                          </p:val>
                                        </p:tav>
                                      </p:tavLst>
                                    </p:anim>
                                  </p:childTnLst>
                                </p:cTn>
                              </p:par>
                            </p:childTnLst>
                          </p:cTn>
                        </p:par>
                        <p:par>
                          <p:cTn id="37" fill="hold">
                            <p:stCondLst>
                              <p:cond delay="1400"/>
                            </p:stCondLst>
                            <p:childTnLst>
                              <p:par>
                                <p:cTn id="38" presetID="10" presetClass="entr" presetSubtype="0" fill="hold" grpId="0" nodeType="afterEffect">
                                  <p:stCondLst>
                                    <p:cond delay="0"/>
                                  </p:stCondLst>
                                  <p:childTnLst>
                                    <p:set>
                                      <p:cBhvr>
                                        <p:cTn id="39" dur="1" fill="hold">
                                          <p:stCondLst>
                                            <p:cond delay="0"/>
                                          </p:stCondLst>
                                        </p:cTn>
                                        <p:tgtEl>
                                          <p:spTgt spid="87"/>
                                        </p:tgtEl>
                                        <p:attrNameLst>
                                          <p:attrName>style.visibility</p:attrName>
                                        </p:attrNameLst>
                                      </p:cBhvr>
                                      <p:to>
                                        <p:strVal val="visible"/>
                                      </p:to>
                                    </p:set>
                                    <p:anim calcmode="lin" valueType="num">
                                      <p:cBhvr>
                                        <p:cTn id="40" dur="300" fill="hold"/>
                                        <p:tgtEl>
                                          <p:spTgt spid="87"/>
                                        </p:tgtEl>
                                        <p:attrNameLst>
                                          <p:attrName>ppt_w</p:attrName>
                                        </p:attrNameLst>
                                      </p:cBhvr>
                                      <p:tavLst>
                                        <p:tav tm="0">
                                          <p:val>
                                            <p:fltVal val="0"/>
                                          </p:val>
                                        </p:tav>
                                        <p:tav tm="100000">
                                          <p:val>
                                            <p:strVal val="#ppt_w"/>
                                          </p:val>
                                        </p:tav>
                                      </p:tavLst>
                                    </p:anim>
                                    <p:anim calcmode="lin" valueType="num">
                                      <p:cBhvr>
                                        <p:cTn id="41" dur="300" fill="hold"/>
                                        <p:tgtEl>
                                          <p:spTgt spid="87"/>
                                        </p:tgtEl>
                                        <p:attrNameLst>
                                          <p:attrName>ppt_h</p:attrName>
                                        </p:attrNameLst>
                                      </p:cBhvr>
                                      <p:tavLst>
                                        <p:tav tm="0">
                                          <p:val>
                                            <p:fltVal val="0"/>
                                          </p:val>
                                        </p:tav>
                                        <p:tav tm="100000">
                                          <p:val>
                                            <p:strVal val="#ppt_h"/>
                                          </p:val>
                                        </p:tav>
                                      </p:tavLst>
                                    </p:anim>
                                    <p:animEffect>
                                      <p:cBhvr>
                                        <p:cTn id="42" dur="300"/>
                                        <p:tgtEl>
                                          <p:spTgt spid="87"/>
                                        </p:tgtEl>
                                      </p:cBhvr>
                                    </p:animEffect>
                                  </p:childTnLst>
                                </p:cTn>
                              </p:par>
                              <p:par>
                                <p:cTn id="43" presetID="10" presetClass="entr" presetSubtype="0" fill="hold" nodeType="withEffect">
                                  <p:stCondLst>
                                    <p:cond delay="0"/>
                                  </p:stCondLst>
                                  <p:childTnLst>
                                    <p:set>
                                      <p:cBhvr>
                                        <p:cTn id="44" dur="1" fill="hold">
                                          <p:stCondLst>
                                            <p:cond delay="0"/>
                                          </p:stCondLst>
                                        </p:cTn>
                                        <p:tgtEl>
                                          <p:spTgt spid="47"/>
                                        </p:tgtEl>
                                        <p:attrNameLst>
                                          <p:attrName>style.visibility</p:attrName>
                                        </p:attrNameLst>
                                      </p:cBhvr>
                                      <p:to>
                                        <p:strVal val="visible"/>
                                      </p:to>
                                    </p:set>
                                    <p:anim calcmode="lin" valueType="num">
                                      <p:cBhvr>
                                        <p:cTn id="45" dur="300" fill="hold"/>
                                        <p:tgtEl>
                                          <p:spTgt spid="47"/>
                                        </p:tgtEl>
                                        <p:attrNameLst>
                                          <p:attrName>ppt_w</p:attrName>
                                        </p:attrNameLst>
                                      </p:cBhvr>
                                      <p:tavLst>
                                        <p:tav tm="0">
                                          <p:val>
                                            <p:fltVal val="0"/>
                                          </p:val>
                                        </p:tav>
                                        <p:tav tm="100000">
                                          <p:val>
                                            <p:strVal val="#ppt_w"/>
                                          </p:val>
                                        </p:tav>
                                      </p:tavLst>
                                    </p:anim>
                                    <p:anim calcmode="lin" valueType="num">
                                      <p:cBhvr>
                                        <p:cTn id="46" dur="300" fill="hold"/>
                                        <p:tgtEl>
                                          <p:spTgt spid="47"/>
                                        </p:tgtEl>
                                        <p:attrNameLst>
                                          <p:attrName>ppt_h</p:attrName>
                                        </p:attrNameLst>
                                      </p:cBhvr>
                                      <p:tavLst>
                                        <p:tav tm="0">
                                          <p:val>
                                            <p:fltVal val="0"/>
                                          </p:val>
                                        </p:tav>
                                        <p:tav tm="100000">
                                          <p:val>
                                            <p:strVal val="#ppt_h"/>
                                          </p:val>
                                        </p:tav>
                                      </p:tavLst>
                                    </p:anim>
                                    <p:animEffect>
                                      <p:cBhvr>
                                        <p:cTn id="47" dur="300"/>
                                        <p:tgtEl>
                                          <p:spTgt spid="47"/>
                                        </p:tgtEl>
                                      </p:cBhvr>
                                    </p:animEffect>
                                  </p:childTnLst>
                                </p:cTn>
                              </p:par>
                            </p:childTnLst>
                          </p:cTn>
                        </p:par>
                        <p:par>
                          <p:cTn id="48" fill="hold">
                            <p:stCondLst>
                              <p:cond delay="1700"/>
                            </p:stCondLst>
                            <p:childTnLst>
                              <p:par>
                                <p:cTn id="49" presetID="53" presetClass="entr" presetSubtype="16" fill="hold" nodeType="afterEffect">
                                  <p:stCondLst>
                                    <p:cond delay="0"/>
                                  </p:stCondLst>
                                  <p:childTnLst>
                                    <p:set>
                                      <p:cBhvr>
                                        <p:cTn id="50" dur="1" fill="hold">
                                          <p:stCondLst>
                                            <p:cond delay="0"/>
                                          </p:stCondLst>
                                        </p:cTn>
                                        <p:tgtEl>
                                          <p:spTgt spid="64"/>
                                        </p:tgtEl>
                                        <p:attrNameLst>
                                          <p:attrName>style.visibility</p:attrName>
                                        </p:attrNameLst>
                                      </p:cBhvr>
                                      <p:to>
                                        <p:strVal val="visible"/>
                                      </p:to>
                                    </p:set>
                                    <p:anim calcmode="lin" valueType="num">
                                      <p:cBhvr>
                                        <p:cTn id="51" dur="500" fill="hold"/>
                                        <p:tgtEl>
                                          <p:spTgt spid="64"/>
                                        </p:tgtEl>
                                        <p:attrNameLst>
                                          <p:attrName>ppt_w</p:attrName>
                                        </p:attrNameLst>
                                      </p:cBhvr>
                                      <p:tavLst>
                                        <p:tav tm="0">
                                          <p:val>
                                            <p:fltVal val="0"/>
                                          </p:val>
                                        </p:tav>
                                        <p:tav tm="100000">
                                          <p:val>
                                            <p:strVal val="#ppt_w"/>
                                          </p:val>
                                        </p:tav>
                                      </p:tavLst>
                                    </p:anim>
                                    <p:anim calcmode="lin" valueType="num">
                                      <p:cBhvr>
                                        <p:cTn id="52" dur="500" fill="hold"/>
                                        <p:tgtEl>
                                          <p:spTgt spid="64"/>
                                        </p:tgtEl>
                                        <p:attrNameLst>
                                          <p:attrName>ppt_h</p:attrName>
                                        </p:attrNameLst>
                                      </p:cBhvr>
                                      <p:tavLst>
                                        <p:tav tm="0">
                                          <p:val>
                                            <p:fltVal val="0"/>
                                          </p:val>
                                        </p:tav>
                                        <p:tav tm="100000">
                                          <p:val>
                                            <p:strVal val="#ppt_h"/>
                                          </p:val>
                                        </p:tav>
                                      </p:tavLst>
                                    </p:anim>
                                    <p:animEffect transition="in" filter="fade">
                                      <p:cBhvr>
                                        <p:cTn id="53" dur="500"/>
                                        <p:tgtEl>
                                          <p:spTgt spid="64"/>
                                        </p:tgtEl>
                                      </p:cBhvr>
                                    </p:animEffect>
                                  </p:childTnLst>
                                </p:cTn>
                              </p:par>
                              <p:par>
                                <p:cTn id="54" presetID="53" presetClass="entr" presetSubtype="16" fill="hold" grpId="0" nodeType="withEffect">
                                  <p:stCondLst>
                                    <p:cond delay="0"/>
                                  </p:stCondLst>
                                  <p:childTnLst>
                                    <p:set>
                                      <p:cBhvr>
                                        <p:cTn id="55" dur="1" fill="hold">
                                          <p:stCondLst>
                                            <p:cond delay="0"/>
                                          </p:stCondLst>
                                        </p:cTn>
                                        <p:tgtEl>
                                          <p:spTgt spid="80"/>
                                        </p:tgtEl>
                                        <p:attrNameLst>
                                          <p:attrName>style.visibility</p:attrName>
                                        </p:attrNameLst>
                                      </p:cBhvr>
                                      <p:to>
                                        <p:strVal val="visible"/>
                                      </p:to>
                                    </p:set>
                                    <p:anim calcmode="lin" valueType="num">
                                      <p:cBhvr>
                                        <p:cTn id="56" dur="500" fill="hold"/>
                                        <p:tgtEl>
                                          <p:spTgt spid="80"/>
                                        </p:tgtEl>
                                        <p:attrNameLst>
                                          <p:attrName>ppt_w</p:attrName>
                                        </p:attrNameLst>
                                      </p:cBhvr>
                                      <p:tavLst>
                                        <p:tav tm="0">
                                          <p:val>
                                            <p:fltVal val="0"/>
                                          </p:val>
                                        </p:tav>
                                        <p:tav tm="100000">
                                          <p:val>
                                            <p:strVal val="#ppt_w"/>
                                          </p:val>
                                        </p:tav>
                                      </p:tavLst>
                                    </p:anim>
                                    <p:anim calcmode="lin" valueType="num">
                                      <p:cBhvr>
                                        <p:cTn id="57" dur="500" fill="hold"/>
                                        <p:tgtEl>
                                          <p:spTgt spid="80"/>
                                        </p:tgtEl>
                                        <p:attrNameLst>
                                          <p:attrName>ppt_h</p:attrName>
                                        </p:attrNameLst>
                                      </p:cBhvr>
                                      <p:tavLst>
                                        <p:tav tm="0">
                                          <p:val>
                                            <p:fltVal val="0"/>
                                          </p:val>
                                        </p:tav>
                                        <p:tav tm="100000">
                                          <p:val>
                                            <p:strVal val="#ppt_h"/>
                                          </p:val>
                                        </p:tav>
                                      </p:tavLst>
                                    </p:anim>
                                    <p:animEffect transition="in" filter="fade">
                                      <p:cBhvr>
                                        <p:cTn id="58" dur="500"/>
                                        <p:tgtEl>
                                          <p:spTgt spid="80"/>
                                        </p:tgtEl>
                                      </p:cBhvr>
                                    </p:animEffect>
                                  </p:childTnLst>
                                </p:cTn>
                              </p:par>
                            </p:childTnLst>
                          </p:cTn>
                        </p:par>
                        <p:par>
                          <p:cTn id="59" fill="hold">
                            <p:stCondLst>
                              <p:cond delay="2200"/>
                            </p:stCondLst>
                            <p:childTnLst>
                              <p:par>
                                <p:cTn id="60" presetID="47" presetClass="entr" presetSubtype="0" fill="hold" grpId="0" nodeType="afterEffect">
                                  <p:stCondLst>
                                    <p:cond delay="0"/>
                                  </p:stCondLst>
                                  <p:childTnLst>
                                    <p:set>
                                      <p:cBhvr>
                                        <p:cTn id="61" dur="1" fill="hold">
                                          <p:stCondLst>
                                            <p:cond delay="0"/>
                                          </p:stCondLst>
                                        </p:cTn>
                                        <p:tgtEl>
                                          <p:spTgt spid="94"/>
                                        </p:tgtEl>
                                        <p:attrNameLst>
                                          <p:attrName>style.visibility</p:attrName>
                                        </p:attrNameLst>
                                      </p:cBhvr>
                                      <p:to>
                                        <p:strVal val="visible"/>
                                      </p:to>
                                    </p:set>
                                    <p:animEffect>
                                      <p:cBhvr>
                                        <p:cTn id="62" dur="600"/>
                                        <p:tgtEl>
                                          <p:spTgt spid="94"/>
                                        </p:tgtEl>
                                      </p:cBhvr>
                                    </p:animEffect>
                                    <p:anim calcmode="lin" valueType="num">
                                      <p:cBhvr>
                                        <p:cTn id="63" dur="600" fill="hold"/>
                                        <p:tgtEl>
                                          <p:spTgt spid="94"/>
                                        </p:tgtEl>
                                        <p:attrNameLst>
                                          <p:attrName>ppt_x</p:attrName>
                                        </p:attrNameLst>
                                      </p:cBhvr>
                                      <p:tavLst>
                                        <p:tav tm="0">
                                          <p:val>
                                            <p:strVal val="#ppt_x"/>
                                          </p:val>
                                        </p:tav>
                                        <p:tav tm="100000">
                                          <p:val>
                                            <p:strVal val="#ppt_x"/>
                                          </p:val>
                                        </p:tav>
                                      </p:tavLst>
                                    </p:anim>
                                    <p:anim calcmode="lin" valueType="num">
                                      <p:cBhvr>
                                        <p:cTn id="64" dur="600" fill="hold"/>
                                        <p:tgtEl>
                                          <p:spTgt spid="94"/>
                                        </p:tgtEl>
                                        <p:attrNameLst>
                                          <p:attrName>ppt_y</p:attrName>
                                        </p:attrNameLst>
                                      </p:cBhvr>
                                      <p:tavLst>
                                        <p:tav tm="0">
                                          <p:val>
                                            <p:strVal val="#ppt_y-.1"/>
                                          </p:val>
                                        </p:tav>
                                        <p:tav tm="100000">
                                          <p:val>
                                            <p:strVal val="#ppt_y"/>
                                          </p:val>
                                        </p:tav>
                                      </p:tavLst>
                                    </p:anim>
                                  </p:childTnLst>
                                </p:cTn>
                              </p:par>
                              <p:par>
                                <p:cTn id="65" presetID="47" presetClass="entr" presetSubtype="0" fill="hold" grpId="0" nodeType="withEffect">
                                  <p:stCondLst>
                                    <p:cond delay="0"/>
                                  </p:stCondLst>
                                  <p:childTnLst>
                                    <p:set>
                                      <p:cBhvr>
                                        <p:cTn id="66" dur="1" fill="hold">
                                          <p:stCondLst>
                                            <p:cond delay="0"/>
                                          </p:stCondLst>
                                        </p:cTn>
                                        <p:tgtEl>
                                          <p:spTgt spid="93"/>
                                        </p:tgtEl>
                                        <p:attrNameLst>
                                          <p:attrName>style.visibility</p:attrName>
                                        </p:attrNameLst>
                                      </p:cBhvr>
                                      <p:to>
                                        <p:strVal val="visible"/>
                                      </p:to>
                                    </p:set>
                                    <p:animEffect>
                                      <p:cBhvr>
                                        <p:cTn id="67" dur="600"/>
                                        <p:tgtEl>
                                          <p:spTgt spid="93"/>
                                        </p:tgtEl>
                                      </p:cBhvr>
                                    </p:animEffect>
                                    <p:anim calcmode="lin" valueType="num">
                                      <p:cBhvr>
                                        <p:cTn id="68" dur="600" fill="hold"/>
                                        <p:tgtEl>
                                          <p:spTgt spid="93"/>
                                        </p:tgtEl>
                                        <p:attrNameLst>
                                          <p:attrName>ppt_x</p:attrName>
                                        </p:attrNameLst>
                                      </p:cBhvr>
                                      <p:tavLst>
                                        <p:tav tm="0">
                                          <p:val>
                                            <p:strVal val="#ppt_x"/>
                                          </p:val>
                                        </p:tav>
                                        <p:tav tm="100000">
                                          <p:val>
                                            <p:strVal val="#ppt_x"/>
                                          </p:val>
                                        </p:tav>
                                      </p:tavLst>
                                    </p:anim>
                                    <p:anim calcmode="lin" valueType="num">
                                      <p:cBhvr>
                                        <p:cTn id="69" dur="600" fill="hold"/>
                                        <p:tgtEl>
                                          <p:spTgt spid="93"/>
                                        </p:tgtEl>
                                        <p:attrNameLst>
                                          <p:attrName>ppt_y</p:attrName>
                                        </p:attrNameLst>
                                      </p:cBhvr>
                                      <p:tavLst>
                                        <p:tav tm="0">
                                          <p:val>
                                            <p:strVal val="#ppt_y-.1"/>
                                          </p:val>
                                        </p:tav>
                                        <p:tav tm="100000">
                                          <p:val>
                                            <p:strVal val="#ppt_y"/>
                                          </p:val>
                                        </p:tav>
                                      </p:tavLst>
                                    </p:anim>
                                  </p:childTnLst>
                                </p:cTn>
                              </p:par>
                            </p:childTnLst>
                          </p:cTn>
                        </p:par>
                        <p:par>
                          <p:cTn id="70" fill="hold">
                            <p:stCondLst>
                              <p:cond delay="2800"/>
                            </p:stCondLst>
                            <p:childTnLst>
                              <p:par>
                                <p:cTn id="71" presetID="10" presetClass="entr" presetSubtype="0" fill="hold" grpId="0" nodeType="afterEffect">
                                  <p:stCondLst>
                                    <p:cond delay="0"/>
                                  </p:stCondLst>
                                  <p:childTnLst>
                                    <p:set>
                                      <p:cBhvr>
                                        <p:cTn id="72" dur="1" fill="hold">
                                          <p:stCondLst>
                                            <p:cond delay="0"/>
                                          </p:stCondLst>
                                        </p:cTn>
                                        <p:tgtEl>
                                          <p:spTgt spid="88"/>
                                        </p:tgtEl>
                                        <p:attrNameLst>
                                          <p:attrName>style.visibility</p:attrName>
                                        </p:attrNameLst>
                                      </p:cBhvr>
                                      <p:to>
                                        <p:strVal val="visible"/>
                                      </p:to>
                                    </p:set>
                                    <p:anim calcmode="lin" valueType="num">
                                      <p:cBhvr>
                                        <p:cTn id="73" dur="300" fill="hold"/>
                                        <p:tgtEl>
                                          <p:spTgt spid="88"/>
                                        </p:tgtEl>
                                        <p:attrNameLst>
                                          <p:attrName>ppt_w</p:attrName>
                                        </p:attrNameLst>
                                      </p:cBhvr>
                                      <p:tavLst>
                                        <p:tav tm="0">
                                          <p:val>
                                            <p:fltVal val="0"/>
                                          </p:val>
                                        </p:tav>
                                        <p:tav tm="100000">
                                          <p:val>
                                            <p:strVal val="#ppt_w"/>
                                          </p:val>
                                        </p:tav>
                                      </p:tavLst>
                                    </p:anim>
                                    <p:anim calcmode="lin" valueType="num">
                                      <p:cBhvr>
                                        <p:cTn id="74" dur="300" fill="hold"/>
                                        <p:tgtEl>
                                          <p:spTgt spid="88"/>
                                        </p:tgtEl>
                                        <p:attrNameLst>
                                          <p:attrName>ppt_h</p:attrName>
                                        </p:attrNameLst>
                                      </p:cBhvr>
                                      <p:tavLst>
                                        <p:tav tm="0">
                                          <p:val>
                                            <p:fltVal val="0"/>
                                          </p:val>
                                        </p:tav>
                                        <p:tav tm="100000">
                                          <p:val>
                                            <p:strVal val="#ppt_h"/>
                                          </p:val>
                                        </p:tav>
                                      </p:tavLst>
                                    </p:anim>
                                    <p:animEffect>
                                      <p:cBhvr>
                                        <p:cTn id="75" dur="300"/>
                                        <p:tgtEl>
                                          <p:spTgt spid="88"/>
                                        </p:tgtEl>
                                      </p:cBhvr>
                                    </p:animEffect>
                                  </p:childTnLst>
                                </p:cTn>
                              </p:par>
                              <p:par>
                                <p:cTn id="76" presetID="10" presetClass="entr" presetSubtype="0" fill="hold" nodeType="withEffect">
                                  <p:stCondLst>
                                    <p:cond delay="0"/>
                                  </p:stCondLst>
                                  <p:childTnLst>
                                    <p:set>
                                      <p:cBhvr>
                                        <p:cTn id="77" dur="1" fill="hold">
                                          <p:stCondLst>
                                            <p:cond delay="0"/>
                                          </p:stCondLst>
                                        </p:cTn>
                                        <p:tgtEl>
                                          <p:spTgt spid="51"/>
                                        </p:tgtEl>
                                        <p:attrNameLst>
                                          <p:attrName>style.visibility</p:attrName>
                                        </p:attrNameLst>
                                      </p:cBhvr>
                                      <p:to>
                                        <p:strVal val="visible"/>
                                      </p:to>
                                    </p:set>
                                    <p:anim calcmode="lin" valueType="num">
                                      <p:cBhvr>
                                        <p:cTn id="78" dur="300" fill="hold"/>
                                        <p:tgtEl>
                                          <p:spTgt spid="51"/>
                                        </p:tgtEl>
                                        <p:attrNameLst>
                                          <p:attrName>ppt_w</p:attrName>
                                        </p:attrNameLst>
                                      </p:cBhvr>
                                      <p:tavLst>
                                        <p:tav tm="0">
                                          <p:val>
                                            <p:fltVal val="0"/>
                                          </p:val>
                                        </p:tav>
                                        <p:tav tm="100000">
                                          <p:val>
                                            <p:strVal val="#ppt_w"/>
                                          </p:val>
                                        </p:tav>
                                      </p:tavLst>
                                    </p:anim>
                                    <p:anim calcmode="lin" valueType="num">
                                      <p:cBhvr>
                                        <p:cTn id="79" dur="300" fill="hold"/>
                                        <p:tgtEl>
                                          <p:spTgt spid="51"/>
                                        </p:tgtEl>
                                        <p:attrNameLst>
                                          <p:attrName>ppt_h</p:attrName>
                                        </p:attrNameLst>
                                      </p:cBhvr>
                                      <p:tavLst>
                                        <p:tav tm="0">
                                          <p:val>
                                            <p:fltVal val="0"/>
                                          </p:val>
                                        </p:tav>
                                        <p:tav tm="100000">
                                          <p:val>
                                            <p:strVal val="#ppt_h"/>
                                          </p:val>
                                        </p:tav>
                                      </p:tavLst>
                                    </p:anim>
                                    <p:animEffect>
                                      <p:cBhvr>
                                        <p:cTn id="80" dur="300"/>
                                        <p:tgtEl>
                                          <p:spTgt spid="51"/>
                                        </p:tgtEl>
                                      </p:cBhvr>
                                    </p:animEffect>
                                  </p:childTnLst>
                                </p:cTn>
                              </p:par>
                            </p:childTnLst>
                          </p:cTn>
                        </p:par>
                        <p:par>
                          <p:cTn id="81" fill="hold">
                            <p:stCondLst>
                              <p:cond delay="3100"/>
                            </p:stCondLst>
                            <p:childTnLst>
                              <p:par>
                                <p:cTn id="82" presetID="53" presetClass="entr" presetSubtype="16" fill="hold" nodeType="afterEffect">
                                  <p:stCondLst>
                                    <p:cond delay="0"/>
                                  </p:stCondLst>
                                  <p:childTnLst>
                                    <p:set>
                                      <p:cBhvr>
                                        <p:cTn id="83" dur="1" fill="hold">
                                          <p:stCondLst>
                                            <p:cond delay="0"/>
                                          </p:stCondLst>
                                        </p:cTn>
                                        <p:tgtEl>
                                          <p:spTgt spid="69"/>
                                        </p:tgtEl>
                                        <p:attrNameLst>
                                          <p:attrName>style.visibility</p:attrName>
                                        </p:attrNameLst>
                                      </p:cBhvr>
                                      <p:to>
                                        <p:strVal val="visible"/>
                                      </p:to>
                                    </p:set>
                                    <p:anim calcmode="lin" valueType="num">
                                      <p:cBhvr>
                                        <p:cTn id="84" dur="500" fill="hold"/>
                                        <p:tgtEl>
                                          <p:spTgt spid="69"/>
                                        </p:tgtEl>
                                        <p:attrNameLst>
                                          <p:attrName>ppt_w</p:attrName>
                                        </p:attrNameLst>
                                      </p:cBhvr>
                                      <p:tavLst>
                                        <p:tav tm="0">
                                          <p:val>
                                            <p:fltVal val="0"/>
                                          </p:val>
                                        </p:tav>
                                        <p:tav tm="100000">
                                          <p:val>
                                            <p:strVal val="#ppt_w"/>
                                          </p:val>
                                        </p:tav>
                                      </p:tavLst>
                                    </p:anim>
                                    <p:anim calcmode="lin" valueType="num">
                                      <p:cBhvr>
                                        <p:cTn id="85" dur="500" fill="hold"/>
                                        <p:tgtEl>
                                          <p:spTgt spid="69"/>
                                        </p:tgtEl>
                                        <p:attrNameLst>
                                          <p:attrName>ppt_h</p:attrName>
                                        </p:attrNameLst>
                                      </p:cBhvr>
                                      <p:tavLst>
                                        <p:tav tm="0">
                                          <p:val>
                                            <p:fltVal val="0"/>
                                          </p:val>
                                        </p:tav>
                                        <p:tav tm="100000">
                                          <p:val>
                                            <p:strVal val="#ppt_h"/>
                                          </p:val>
                                        </p:tav>
                                      </p:tavLst>
                                    </p:anim>
                                    <p:animEffect transition="in" filter="fade">
                                      <p:cBhvr>
                                        <p:cTn id="86" dur="500"/>
                                        <p:tgtEl>
                                          <p:spTgt spid="69"/>
                                        </p:tgtEl>
                                      </p:cBhvr>
                                    </p:animEffect>
                                  </p:childTnLst>
                                </p:cTn>
                              </p:par>
                              <p:par>
                                <p:cTn id="87" presetID="53" presetClass="entr" presetSubtype="16" fill="hold" grpId="0" nodeType="withEffect">
                                  <p:stCondLst>
                                    <p:cond delay="0"/>
                                  </p:stCondLst>
                                  <p:childTnLst>
                                    <p:set>
                                      <p:cBhvr>
                                        <p:cTn id="88" dur="1" fill="hold">
                                          <p:stCondLst>
                                            <p:cond delay="0"/>
                                          </p:stCondLst>
                                        </p:cTn>
                                        <p:tgtEl>
                                          <p:spTgt spid="81"/>
                                        </p:tgtEl>
                                        <p:attrNameLst>
                                          <p:attrName>style.visibility</p:attrName>
                                        </p:attrNameLst>
                                      </p:cBhvr>
                                      <p:to>
                                        <p:strVal val="visible"/>
                                      </p:to>
                                    </p:set>
                                    <p:anim calcmode="lin" valueType="num">
                                      <p:cBhvr>
                                        <p:cTn id="89" dur="500" fill="hold"/>
                                        <p:tgtEl>
                                          <p:spTgt spid="81"/>
                                        </p:tgtEl>
                                        <p:attrNameLst>
                                          <p:attrName>ppt_w</p:attrName>
                                        </p:attrNameLst>
                                      </p:cBhvr>
                                      <p:tavLst>
                                        <p:tav tm="0">
                                          <p:val>
                                            <p:fltVal val="0"/>
                                          </p:val>
                                        </p:tav>
                                        <p:tav tm="100000">
                                          <p:val>
                                            <p:strVal val="#ppt_w"/>
                                          </p:val>
                                        </p:tav>
                                      </p:tavLst>
                                    </p:anim>
                                    <p:anim calcmode="lin" valueType="num">
                                      <p:cBhvr>
                                        <p:cTn id="90" dur="500" fill="hold"/>
                                        <p:tgtEl>
                                          <p:spTgt spid="81"/>
                                        </p:tgtEl>
                                        <p:attrNameLst>
                                          <p:attrName>ppt_h</p:attrName>
                                        </p:attrNameLst>
                                      </p:cBhvr>
                                      <p:tavLst>
                                        <p:tav tm="0">
                                          <p:val>
                                            <p:fltVal val="0"/>
                                          </p:val>
                                        </p:tav>
                                        <p:tav tm="100000">
                                          <p:val>
                                            <p:strVal val="#ppt_h"/>
                                          </p:val>
                                        </p:tav>
                                      </p:tavLst>
                                    </p:anim>
                                    <p:animEffect transition="in" filter="fade">
                                      <p:cBhvr>
                                        <p:cTn id="91" dur="500"/>
                                        <p:tgtEl>
                                          <p:spTgt spid="81"/>
                                        </p:tgtEl>
                                      </p:cBhvr>
                                    </p:animEffect>
                                  </p:childTnLst>
                                </p:cTn>
                              </p:par>
                            </p:childTnLst>
                          </p:cTn>
                        </p:par>
                        <p:par>
                          <p:cTn id="92" fill="hold">
                            <p:stCondLst>
                              <p:cond delay="3600"/>
                            </p:stCondLst>
                            <p:childTnLst>
                              <p:par>
                                <p:cTn id="93" presetID="42" presetClass="entr" presetSubtype="0" fill="hold" grpId="0" nodeType="afterEffect">
                                  <p:stCondLst>
                                    <p:cond delay="0"/>
                                  </p:stCondLst>
                                  <p:childTnLst>
                                    <p:set>
                                      <p:cBhvr>
                                        <p:cTn id="94" dur="1" fill="hold">
                                          <p:stCondLst>
                                            <p:cond delay="0"/>
                                          </p:stCondLst>
                                        </p:cTn>
                                        <p:tgtEl>
                                          <p:spTgt spid="96"/>
                                        </p:tgtEl>
                                        <p:attrNameLst>
                                          <p:attrName>style.visibility</p:attrName>
                                        </p:attrNameLst>
                                      </p:cBhvr>
                                      <p:to>
                                        <p:strVal val="visible"/>
                                      </p:to>
                                    </p:set>
                                    <p:animEffect>
                                      <p:cBhvr>
                                        <p:cTn id="95" dur="600"/>
                                        <p:tgtEl>
                                          <p:spTgt spid="96"/>
                                        </p:tgtEl>
                                      </p:cBhvr>
                                    </p:animEffect>
                                    <p:anim calcmode="lin" valueType="num">
                                      <p:cBhvr>
                                        <p:cTn id="96" dur="600" fill="hold"/>
                                        <p:tgtEl>
                                          <p:spTgt spid="96"/>
                                        </p:tgtEl>
                                        <p:attrNameLst>
                                          <p:attrName>ppt_x</p:attrName>
                                        </p:attrNameLst>
                                      </p:cBhvr>
                                      <p:tavLst>
                                        <p:tav tm="0">
                                          <p:val>
                                            <p:strVal val="#ppt_x"/>
                                          </p:val>
                                        </p:tav>
                                        <p:tav tm="100000">
                                          <p:val>
                                            <p:strVal val="#ppt_x"/>
                                          </p:val>
                                        </p:tav>
                                      </p:tavLst>
                                    </p:anim>
                                    <p:anim calcmode="lin" valueType="num">
                                      <p:cBhvr>
                                        <p:cTn id="97" dur="600" fill="hold"/>
                                        <p:tgtEl>
                                          <p:spTgt spid="96"/>
                                        </p:tgtEl>
                                        <p:attrNameLst>
                                          <p:attrName>ppt_y</p:attrName>
                                        </p:attrNameLst>
                                      </p:cBhvr>
                                      <p:tavLst>
                                        <p:tav tm="0">
                                          <p:val>
                                            <p:strVal val="#ppt_y+.1"/>
                                          </p:val>
                                        </p:tav>
                                        <p:tav tm="100000">
                                          <p:val>
                                            <p:strVal val="#ppt_y"/>
                                          </p:val>
                                        </p:tav>
                                      </p:tavLst>
                                    </p:anim>
                                  </p:childTnLst>
                                </p:cTn>
                              </p:par>
                              <p:par>
                                <p:cTn id="98" presetID="42" presetClass="entr" presetSubtype="0" fill="hold" grpId="0" nodeType="withEffect">
                                  <p:stCondLst>
                                    <p:cond delay="0"/>
                                  </p:stCondLst>
                                  <p:childTnLst>
                                    <p:set>
                                      <p:cBhvr>
                                        <p:cTn id="99" dur="1" fill="hold">
                                          <p:stCondLst>
                                            <p:cond delay="0"/>
                                          </p:stCondLst>
                                        </p:cTn>
                                        <p:tgtEl>
                                          <p:spTgt spid="95"/>
                                        </p:tgtEl>
                                        <p:attrNameLst>
                                          <p:attrName>style.visibility</p:attrName>
                                        </p:attrNameLst>
                                      </p:cBhvr>
                                      <p:to>
                                        <p:strVal val="visible"/>
                                      </p:to>
                                    </p:set>
                                    <p:animEffect>
                                      <p:cBhvr>
                                        <p:cTn id="100" dur="600"/>
                                        <p:tgtEl>
                                          <p:spTgt spid="95"/>
                                        </p:tgtEl>
                                      </p:cBhvr>
                                    </p:animEffect>
                                    <p:anim calcmode="lin" valueType="num">
                                      <p:cBhvr>
                                        <p:cTn id="101" dur="600" fill="hold"/>
                                        <p:tgtEl>
                                          <p:spTgt spid="95"/>
                                        </p:tgtEl>
                                        <p:attrNameLst>
                                          <p:attrName>ppt_x</p:attrName>
                                        </p:attrNameLst>
                                      </p:cBhvr>
                                      <p:tavLst>
                                        <p:tav tm="0">
                                          <p:val>
                                            <p:strVal val="#ppt_x"/>
                                          </p:val>
                                        </p:tav>
                                        <p:tav tm="100000">
                                          <p:val>
                                            <p:strVal val="#ppt_x"/>
                                          </p:val>
                                        </p:tav>
                                      </p:tavLst>
                                    </p:anim>
                                    <p:anim calcmode="lin" valueType="num">
                                      <p:cBhvr>
                                        <p:cTn id="102" dur="600" fill="hold"/>
                                        <p:tgtEl>
                                          <p:spTgt spid="95"/>
                                        </p:tgtEl>
                                        <p:attrNameLst>
                                          <p:attrName>ppt_y</p:attrName>
                                        </p:attrNameLst>
                                      </p:cBhvr>
                                      <p:tavLst>
                                        <p:tav tm="0">
                                          <p:val>
                                            <p:strVal val="#ppt_y+.1"/>
                                          </p:val>
                                        </p:tav>
                                        <p:tav tm="100000">
                                          <p:val>
                                            <p:strVal val="#ppt_y"/>
                                          </p:val>
                                        </p:tav>
                                      </p:tavLst>
                                    </p:anim>
                                  </p:childTnLst>
                                </p:cTn>
                              </p:par>
                            </p:childTnLst>
                          </p:cTn>
                        </p:par>
                        <p:par>
                          <p:cTn id="103" fill="hold">
                            <p:stCondLst>
                              <p:cond delay="4200"/>
                            </p:stCondLst>
                            <p:childTnLst>
                              <p:par>
                                <p:cTn id="104" presetID="10" presetClass="entr" presetSubtype="0" fill="hold" grpId="0" nodeType="afterEffect">
                                  <p:stCondLst>
                                    <p:cond delay="0"/>
                                  </p:stCondLst>
                                  <p:childTnLst>
                                    <p:set>
                                      <p:cBhvr>
                                        <p:cTn id="105" dur="1" fill="hold">
                                          <p:stCondLst>
                                            <p:cond delay="0"/>
                                          </p:stCondLst>
                                        </p:cTn>
                                        <p:tgtEl>
                                          <p:spTgt spid="92"/>
                                        </p:tgtEl>
                                        <p:attrNameLst>
                                          <p:attrName>style.visibility</p:attrName>
                                        </p:attrNameLst>
                                      </p:cBhvr>
                                      <p:to>
                                        <p:strVal val="visible"/>
                                      </p:to>
                                    </p:set>
                                    <p:anim calcmode="lin" valueType="num">
                                      <p:cBhvr>
                                        <p:cTn id="106" dur="300" fill="hold"/>
                                        <p:tgtEl>
                                          <p:spTgt spid="92"/>
                                        </p:tgtEl>
                                        <p:attrNameLst>
                                          <p:attrName>ppt_w</p:attrName>
                                        </p:attrNameLst>
                                      </p:cBhvr>
                                      <p:tavLst>
                                        <p:tav tm="0">
                                          <p:val>
                                            <p:fltVal val="0"/>
                                          </p:val>
                                        </p:tav>
                                        <p:tav tm="100000">
                                          <p:val>
                                            <p:strVal val="#ppt_w"/>
                                          </p:val>
                                        </p:tav>
                                      </p:tavLst>
                                    </p:anim>
                                    <p:anim calcmode="lin" valueType="num">
                                      <p:cBhvr>
                                        <p:cTn id="107" dur="300" fill="hold"/>
                                        <p:tgtEl>
                                          <p:spTgt spid="92"/>
                                        </p:tgtEl>
                                        <p:attrNameLst>
                                          <p:attrName>ppt_h</p:attrName>
                                        </p:attrNameLst>
                                      </p:cBhvr>
                                      <p:tavLst>
                                        <p:tav tm="0">
                                          <p:val>
                                            <p:fltVal val="0"/>
                                          </p:val>
                                        </p:tav>
                                        <p:tav tm="100000">
                                          <p:val>
                                            <p:strVal val="#ppt_h"/>
                                          </p:val>
                                        </p:tav>
                                      </p:tavLst>
                                    </p:anim>
                                    <p:animEffect>
                                      <p:cBhvr>
                                        <p:cTn id="108" dur="300"/>
                                        <p:tgtEl>
                                          <p:spTgt spid="92"/>
                                        </p:tgtEl>
                                      </p:cBhvr>
                                    </p:animEffect>
                                  </p:childTnLst>
                                </p:cTn>
                              </p:par>
                              <p:par>
                                <p:cTn id="109" presetID="10" presetClass="entr" presetSubtype="0" fill="hold" nodeType="withEffect">
                                  <p:stCondLst>
                                    <p:cond delay="0"/>
                                  </p:stCondLst>
                                  <p:childTnLst>
                                    <p:set>
                                      <p:cBhvr>
                                        <p:cTn id="110" dur="1" fill="hold">
                                          <p:stCondLst>
                                            <p:cond delay="0"/>
                                          </p:stCondLst>
                                        </p:cTn>
                                        <p:tgtEl>
                                          <p:spTgt spid="89"/>
                                        </p:tgtEl>
                                        <p:attrNameLst>
                                          <p:attrName>style.visibility</p:attrName>
                                        </p:attrNameLst>
                                      </p:cBhvr>
                                      <p:to>
                                        <p:strVal val="visible"/>
                                      </p:to>
                                    </p:set>
                                    <p:anim calcmode="lin" valueType="num">
                                      <p:cBhvr>
                                        <p:cTn id="111" dur="300" fill="hold"/>
                                        <p:tgtEl>
                                          <p:spTgt spid="89"/>
                                        </p:tgtEl>
                                        <p:attrNameLst>
                                          <p:attrName>ppt_w</p:attrName>
                                        </p:attrNameLst>
                                      </p:cBhvr>
                                      <p:tavLst>
                                        <p:tav tm="0">
                                          <p:val>
                                            <p:fltVal val="0"/>
                                          </p:val>
                                        </p:tav>
                                        <p:tav tm="100000">
                                          <p:val>
                                            <p:strVal val="#ppt_w"/>
                                          </p:val>
                                        </p:tav>
                                      </p:tavLst>
                                    </p:anim>
                                    <p:anim calcmode="lin" valueType="num">
                                      <p:cBhvr>
                                        <p:cTn id="112" dur="300" fill="hold"/>
                                        <p:tgtEl>
                                          <p:spTgt spid="89"/>
                                        </p:tgtEl>
                                        <p:attrNameLst>
                                          <p:attrName>ppt_h</p:attrName>
                                        </p:attrNameLst>
                                      </p:cBhvr>
                                      <p:tavLst>
                                        <p:tav tm="0">
                                          <p:val>
                                            <p:fltVal val="0"/>
                                          </p:val>
                                        </p:tav>
                                        <p:tav tm="100000">
                                          <p:val>
                                            <p:strVal val="#ppt_h"/>
                                          </p:val>
                                        </p:tav>
                                      </p:tavLst>
                                    </p:anim>
                                    <p:animEffect>
                                      <p:cBhvr>
                                        <p:cTn id="113" dur="300"/>
                                        <p:tgtEl>
                                          <p:spTgt spid="89"/>
                                        </p:tgtEl>
                                      </p:cBhvr>
                                    </p:animEffect>
                                  </p:childTnLst>
                                </p:cTn>
                              </p:par>
                            </p:childTnLst>
                          </p:cTn>
                        </p:par>
                        <p:par>
                          <p:cTn id="114" fill="hold">
                            <p:stCondLst>
                              <p:cond delay="4500"/>
                            </p:stCondLst>
                            <p:childTnLst>
                              <p:par>
                                <p:cTn id="115" presetID="53" presetClass="entr" presetSubtype="16" fill="hold" nodeType="afterEffect">
                                  <p:stCondLst>
                                    <p:cond delay="0"/>
                                  </p:stCondLst>
                                  <p:childTnLst>
                                    <p:set>
                                      <p:cBhvr>
                                        <p:cTn id="116" dur="1" fill="hold">
                                          <p:stCondLst>
                                            <p:cond delay="0"/>
                                          </p:stCondLst>
                                        </p:cTn>
                                        <p:tgtEl>
                                          <p:spTgt spid="74"/>
                                        </p:tgtEl>
                                        <p:attrNameLst>
                                          <p:attrName>style.visibility</p:attrName>
                                        </p:attrNameLst>
                                      </p:cBhvr>
                                      <p:to>
                                        <p:strVal val="visible"/>
                                      </p:to>
                                    </p:set>
                                    <p:anim calcmode="lin" valueType="num">
                                      <p:cBhvr>
                                        <p:cTn id="117" dur="500" fill="hold"/>
                                        <p:tgtEl>
                                          <p:spTgt spid="74"/>
                                        </p:tgtEl>
                                        <p:attrNameLst>
                                          <p:attrName>ppt_w</p:attrName>
                                        </p:attrNameLst>
                                      </p:cBhvr>
                                      <p:tavLst>
                                        <p:tav tm="0">
                                          <p:val>
                                            <p:fltVal val="0"/>
                                          </p:val>
                                        </p:tav>
                                        <p:tav tm="100000">
                                          <p:val>
                                            <p:strVal val="#ppt_w"/>
                                          </p:val>
                                        </p:tav>
                                      </p:tavLst>
                                    </p:anim>
                                    <p:anim calcmode="lin" valueType="num">
                                      <p:cBhvr>
                                        <p:cTn id="118" dur="500" fill="hold"/>
                                        <p:tgtEl>
                                          <p:spTgt spid="74"/>
                                        </p:tgtEl>
                                        <p:attrNameLst>
                                          <p:attrName>ppt_h</p:attrName>
                                        </p:attrNameLst>
                                      </p:cBhvr>
                                      <p:tavLst>
                                        <p:tav tm="0">
                                          <p:val>
                                            <p:fltVal val="0"/>
                                          </p:val>
                                        </p:tav>
                                        <p:tav tm="100000">
                                          <p:val>
                                            <p:strVal val="#ppt_h"/>
                                          </p:val>
                                        </p:tav>
                                      </p:tavLst>
                                    </p:anim>
                                    <p:animEffect transition="in" filter="fade">
                                      <p:cBhvr>
                                        <p:cTn id="119" dur="500"/>
                                        <p:tgtEl>
                                          <p:spTgt spid="74"/>
                                        </p:tgtEl>
                                      </p:cBhvr>
                                    </p:animEffect>
                                  </p:childTnLst>
                                </p:cTn>
                              </p:par>
                              <p:par>
                                <p:cTn id="120" presetID="53" presetClass="entr" presetSubtype="16" fill="hold" grpId="0" nodeType="withEffect">
                                  <p:stCondLst>
                                    <p:cond delay="0"/>
                                  </p:stCondLst>
                                  <p:childTnLst>
                                    <p:set>
                                      <p:cBhvr>
                                        <p:cTn id="121" dur="1" fill="hold">
                                          <p:stCondLst>
                                            <p:cond delay="0"/>
                                          </p:stCondLst>
                                        </p:cTn>
                                        <p:tgtEl>
                                          <p:spTgt spid="82"/>
                                        </p:tgtEl>
                                        <p:attrNameLst>
                                          <p:attrName>style.visibility</p:attrName>
                                        </p:attrNameLst>
                                      </p:cBhvr>
                                      <p:to>
                                        <p:strVal val="visible"/>
                                      </p:to>
                                    </p:set>
                                    <p:anim calcmode="lin" valueType="num">
                                      <p:cBhvr>
                                        <p:cTn id="122" dur="500" fill="hold"/>
                                        <p:tgtEl>
                                          <p:spTgt spid="82"/>
                                        </p:tgtEl>
                                        <p:attrNameLst>
                                          <p:attrName>ppt_w</p:attrName>
                                        </p:attrNameLst>
                                      </p:cBhvr>
                                      <p:tavLst>
                                        <p:tav tm="0">
                                          <p:val>
                                            <p:fltVal val="0"/>
                                          </p:val>
                                        </p:tav>
                                        <p:tav tm="100000">
                                          <p:val>
                                            <p:strVal val="#ppt_w"/>
                                          </p:val>
                                        </p:tav>
                                      </p:tavLst>
                                    </p:anim>
                                    <p:anim calcmode="lin" valueType="num">
                                      <p:cBhvr>
                                        <p:cTn id="123" dur="500" fill="hold"/>
                                        <p:tgtEl>
                                          <p:spTgt spid="82"/>
                                        </p:tgtEl>
                                        <p:attrNameLst>
                                          <p:attrName>ppt_h</p:attrName>
                                        </p:attrNameLst>
                                      </p:cBhvr>
                                      <p:tavLst>
                                        <p:tav tm="0">
                                          <p:val>
                                            <p:fltVal val="0"/>
                                          </p:val>
                                        </p:tav>
                                        <p:tav tm="100000">
                                          <p:val>
                                            <p:strVal val="#ppt_h"/>
                                          </p:val>
                                        </p:tav>
                                      </p:tavLst>
                                    </p:anim>
                                    <p:animEffect transition="in" filter="fade">
                                      <p:cBhvr>
                                        <p:cTn id="124" dur="500"/>
                                        <p:tgtEl>
                                          <p:spTgt spid="82"/>
                                        </p:tgtEl>
                                      </p:cBhvr>
                                    </p:animEffect>
                                  </p:childTnLst>
                                </p:cTn>
                              </p:par>
                            </p:childTnLst>
                          </p:cTn>
                        </p:par>
                        <p:par>
                          <p:cTn id="125" fill="hold">
                            <p:stCondLst>
                              <p:cond delay="5000"/>
                            </p:stCondLst>
                            <p:childTnLst>
                              <p:par>
                                <p:cTn id="126" presetID="47" presetClass="entr" presetSubtype="0" fill="hold" grpId="0" nodeType="afterEffect">
                                  <p:stCondLst>
                                    <p:cond delay="0"/>
                                  </p:stCondLst>
                                  <p:childTnLst>
                                    <p:set>
                                      <p:cBhvr>
                                        <p:cTn id="127" dur="1" fill="hold">
                                          <p:stCondLst>
                                            <p:cond delay="0"/>
                                          </p:stCondLst>
                                        </p:cTn>
                                        <p:tgtEl>
                                          <p:spTgt spid="98"/>
                                        </p:tgtEl>
                                        <p:attrNameLst>
                                          <p:attrName>style.visibility</p:attrName>
                                        </p:attrNameLst>
                                      </p:cBhvr>
                                      <p:to>
                                        <p:strVal val="visible"/>
                                      </p:to>
                                    </p:set>
                                    <p:animEffect>
                                      <p:cBhvr>
                                        <p:cTn id="128" dur="600"/>
                                        <p:tgtEl>
                                          <p:spTgt spid="98"/>
                                        </p:tgtEl>
                                      </p:cBhvr>
                                    </p:animEffect>
                                    <p:anim calcmode="lin" valueType="num">
                                      <p:cBhvr>
                                        <p:cTn id="129" dur="600" fill="hold"/>
                                        <p:tgtEl>
                                          <p:spTgt spid="98"/>
                                        </p:tgtEl>
                                        <p:attrNameLst>
                                          <p:attrName>ppt_x</p:attrName>
                                        </p:attrNameLst>
                                      </p:cBhvr>
                                      <p:tavLst>
                                        <p:tav tm="0">
                                          <p:val>
                                            <p:strVal val="#ppt_x"/>
                                          </p:val>
                                        </p:tav>
                                        <p:tav tm="100000">
                                          <p:val>
                                            <p:strVal val="#ppt_x"/>
                                          </p:val>
                                        </p:tav>
                                      </p:tavLst>
                                    </p:anim>
                                    <p:anim calcmode="lin" valueType="num">
                                      <p:cBhvr>
                                        <p:cTn id="130" dur="600" fill="hold"/>
                                        <p:tgtEl>
                                          <p:spTgt spid="98"/>
                                        </p:tgtEl>
                                        <p:attrNameLst>
                                          <p:attrName>ppt_y</p:attrName>
                                        </p:attrNameLst>
                                      </p:cBhvr>
                                      <p:tavLst>
                                        <p:tav tm="0">
                                          <p:val>
                                            <p:strVal val="#ppt_y-.1"/>
                                          </p:val>
                                        </p:tav>
                                        <p:tav tm="100000">
                                          <p:val>
                                            <p:strVal val="#ppt_y"/>
                                          </p:val>
                                        </p:tav>
                                      </p:tavLst>
                                    </p:anim>
                                  </p:childTnLst>
                                </p:cTn>
                              </p:par>
                              <p:par>
                                <p:cTn id="131" presetID="47" presetClass="entr" presetSubtype="0" fill="hold" grpId="0" nodeType="withEffect">
                                  <p:stCondLst>
                                    <p:cond delay="0"/>
                                  </p:stCondLst>
                                  <p:childTnLst>
                                    <p:set>
                                      <p:cBhvr>
                                        <p:cTn id="132" dur="1" fill="hold">
                                          <p:stCondLst>
                                            <p:cond delay="0"/>
                                          </p:stCondLst>
                                        </p:cTn>
                                        <p:tgtEl>
                                          <p:spTgt spid="97"/>
                                        </p:tgtEl>
                                        <p:attrNameLst>
                                          <p:attrName>style.visibility</p:attrName>
                                        </p:attrNameLst>
                                      </p:cBhvr>
                                      <p:to>
                                        <p:strVal val="visible"/>
                                      </p:to>
                                    </p:set>
                                    <p:animEffect>
                                      <p:cBhvr>
                                        <p:cTn id="133" dur="600"/>
                                        <p:tgtEl>
                                          <p:spTgt spid="97"/>
                                        </p:tgtEl>
                                      </p:cBhvr>
                                    </p:animEffect>
                                    <p:anim calcmode="lin" valueType="num">
                                      <p:cBhvr>
                                        <p:cTn id="134" dur="600" fill="hold"/>
                                        <p:tgtEl>
                                          <p:spTgt spid="97"/>
                                        </p:tgtEl>
                                        <p:attrNameLst>
                                          <p:attrName>ppt_x</p:attrName>
                                        </p:attrNameLst>
                                      </p:cBhvr>
                                      <p:tavLst>
                                        <p:tav tm="0">
                                          <p:val>
                                            <p:strVal val="#ppt_x"/>
                                          </p:val>
                                        </p:tav>
                                        <p:tav tm="100000">
                                          <p:val>
                                            <p:strVal val="#ppt_x"/>
                                          </p:val>
                                        </p:tav>
                                      </p:tavLst>
                                    </p:anim>
                                    <p:anim calcmode="lin" valueType="num">
                                      <p:cBhvr>
                                        <p:cTn id="135" dur="600" fill="hold"/>
                                        <p:tgtEl>
                                          <p:spTgt spid="9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bldLvl="0" autoUpdateAnimBg="0"/>
      <p:bldP spid="85" grpId="0" bldLvl="0" autoUpdateAnimBg="0"/>
      <p:bldP spid="86" grpId="0" bldLvl="0" autoUpdateAnimBg="0"/>
      <p:bldP spid="87" grpId="0" bldLvl="0" autoUpdateAnimBg="0"/>
      <p:bldP spid="88" grpId="0" bldLvl="0" autoUpdateAnimBg="0"/>
      <p:bldP spid="92" grpId="0" bldLvl="0" autoUpdateAnimBg="0"/>
      <p:bldP spid="93" grpId="0" bldLvl="0" autoUpdateAnimBg="0"/>
      <p:bldP spid="94" grpId="0" bldLvl="0" autoUpdateAnimBg="0"/>
      <p:bldP spid="95" grpId="0" bldLvl="0" autoUpdateAnimBg="0"/>
      <p:bldP spid="96" grpId="0" bldLvl="0" autoUpdateAnimBg="0"/>
      <p:bldP spid="97" grpId="0" bldLvl="0" autoUpdateAnimBg="0"/>
      <p:bldP spid="98" grpId="0" bldLvl="0" autoUpdateAnimBg="0"/>
      <p:bldP spid="79" grpId="0"/>
      <p:bldP spid="80" grpId="0"/>
      <p:bldP spid="81" grpId="0"/>
      <p:bldP spid="8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原创设计师QQ598969553          _1"/>
          <p:cNvSpPr txBox="1"/>
          <p:nvPr/>
        </p:nvSpPr>
        <p:spPr>
          <a:xfrm>
            <a:off x="2803736" y="299722"/>
            <a:ext cx="3523130" cy="377026"/>
          </a:xfrm>
          <a:prstGeom prst="rect">
            <a:avLst/>
          </a:prstGeom>
          <a:noFill/>
        </p:spPr>
        <p:txBody>
          <a:bodyPr wrap="square" lIns="68580" tIns="34290" rIns="68580" bIns="34290" rtlCol="0">
            <a:spAutoFit/>
          </a:bodyPr>
          <a:lstStyle/>
          <a:p>
            <a:pPr algn="ctr"/>
            <a:r>
              <a:rPr lang="zh-CN" altLang="en-US" sz="2000" b="1" dirty="0">
                <a:solidFill>
                  <a:schemeClr val="tx1">
                    <a:lumMod val="65000"/>
                    <a:lumOff val="35000"/>
                  </a:schemeClr>
                </a:solidFill>
                <a:latin typeface="+mn-ea"/>
              </a:rPr>
              <a:t>添加标题文本内容</a:t>
            </a:r>
            <a:endParaRPr lang="en-US" altLang="zh-CN" sz="2000" b="1" dirty="0">
              <a:solidFill>
                <a:schemeClr val="tx1">
                  <a:lumMod val="65000"/>
                  <a:lumOff val="35000"/>
                </a:schemeClr>
              </a:solidFill>
              <a:latin typeface="+mn-ea"/>
            </a:endParaRPr>
          </a:p>
        </p:txBody>
      </p:sp>
      <p:grpSp>
        <p:nvGrpSpPr>
          <p:cNvPr id="54" name="原创设计师QQ598969553          _2"/>
          <p:cNvGrpSpPr/>
          <p:nvPr/>
        </p:nvGrpSpPr>
        <p:grpSpPr>
          <a:xfrm>
            <a:off x="3216869" y="1596106"/>
            <a:ext cx="1351175" cy="1197533"/>
            <a:chOff x="1572165" y="1993205"/>
            <a:chExt cx="1962102" cy="1738992"/>
          </a:xfrm>
        </p:grpSpPr>
        <p:sp>
          <p:nvSpPr>
            <p:cNvPr id="55" name="Freeform 5"/>
            <p:cNvSpPr>
              <a:spLocks/>
            </p:cNvSpPr>
            <p:nvPr/>
          </p:nvSpPr>
          <p:spPr bwMode="auto">
            <a:xfrm>
              <a:off x="1572165" y="1993205"/>
              <a:ext cx="1962102" cy="173899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1"/>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1">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57" name="Freeform 5"/>
            <p:cNvSpPr>
              <a:spLocks/>
            </p:cNvSpPr>
            <p:nvPr/>
          </p:nvSpPr>
          <p:spPr bwMode="auto">
            <a:xfrm>
              <a:off x="1713040" y="2118061"/>
              <a:ext cx="1680353" cy="148928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95000"/>
              </a:schemeClr>
            </a:solidFill>
            <a:ln w="50800">
              <a:noFill/>
            </a:ln>
            <a:effectLst>
              <a:outerShdw blurRad="101600" dist="50800" dir="2700000" algn="tl" rotWithShape="0">
                <a:schemeClr val="accent1">
                  <a:lumMod val="50000"/>
                  <a:alpha val="64000"/>
                </a:schemeClr>
              </a:outerShdw>
            </a:effectLst>
            <a:scene3d>
              <a:camera prst="orthographicFront"/>
              <a:lightRig rig="threePt" dir="t"/>
            </a:scene3d>
            <a:sp3d prstMaterial="softEdge">
              <a:bevelT w="63500" h="190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grpSp>
      <p:grpSp>
        <p:nvGrpSpPr>
          <p:cNvPr id="58" name="原创设计师QQ598969553          _3"/>
          <p:cNvGrpSpPr/>
          <p:nvPr/>
        </p:nvGrpSpPr>
        <p:grpSpPr>
          <a:xfrm>
            <a:off x="3216869" y="2863970"/>
            <a:ext cx="1351175" cy="1197533"/>
            <a:chOff x="1572165" y="1993205"/>
            <a:chExt cx="1962102" cy="1738992"/>
          </a:xfrm>
        </p:grpSpPr>
        <p:sp>
          <p:nvSpPr>
            <p:cNvPr id="83" name="Freeform 5"/>
            <p:cNvSpPr>
              <a:spLocks/>
            </p:cNvSpPr>
            <p:nvPr/>
          </p:nvSpPr>
          <p:spPr bwMode="auto">
            <a:xfrm>
              <a:off x="1572165" y="1993205"/>
              <a:ext cx="1962102" cy="173899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2"/>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3">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84" name="Freeform 5"/>
            <p:cNvSpPr>
              <a:spLocks/>
            </p:cNvSpPr>
            <p:nvPr/>
          </p:nvSpPr>
          <p:spPr bwMode="auto">
            <a:xfrm>
              <a:off x="1713040" y="2118061"/>
              <a:ext cx="1680353" cy="148928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95000"/>
              </a:schemeClr>
            </a:solidFill>
            <a:ln w="50800">
              <a:noFill/>
            </a:ln>
            <a:effectLst>
              <a:outerShdw blurRad="101600" dist="50800" dir="2700000" algn="tl" rotWithShape="0">
                <a:schemeClr val="accent3">
                  <a:lumMod val="50000"/>
                  <a:alpha val="64000"/>
                </a:schemeClr>
              </a:outerShdw>
            </a:effectLst>
            <a:scene3d>
              <a:camera prst="orthographicFront"/>
              <a:lightRig rig="threePt" dir="t"/>
            </a:scene3d>
            <a:sp3d prstMaterial="softEdge">
              <a:bevelT w="63500" h="190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grpSp>
      <p:grpSp>
        <p:nvGrpSpPr>
          <p:cNvPr id="99" name="原创设计师QQ598969553          _4"/>
          <p:cNvGrpSpPr/>
          <p:nvPr/>
        </p:nvGrpSpPr>
        <p:grpSpPr>
          <a:xfrm>
            <a:off x="4323071" y="2230039"/>
            <a:ext cx="1351175" cy="1197533"/>
            <a:chOff x="1572165" y="1993205"/>
            <a:chExt cx="1962102" cy="1738992"/>
          </a:xfrm>
        </p:grpSpPr>
        <p:sp>
          <p:nvSpPr>
            <p:cNvPr id="100" name="Freeform 5"/>
            <p:cNvSpPr>
              <a:spLocks/>
            </p:cNvSpPr>
            <p:nvPr/>
          </p:nvSpPr>
          <p:spPr bwMode="auto">
            <a:xfrm>
              <a:off x="1572165" y="1993205"/>
              <a:ext cx="1962102" cy="173899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85000"/>
              </a:schemeClr>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2">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101" name="Freeform 5"/>
            <p:cNvSpPr>
              <a:spLocks/>
            </p:cNvSpPr>
            <p:nvPr/>
          </p:nvSpPr>
          <p:spPr bwMode="auto">
            <a:xfrm>
              <a:off x="1713040" y="2118061"/>
              <a:ext cx="1680353" cy="148928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95000"/>
              </a:schemeClr>
            </a:solidFill>
            <a:ln w="50800">
              <a:noFill/>
            </a:ln>
            <a:effectLst>
              <a:outerShdw blurRad="101600" dist="50800" dir="2700000" algn="tl" rotWithShape="0">
                <a:schemeClr val="accent2">
                  <a:lumMod val="50000"/>
                  <a:alpha val="64000"/>
                </a:schemeClr>
              </a:outerShdw>
            </a:effectLst>
            <a:scene3d>
              <a:camera prst="orthographicFront"/>
              <a:lightRig rig="threePt" dir="t"/>
            </a:scene3d>
            <a:sp3d prstMaterial="softEdge">
              <a:bevelT w="63500" h="190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grpSp>
      <p:grpSp>
        <p:nvGrpSpPr>
          <p:cNvPr id="102" name="原创设计师QQ598969553          _5"/>
          <p:cNvGrpSpPr/>
          <p:nvPr/>
        </p:nvGrpSpPr>
        <p:grpSpPr>
          <a:xfrm>
            <a:off x="3685900" y="2017185"/>
            <a:ext cx="413113" cy="355374"/>
            <a:chOff x="3787022" y="1797643"/>
            <a:chExt cx="550817" cy="473832"/>
          </a:xfrm>
          <a:solidFill>
            <a:schemeClr val="accent1"/>
          </a:solidFill>
        </p:grpSpPr>
        <p:sp>
          <p:nvSpPr>
            <p:cNvPr id="103" name="Oval 217"/>
            <p:cNvSpPr>
              <a:spLocks noChangeArrowheads="1"/>
            </p:cNvSpPr>
            <p:nvPr/>
          </p:nvSpPr>
          <p:spPr bwMode="auto">
            <a:xfrm>
              <a:off x="4007132" y="1931010"/>
              <a:ext cx="108428" cy="13553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104" name="Freeform 218"/>
            <p:cNvSpPr>
              <a:spLocks/>
            </p:cNvSpPr>
            <p:nvPr/>
          </p:nvSpPr>
          <p:spPr bwMode="auto">
            <a:xfrm>
              <a:off x="4079779" y="2081725"/>
              <a:ext cx="96502" cy="133367"/>
            </a:xfrm>
            <a:custGeom>
              <a:avLst/>
              <a:gdLst>
                <a:gd name="T0" fmla="*/ 36 w 38"/>
                <a:gd name="T1" fmla="*/ 12 h 52"/>
                <a:gd name="T2" fmla="*/ 24 w 38"/>
                <a:gd name="T3" fmla="*/ 1 h 52"/>
                <a:gd name="T4" fmla="*/ 12 w 38"/>
                <a:gd name="T5" fmla="*/ 1 h 52"/>
                <a:gd name="T6" fmla="*/ 20 w 38"/>
                <a:gd name="T7" fmla="*/ 7 h 52"/>
                <a:gd name="T8" fmla="*/ 9 w 38"/>
                <a:gd name="T9" fmla="*/ 13 h 52"/>
                <a:gd name="T10" fmla="*/ 14 w 38"/>
                <a:gd name="T11" fmla="*/ 21 h 52"/>
                <a:gd name="T12" fmla="*/ 0 w 38"/>
                <a:gd name="T13" fmla="*/ 52 h 52"/>
                <a:gd name="T14" fmla="*/ 0 w 38"/>
                <a:gd name="T15" fmla="*/ 52 h 52"/>
                <a:gd name="T16" fmla="*/ 38 w 38"/>
                <a:gd name="T17" fmla="*/ 37 h 52"/>
                <a:gd name="T18" fmla="*/ 36 w 38"/>
                <a:gd name="T19" fmla="*/ 1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52">
                  <a:moveTo>
                    <a:pt x="36" y="12"/>
                  </a:moveTo>
                  <a:cubicBezTo>
                    <a:pt x="36" y="5"/>
                    <a:pt x="30" y="0"/>
                    <a:pt x="24" y="1"/>
                  </a:cubicBezTo>
                  <a:cubicBezTo>
                    <a:pt x="24" y="1"/>
                    <a:pt x="19" y="1"/>
                    <a:pt x="12" y="1"/>
                  </a:cubicBezTo>
                  <a:cubicBezTo>
                    <a:pt x="20" y="7"/>
                    <a:pt x="20" y="7"/>
                    <a:pt x="20" y="7"/>
                  </a:cubicBezTo>
                  <a:cubicBezTo>
                    <a:pt x="9" y="13"/>
                    <a:pt x="9" y="13"/>
                    <a:pt x="9" y="13"/>
                  </a:cubicBezTo>
                  <a:cubicBezTo>
                    <a:pt x="14" y="21"/>
                    <a:pt x="14" y="21"/>
                    <a:pt x="14" y="21"/>
                  </a:cubicBezTo>
                  <a:cubicBezTo>
                    <a:pt x="0" y="52"/>
                    <a:pt x="0" y="52"/>
                    <a:pt x="0" y="52"/>
                  </a:cubicBezTo>
                  <a:cubicBezTo>
                    <a:pt x="0" y="52"/>
                    <a:pt x="0" y="52"/>
                    <a:pt x="0" y="52"/>
                  </a:cubicBezTo>
                  <a:cubicBezTo>
                    <a:pt x="15" y="51"/>
                    <a:pt x="28" y="45"/>
                    <a:pt x="38" y="37"/>
                  </a:cubicBezTo>
                  <a:lnTo>
                    <a:pt x="36"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105" name="Freeform 219"/>
            <p:cNvSpPr>
              <a:spLocks/>
            </p:cNvSpPr>
            <p:nvPr/>
          </p:nvSpPr>
          <p:spPr bwMode="auto">
            <a:xfrm>
              <a:off x="3948581" y="2081725"/>
              <a:ext cx="95417" cy="133367"/>
            </a:xfrm>
            <a:custGeom>
              <a:avLst/>
              <a:gdLst>
                <a:gd name="T0" fmla="*/ 23 w 37"/>
                <a:gd name="T1" fmla="*/ 21 h 52"/>
                <a:gd name="T2" fmla="*/ 28 w 37"/>
                <a:gd name="T3" fmla="*/ 13 h 52"/>
                <a:gd name="T4" fmla="*/ 17 w 37"/>
                <a:gd name="T5" fmla="*/ 7 h 52"/>
                <a:gd name="T6" fmla="*/ 25 w 37"/>
                <a:gd name="T7" fmla="*/ 0 h 52"/>
                <a:gd name="T8" fmla="*/ 15 w 37"/>
                <a:gd name="T9" fmla="*/ 1 h 52"/>
                <a:gd name="T10" fmla="*/ 15 w 37"/>
                <a:gd name="T11" fmla="*/ 1 h 52"/>
                <a:gd name="T12" fmla="*/ 2 w 37"/>
                <a:gd name="T13" fmla="*/ 12 h 52"/>
                <a:gd name="T14" fmla="*/ 0 w 37"/>
                <a:gd name="T15" fmla="*/ 37 h 52"/>
                <a:gd name="T16" fmla="*/ 37 w 37"/>
                <a:gd name="T17" fmla="*/ 52 h 52"/>
                <a:gd name="T18" fmla="*/ 37 w 37"/>
                <a:gd name="T19" fmla="*/ 52 h 52"/>
                <a:gd name="T20" fmla="*/ 23 w 37"/>
                <a:gd name="T21" fmla="*/ 21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 h="52">
                  <a:moveTo>
                    <a:pt x="23" y="21"/>
                  </a:moveTo>
                  <a:cubicBezTo>
                    <a:pt x="28" y="13"/>
                    <a:pt x="28" y="13"/>
                    <a:pt x="28" y="13"/>
                  </a:cubicBezTo>
                  <a:cubicBezTo>
                    <a:pt x="17" y="7"/>
                    <a:pt x="17" y="7"/>
                    <a:pt x="17" y="7"/>
                  </a:cubicBezTo>
                  <a:cubicBezTo>
                    <a:pt x="25" y="0"/>
                    <a:pt x="25" y="0"/>
                    <a:pt x="25" y="0"/>
                  </a:cubicBezTo>
                  <a:cubicBezTo>
                    <a:pt x="19" y="0"/>
                    <a:pt x="15" y="0"/>
                    <a:pt x="15" y="1"/>
                  </a:cubicBezTo>
                  <a:cubicBezTo>
                    <a:pt x="15" y="1"/>
                    <a:pt x="15" y="1"/>
                    <a:pt x="15" y="1"/>
                  </a:cubicBezTo>
                  <a:cubicBezTo>
                    <a:pt x="8" y="0"/>
                    <a:pt x="3" y="5"/>
                    <a:pt x="2" y="12"/>
                  </a:cubicBezTo>
                  <a:cubicBezTo>
                    <a:pt x="0" y="37"/>
                    <a:pt x="0" y="37"/>
                    <a:pt x="0" y="37"/>
                  </a:cubicBezTo>
                  <a:cubicBezTo>
                    <a:pt x="10" y="46"/>
                    <a:pt x="23" y="51"/>
                    <a:pt x="37" y="52"/>
                  </a:cubicBezTo>
                  <a:cubicBezTo>
                    <a:pt x="37" y="52"/>
                    <a:pt x="37" y="52"/>
                    <a:pt x="37" y="52"/>
                  </a:cubicBezTo>
                  <a:lnTo>
                    <a:pt x="23"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106" name="Freeform 220"/>
            <p:cNvSpPr>
              <a:spLocks/>
            </p:cNvSpPr>
            <p:nvPr/>
          </p:nvSpPr>
          <p:spPr bwMode="auto">
            <a:xfrm>
              <a:off x="4043998" y="2081725"/>
              <a:ext cx="35782" cy="28191"/>
            </a:xfrm>
            <a:custGeom>
              <a:avLst/>
              <a:gdLst>
                <a:gd name="T0" fmla="*/ 28 w 33"/>
                <a:gd name="T1" fmla="*/ 26 h 26"/>
                <a:gd name="T2" fmla="*/ 28 w 33"/>
                <a:gd name="T3" fmla="*/ 26 h 26"/>
                <a:gd name="T4" fmla="*/ 33 w 33"/>
                <a:gd name="T5" fmla="*/ 24 h 26"/>
                <a:gd name="T6" fmla="*/ 28 w 33"/>
                <a:gd name="T7" fmla="*/ 0 h 26"/>
                <a:gd name="T8" fmla="*/ 7 w 33"/>
                <a:gd name="T9" fmla="*/ 0 h 26"/>
                <a:gd name="T10" fmla="*/ 0 w 33"/>
                <a:gd name="T11" fmla="*/ 24 h 26"/>
                <a:gd name="T12" fmla="*/ 4 w 33"/>
                <a:gd name="T13" fmla="*/ 26 h 26"/>
                <a:gd name="T14" fmla="*/ 4 w 33"/>
                <a:gd name="T15" fmla="*/ 26 h 26"/>
                <a:gd name="T16" fmla="*/ 28 w 33"/>
                <a:gd name="T17"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26">
                  <a:moveTo>
                    <a:pt x="28" y="26"/>
                  </a:moveTo>
                  <a:lnTo>
                    <a:pt x="28" y="26"/>
                  </a:lnTo>
                  <a:lnTo>
                    <a:pt x="33" y="24"/>
                  </a:lnTo>
                  <a:lnTo>
                    <a:pt x="28" y="0"/>
                  </a:lnTo>
                  <a:lnTo>
                    <a:pt x="7" y="0"/>
                  </a:lnTo>
                  <a:lnTo>
                    <a:pt x="0" y="24"/>
                  </a:lnTo>
                  <a:lnTo>
                    <a:pt x="4" y="26"/>
                  </a:lnTo>
                  <a:lnTo>
                    <a:pt x="4" y="26"/>
                  </a:lnTo>
                  <a:lnTo>
                    <a:pt x="28"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107" name="Freeform 221"/>
            <p:cNvSpPr>
              <a:spLocks/>
            </p:cNvSpPr>
            <p:nvPr/>
          </p:nvSpPr>
          <p:spPr bwMode="auto">
            <a:xfrm>
              <a:off x="4043998" y="2109916"/>
              <a:ext cx="35782" cy="108428"/>
            </a:xfrm>
            <a:custGeom>
              <a:avLst/>
              <a:gdLst>
                <a:gd name="T0" fmla="*/ 12 w 14"/>
                <a:gd name="T1" fmla="*/ 0 h 42"/>
                <a:gd name="T2" fmla="*/ 12 w 14"/>
                <a:gd name="T3" fmla="*/ 0 h 42"/>
                <a:gd name="T4" fmla="*/ 2 w 14"/>
                <a:gd name="T5" fmla="*/ 0 h 42"/>
                <a:gd name="T6" fmla="*/ 2 w 14"/>
                <a:gd name="T7" fmla="*/ 0 h 42"/>
                <a:gd name="T8" fmla="*/ 0 w 14"/>
                <a:gd name="T9" fmla="*/ 41 h 42"/>
                <a:gd name="T10" fmla="*/ 0 w 14"/>
                <a:gd name="T11" fmla="*/ 41 h 42"/>
                <a:gd name="T12" fmla="*/ 7 w 14"/>
                <a:gd name="T13" fmla="*/ 42 h 42"/>
                <a:gd name="T14" fmla="*/ 14 w 14"/>
                <a:gd name="T15" fmla="*/ 41 h 42"/>
                <a:gd name="T16" fmla="*/ 14 w 14"/>
                <a:gd name="T17" fmla="*/ 41 h 42"/>
                <a:gd name="T18" fmla="*/ 12 w 14"/>
                <a:gd name="T19"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42">
                  <a:moveTo>
                    <a:pt x="12" y="0"/>
                  </a:moveTo>
                  <a:cubicBezTo>
                    <a:pt x="12" y="0"/>
                    <a:pt x="12" y="0"/>
                    <a:pt x="12" y="0"/>
                  </a:cubicBezTo>
                  <a:cubicBezTo>
                    <a:pt x="2" y="0"/>
                    <a:pt x="2" y="0"/>
                    <a:pt x="2" y="0"/>
                  </a:cubicBezTo>
                  <a:cubicBezTo>
                    <a:pt x="2" y="0"/>
                    <a:pt x="2" y="0"/>
                    <a:pt x="2" y="0"/>
                  </a:cubicBezTo>
                  <a:cubicBezTo>
                    <a:pt x="0" y="41"/>
                    <a:pt x="0" y="41"/>
                    <a:pt x="0" y="41"/>
                  </a:cubicBezTo>
                  <a:cubicBezTo>
                    <a:pt x="0" y="41"/>
                    <a:pt x="0" y="41"/>
                    <a:pt x="0" y="41"/>
                  </a:cubicBezTo>
                  <a:cubicBezTo>
                    <a:pt x="3" y="42"/>
                    <a:pt x="5" y="42"/>
                    <a:pt x="7" y="42"/>
                  </a:cubicBezTo>
                  <a:cubicBezTo>
                    <a:pt x="10" y="42"/>
                    <a:pt x="12" y="42"/>
                    <a:pt x="14" y="41"/>
                  </a:cubicBezTo>
                  <a:cubicBezTo>
                    <a:pt x="14" y="41"/>
                    <a:pt x="14" y="41"/>
                    <a:pt x="14" y="41"/>
                  </a:cubicBezTo>
                  <a:lnTo>
                    <a:pt x="1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108" name="Freeform 222"/>
            <p:cNvSpPr>
              <a:spLocks/>
            </p:cNvSpPr>
            <p:nvPr/>
          </p:nvSpPr>
          <p:spPr bwMode="auto">
            <a:xfrm>
              <a:off x="3826056" y="2032933"/>
              <a:ext cx="460821" cy="238542"/>
            </a:xfrm>
            <a:custGeom>
              <a:avLst/>
              <a:gdLst>
                <a:gd name="T0" fmla="*/ 92 w 180"/>
                <a:gd name="T1" fmla="*/ 93 h 93"/>
                <a:gd name="T2" fmla="*/ 0 w 180"/>
                <a:gd name="T3" fmla="*/ 0 h 93"/>
                <a:gd name="T4" fmla="*/ 23 w 180"/>
                <a:gd name="T5" fmla="*/ 0 h 93"/>
                <a:gd name="T6" fmla="*/ 92 w 180"/>
                <a:gd name="T7" fmla="*/ 70 h 93"/>
                <a:gd name="T8" fmla="*/ 158 w 180"/>
                <a:gd name="T9" fmla="*/ 22 h 93"/>
                <a:gd name="T10" fmla="*/ 180 w 180"/>
                <a:gd name="T11" fmla="*/ 30 h 93"/>
                <a:gd name="T12" fmla="*/ 92 w 180"/>
                <a:gd name="T13" fmla="*/ 93 h 93"/>
              </a:gdLst>
              <a:ahLst/>
              <a:cxnLst>
                <a:cxn ang="0">
                  <a:pos x="T0" y="T1"/>
                </a:cxn>
                <a:cxn ang="0">
                  <a:pos x="T2" y="T3"/>
                </a:cxn>
                <a:cxn ang="0">
                  <a:pos x="T4" y="T5"/>
                </a:cxn>
                <a:cxn ang="0">
                  <a:pos x="T6" y="T7"/>
                </a:cxn>
                <a:cxn ang="0">
                  <a:pos x="T8" y="T9"/>
                </a:cxn>
                <a:cxn ang="0">
                  <a:pos x="T10" y="T11"/>
                </a:cxn>
                <a:cxn ang="0">
                  <a:pos x="T12" y="T13"/>
                </a:cxn>
              </a:cxnLst>
              <a:rect l="0" t="0" r="r" b="b"/>
              <a:pathLst>
                <a:path w="180" h="93">
                  <a:moveTo>
                    <a:pt x="92" y="93"/>
                  </a:moveTo>
                  <a:cubicBezTo>
                    <a:pt x="41" y="93"/>
                    <a:pt x="0" y="51"/>
                    <a:pt x="0" y="0"/>
                  </a:cubicBezTo>
                  <a:cubicBezTo>
                    <a:pt x="23" y="0"/>
                    <a:pt x="23" y="0"/>
                    <a:pt x="23" y="0"/>
                  </a:cubicBezTo>
                  <a:cubicBezTo>
                    <a:pt x="23" y="39"/>
                    <a:pt x="54" y="70"/>
                    <a:pt x="92" y="70"/>
                  </a:cubicBezTo>
                  <a:cubicBezTo>
                    <a:pt x="122" y="70"/>
                    <a:pt x="149" y="51"/>
                    <a:pt x="158" y="22"/>
                  </a:cubicBezTo>
                  <a:cubicBezTo>
                    <a:pt x="180" y="30"/>
                    <a:pt x="180" y="30"/>
                    <a:pt x="180" y="30"/>
                  </a:cubicBezTo>
                  <a:cubicBezTo>
                    <a:pt x="168" y="67"/>
                    <a:pt x="132" y="93"/>
                    <a:pt x="92"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109" name="Freeform 223"/>
            <p:cNvSpPr>
              <a:spLocks/>
            </p:cNvSpPr>
            <p:nvPr/>
          </p:nvSpPr>
          <p:spPr bwMode="auto">
            <a:xfrm>
              <a:off x="3787022" y="1979802"/>
              <a:ext cx="133367" cy="66142"/>
            </a:xfrm>
            <a:custGeom>
              <a:avLst/>
              <a:gdLst>
                <a:gd name="T0" fmla="*/ 123 w 123"/>
                <a:gd name="T1" fmla="*/ 61 h 61"/>
                <a:gd name="T2" fmla="*/ 62 w 123"/>
                <a:gd name="T3" fmla="*/ 0 h 61"/>
                <a:gd name="T4" fmla="*/ 0 w 123"/>
                <a:gd name="T5" fmla="*/ 61 h 61"/>
                <a:gd name="T6" fmla="*/ 123 w 123"/>
                <a:gd name="T7" fmla="*/ 61 h 61"/>
              </a:gdLst>
              <a:ahLst/>
              <a:cxnLst>
                <a:cxn ang="0">
                  <a:pos x="T0" y="T1"/>
                </a:cxn>
                <a:cxn ang="0">
                  <a:pos x="T2" y="T3"/>
                </a:cxn>
                <a:cxn ang="0">
                  <a:pos x="T4" y="T5"/>
                </a:cxn>
                <a:cxn ang="0">
                  <a:pos x="T6" y="T7"/>
                </a:cxn>
              </a:cxnLst>
              <a:rect l="0" t="0" r="r" b="b"/>
              <a:pathLst>
                <a:path w="123" h="61">
                  <a:moveTo>
                    <a:pt x="123" y="61"/>
                  </a:moveTo>
                  <a:lnTo>
                    <a:pt x="62" y="0"/>
                  </a:lnTo>
                  <a:lnTo>
                    <a:pt x="0" y="61"/>
                  </a:lnTo>
                  <a:lnTo>
                    <a:pt x="123" y="6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110" name="Freeform 224"/>
            <p:cNvSpPr>
              <a:spLocks/>
            </p:cNvSpPr>
            <p:nvPr/>
          </p:nvSpPr>
          <p:spPr bwMode="auto">
            <a:xfrm>
              <a:off x="3837984" y="1797643"/>
              <a:ext cx="461905" cy="235290"/>
            </a:xfrm>
            <a:custGeom>
              <a:avLst/>
              <a:gdLst>
                <a:gd name="T0" fmla="*/ 180 w 180"/>
                <a:gd name="T1" fmla="*/ 92 h 92"/>
                <a:gd name="T2" fmla="*/ 157 w 180"/>
                <a:gd name="T3" fmla="*/ 92 h 92"/>
                <a:gd name="T4" fmla="*/ 88 w 180"/>
                <a:gd name="T5" fmla="*/ 23 h 92"/>
                <a:gd name="T6" fmla="*/ 21 w 180"/>
                <a:gd name="T7" fmla="*/ 70 h 92"/>
                <a:gd name="T8" fmla="*/ 0 w 180"/>
                <a:gd name="T9" fmla="*/ 63 h 92"/>
                <a:gd name="T10" fmla="*/ 88 w 180"/>
                <a:gd name="T11" fmla="*/ 0 h 92"/>
                <a:gd name="T12" fmla="*/ 180 w 180"/>
                <a:gd name="T13" fmla="*/ 92 h 92"/>
              </a:gdLst>
              <a:ahLst/>
              <a:cxnLst>
                <a:cxn ang="0">
                  <a:pos x="T0" y="T1"/>
                </a:cxn>
                <a:cxn ang="0">
                  <a:pos x="T2" y="T3"/>
                </a:cxn>
                <a:cxn ang="0">
                  <a:pos x="T4" y="T5"/>
                </a:cxn>
                <a:cxn ang="0">
                  <a:pos x="T6" y="T7"/>
                </a:cxn>
                <a:cxn ang="0">
                  <a:pos x="T8" y="T9"/>
                </a:cxn>
                <a:cxn ang="0">
                  <a:pos x="T10" y="T11"/>
                </a:cxn>
                <a:cxn ang="0">
                  <a:pos x="T12" y="T13"/>
                </a:cxn>
              </a:cxnLst>
              <a:rect l="0" t="0" r="r" b="b"/>
              <a:pathLst>
                <a:path w="180" h="92">
                  <a:moveTo>
                    <a:pt x="180" y="92"/>
                  </a:moveTo>
                  <a:cubicBezTo>
                    <a:pt x="157" y="92"/>
                    <a:pt x="157" y="92"/>
                    <a:pt x="157" y="92"/>
                  </a:cubicBezTo>
                  <a:cubicBezTo>
                    <a:pt x="157" y="54"/>
                    <a:pt x="126" y="23"/>
                    <a:pt x="88" y="23"/>
                  </a:cubicBezTo>
                  <a:cubicBezTo>
                    <a:pt x="57" y="23"/>
                    <a:pt x="31" y="42"/>
                    <a:pt x="21" y="70"/>
                  </a:cubicBezTo>
                  <a:cubicBezTo>
                    <a:pt x="0" y="63"/>
                    <a:pt x="0" y="63"/>
                    <a:pt x="0" y="63"/>
                  </a:cubicBezTo>
                  <a:cubicBezTo>
                    <a:pt x="12" y="25"/>
                    <a:pt x="48" y="0"/>
                    <a:pt x="88" y="0"/>
                  </a:cubicBezTo>
                  <a:cubicBezTo>
                    <a:pt x="139" y="0"/>
                    <a:pt x="180" y="41"/>
                    <a:pt x="180" y="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111" name="Freeform 225"/>
            <p:cNvSpPr>
              <a:spLocks/>
            </p:cNvSpPr>
            <p:nvPr/>
          </p:nvSpPr>
          <p:spPr bwMode="auto">
            <a:xfrm>
              <a:off x="4202303" y="2021005"/>
              <a:ext cx="135536" cy="68310"/>
            </a:xfrm>
            <a:custGeom>
              <a:avLst/>
              <a:gdLst>
                <a:gd name="T0" fmla="*/ 0 w 125"/>
                <a:gd name="T1" fmla="*/ 0 h 63"/>
                <a:gd name="T2" fmla="*/ 64 w 125"/>
                <a:gd name="T3" fmla="*/ 63 h 63"/>
                <a:gd name="T4" fmla="*/ 125 w 125"/>
                <a:gd name="T5" fmla="*/ 0 h 63"/>
                <a:gd name="T6" fmla="*/ 0 w 125"/>
                <a:gd name="T7" fmla="*/ 0 h 63"/>
              </a:gdLst>
              <a:ahLst/>
              <a:cxnLst>
                <a:cxn ang="0">
                  <a:pos x="T0" y="T1"/>
                </a:cxn>
                <a:cxn ang="0">
                  <a:pos x="T2" y="T3"/>
                </a:cxn>
                <a:cxn ang="0">
                  <a:pos x="T4" y="T5"/>
                </a:cxn>
                <a:cxn ang="0">
                  <a:pos x="T6" y="T7"/>
                </a:cxn>
              </a:cxnLst>
              <a:rect l="0" t="0" r="r" b="b"/>
              <a:pathLst>
                <a:path w="125" h="63">
                  <a:moveTo>
                    <a:pt x="0" y="0"/>
                  </a:moveTo>
                  <a:lnTo>
                    <a:pt x="64" y="63"/>
                  </a:lnTo>
                  <a:lnTo>
                    <a:pt x="125"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grpSp>
      <p:grpSp>
        <p:nvGrpSpPr>
          <p:cNvPr id="112" name="原创设计师QQ598969553          _6"/>
          <p:cNvGrpSpPr/>
          <p:nvPr/>
        </p:nvGrpSpPr>
        <p:grpSpPr>
          <a:xfrm>
            <a:off x="4840075" y="2698284"/>
            <a:ext cx="401728" cy="261041"/>
            <a:chOff x="7058307" y="1859447"/>
            <a:chExt cx="535637" cy="348055"/>
          </a:xfrm>
          <a:solidFill>
            <a:schemeClr val="bg1">
              <a:lumMod val="85000"/>
            </a:schemeClr>
          </a:solidFill>
        </p:grpSpPr>
        <p:sp>
          <p:nvSpPr>
            <p:cNvPr id="113" name="Rectangle 240"/>
            <p:cNvSpPr>
              <a:spLocks noChangeArrowheads="1"/>
            </p:cNvSpPr>
            <p:nvPr/>
          </p:nvSpPr>
          <p:spPr bwMode="auto">
            <a:xfrm>
              <a:off x="7112521" y="1997151"/>
              <a:ext cx="127945" cy="1084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114" name="Rectangle 241"/>
            <p:cNvSpPr>
              <a:spLocks noChangeArrowheads="1"/>
            </p:cNvSpPr>
            <p:nvPr/>
          </p:nvSpPr>
          <p:spPr bwMode="auto">
            <a:xfrm>
              <a:off x="7112521" y="2038354"/>
              <a:ext cx="202761" cy="1301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115" name="Rectangle 242"/>
            <p:cNvSpPr>
              <a:spLocks noChangeArrowheads="1"/>
            </p:cNvSpPr>
            <p:nvPr/>
          </p:nvSpPr>
          <p:spPr bwMode="auto">
            <a:xfrm>
              <a:off x="7112521" y="2079556"/>
              <a:ext cx="202761" cy="1301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116" name="Rectangle 243"/>
            <p:cNvSpPr>
              <a:spLocks noChangeArrowheads="1"/>
            </p:cNvSpPr>
            <p:nvPr/>
          </p:nvSpPr>
          <p:spPr bwMode="auto">
            <a:xfrm>
              <a:off x="7112521" y="2120759"/>
              <a:ext cx="202761" cy="1301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117" name="Freeform 244"/>
            <p:cNvSpPr>
              <a:spLocks/>
            </p:cNvSpPr>
            <p:nvPr/>
          </p:nvSpPr>
          <p:spPr bwMode="auto">
            <a:xfrm>
              <a:off x="7428047" y="2038354"/>
              <a:ext cx="24939" cy="71563"/>
            </a:xfrm>
            <a:custGeom>
              <a:avLst/>
              <a:gdLst>
                <a:gd name="T0" fmla="*/ 4 w 10"/>
                <a:gd name="T1" fmla="*/ 28 h 28"/>
                <a:gd name="T2" fmla="*/ 10 w 10"/>
                <a:gd name="T3" fmla="*/ 25 h 28"/>
                <a:gd name="T4" fmla="*/ 10 w 10"/>
                <a:gd name="T5" fmla="*/ 3 h 28"/>
                <a:gd name="T6" fmla="*/ 1 w 10"/>
                <a:gd name="T7" fmla="*/ 0 h 28"/>
                <a:gd name="T8" fmla="*/ 0 w 10"/>
                <a:gd name="T9" fmla="*/ 0 h 28"/>
                <a:gd name="T10" fmla="*/ 0 w 10"/>
                <a:gd name="T11" fmla="*/ 28 h 28"/>
                <a:gd name="T12" fmla="*/ 1 w 10"/>
                <a:gd name="T13" fmla="*/ 28 h 28"/>
                <a:gd name="T14" fmla="*/ 4 w 10"/>
                <a:gd name="T15" fmla="*/ 28 h 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28">
                  <a:moveTo>
                    <a:pt x="4" y="28"/>
                  </a:moveTo>
                  <a:cubicBezTo>
                    <a:pt x="6" y="27"/>
                    <a:pt x="8" y="26"/>
                    <a:pt x="10" y="25"/>
                  </a:cubicBezTo>
                  <a:cubicBezTo>
                    <a:pt x="10" y="3"/>
                    <a:pt x="10" y="3"/>
                    <a:pt x="10" y="3"/>
                  </a:cubicBezTo>
                  <a:cubicBezTo>
                    <a:pt x="7" y="1"/>
                    <a:pt x="4" y="0"/>
                    <a:pt x="1" y="0"/>
                  </a:cubicBezTo>
                  <a:cubicBezTo>
                    <a:pt x="0" y="0"/>
                    <a:pt x="0" y="0"/>
                    <a:pt x="0" y="0"/>
                  </a:cubicBezTo>
                  <a:cubicBezTo>
                    <a:pt x="0" y="28"/>
                    <a:pt x="0" y="28"/>
                    <a:pt x="0" y="28"/>
                  </a:cubicBezTo>
                  <a:cubicBezTo>
                    <a:pt x="0" y="28"/>
                    <a:pt x="0" y="28"/>
                    <a:pt x="1" y="28"/>
                  </a:cubicBezTo>
                  <a:cubicBezTo>
                    <a:pt x="2" y="28"/>
                    <a:pt x="3" y="28"/>
                    <a:pt x="4"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118" name="Freeform 245"/>
            <p:cNvSpPr>
              <a:spLocks noEditPoints="1"/>
            </p:cNvSpPr>
            <p:nvPr/>
          </p:nvSpPr>
          <p:spPr bwMode="auto">
            <a:xfrm>
              <a:off x="7058307" y="1859447"/>
              <a:ext cx="394679" cy="348055"/>
            </a:xfrm>
            <a:custGeom>
              <a:avLst/>
              <a:gdLst>
                <a:gd name="T0" fmla="*/ 145 w 154"/>
                <a:gd name="T1" fmla="*/ 125 h 136"/>
                <a:gd name="T2" fmla="*/ 144 w 154"/>
                <a:gd name="T3" fmla="*/ 125 h 136"/>
                <a:gd name="T4" fmla="*/ 144 w 154"/>
                <a:gd name="T5" fmla="*/ 127 h 136"/>
                <a:gd name="T6" fmla="*/ 10 w 154"/>
                <a:gd name="T7" fmla="*/ 127 h 136"/>
                <a:gd name="T8" fmla="*/ 10 w 154"/>
                <a:gd name="T9" fmla="*/ 34 h 136"/>
                <a:gd name="T10" fmla="*/ 144 w 154"/>
                <a:gd name="T11" fmla="*/ 34 h 136"/>
                <a:gd name="T12" fmla="*/ 144 w 154"/>
                <a:gd name="T13" fmla="*/ 43 h 136"/>
                <a:gd name="T14" fmla="*/ 145 w 154"/>
                <a:gd name="T15" fmla="*/ 43 h 136"/>
                <a:gd name="T16" fmla="*/ 154 w 154"/>
                <a:gd name="T17" fmla="*/ 44 h 136"/>
                <a:gd name="T18" fmla="*/ 154 w 154"/>
                <a:gd name="T19" fmla="*/ 5 h 136"/>
                <a:gd name="T20" fmla="*/ 149 w 154"/>
                <a:gd name="T21" fmla="*/ 0 h 136"/>
                <a:gd name="T22" fmla="*/ 5 w 154"/>
                <a:gd name="T23" fmla="*/ 0 h 136"/>
                <a:gd name="T24" fmla="*/ 0 w 154"/>
                <a:gd name="T25" fmla="*/ 5 h 136"/>
                <a:gd name="T26" fmla="*/ 0 w 154"/>
                <a:gd name="T27" fmla="*/ 132 h 136"/>
                <a:gd name="T28" fmla="*/ 5 w 154"/>
                <a:gd name="T29" fmla="*/ 136 h 136"/>
                <a:gd name="T30" fmla="*/ 149 w 154"/>
                <a:gd name="T31" fmla="*/ 136 h 136"/>
                <a:gd name="T32" fmla="*/ 154 w 154"/>
                <a:gd name="T33" fmla="*/ 132 h 136"/>
                <a:gd name="T34" fmla="*/ 154 w 154"/>
                <a:gd name="T35" fmla="*/ 124 h 136"/>
                <a:gd name="T36" fmla="*/ 145 w 154"/>
                <a:gd name="T37" fmla="*/ 125 h 136"/>
                <a:gd name="T38" fmla="*/ 137 w 154"/>
                <a:gd name="T39" fmla="*/ 10 h 136"/>
                <a:gd name="T40" fmla="*/ 144 w 154"/>
                <a:gd name="T41" fmla="*/ 17 h 136"/>
                <a:gd name="T42" fmla="*/ 137 w 154"/>
                <a:gd name="T43" fmla="*/ 23 h 136"/>
                <a:gd name="T44" fmla="*/ 131 w 154"/>
                <a:gd name="T45" fmla="*/ 17 h 136"/>
                <a:gd name="T46" fmla="*/ 137 w 154"/>
                <a:gd name="T47" fmla="*/ 10 h 136"/>
                <a:gd name="T48" fmla="*/ 118 w 154"/>
                <a:gd name="T49" fmla="*/ 10 h 136"/>
                <a:gd name="T50" fmla="*/ 125 w 154"/>
                <a:gd name="T51" fmla="*/ 17 h 136"/>
                <a:gd name="T52" fmla="*/ 118 w 154"/>
                <a:gd name="T53" fmla="*/ 23 h 136"/>
                <a:gd name="T54" fmla="*/ 112 w 154"/>
                <a:gd name="T55" fmla="*/ 17 h 136"/>
                <a:gd name="T56" fmla="*/ 118 w 154"/>
                <a:gd name="T57" fmla="*/ 10 h 136"/>
                <a:gd name="T58" fmla="*/ 99 w 154"/>
                <a:gd name="T59" fmla="*/ 10 h 136"/>
                <a:gd name="T60" fmla="*/ 106 w 154"/>
                <a:gd name="T61" fmla="*/ 17 h 136"/>
                <a:gd name="T62" fmla="*/ 99 w 154"/>
                <a:gd name="T63" fmla="*/ 23 h 136"/>
                <a:gd name="T64" fmla="*/ 93 w 154"/>
                <a:gd name="T65" fmla="*/ 17 h 136"/>
                <a:gd name="T66" fmla="*/ 99 w 154"/>
                <a:gd name="T67" fmla="*/ 10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4" h="136">
                  <a:moveTo>
                    <a:pt x="145" y="125"/>
                  </a:moveTo>
                  <a:cubicBezTo>
                    <a:pt x="144" y="125"/>
                    <a:pt x="144" y="125"/>
                    <a:pt x="144" y="125"/>
                  </a:cubicBezTo>
                  <a:cubicBezTo>
                    <a:pt x="144" y="127"/>
                    <a:pt x="144" y="127"/>
                    <a:pt x="144" y="127"/>
                  </a:cubicBezTo>
                  <a:cubicBezTo>
                    <a:pt x="10" y="127"/>
                    <a:pt x="10" y="127"/>
                    <a:pt x="10" y="127"/>
                  </a:cubicBezTo>
                  <a:cubicBezTo>
                    <a:pt x="10" y="34"/>
                    <a:pt x="10" y="34"/>
                    <a:pt x="10" y="34"/>
                  </a:cubicBezTo>
                  <a:cubicBezTo>
                    <a:pt x="144" y="34"/>
                    <a:pt x="144" y="34"/>
                    <a:pt x="144" y="34"/>
                  </a:cubicBezTo>
                  <a:cubicBezTo>
                    <a:pt x="144" y="43"/>
                    <a:pt x="144" y="43"/>
                    <a:pt x="144" y="43"/>
                  </a:cubicBezTo>
                  <a:cubicBezTo>
                    <a:pt x="144" y="43"/>
                    <a:pt x="144" y="43"/>
                    <a:pt x="145" y="43"/>
                  </a:cubicBezTo>
                  <a:cubicBezTo>
                    <a:pt x="148" y="43"/>
                    <a:pt x="151" y="43"/>
                    <a:pt x="154" y="44"/>
                  </a:cubicBezTo>
                  <a:cubicBezTo>
                    <a:pt x="154" y="5"/>
                    <a:pt x="154" y="5"/>
                    <a:pt x="154" y="5"/>
                  </a:cubicBezTo>
                  <a:cubicBezTo>
                    <a:pt x="154" y="2"/>
                    <a:pt x="152" y="0"/>
                    <a:pt x="149" y="0"/>
                  </a:cubicBezTo>
                  <a:cubicBezTo>
                    <a:pt x="5" y="0"/>
                    <a:pt x="5" y="0"/>
                    <a:pt x="5" y="0"/>
                  </a:cubicBezTo>
                  <a:cubicBezTo>
                    <a:pt x="2" y="0"/>
                    <a:pt x="0" y="2"/>
                    <a:pt x="0" y="5"/>
                  </a:cubicBezTo>
                  <a:cubicBezTo>
                    <a:pt x="0" y="132"/>
                    <a:pt x="0" y="132"/>
                    <a:pt x="0" y="132"/>
                  </a:cubicBezTo>
                  <a:cubicBezTo>
                    <a:pt x="0" y="134"/>
                    <a:pt x="2" y="136"/>
                    <a:pt x="5" y="136"/>
                  </a:cubicBezTo>
                  <a:cubicBezTo>
                    <a:pt x="149" y="136"/>
                    <a:pt x="149" y="136"/>
                    <a:pt x="149" y="136"/>
                  </a:cubicBezTo>
                  <a:cubicBezTo>
                    <a:pt x="152" y="136"/>
                    <a:pt x="154" y="134"/>
                    <a:pt x="154" y="132"/>
                  </a:cubicBezTo>
                  <a:cubicBezTo>
                    <a:pt x="154" y="124"/>
                    <a:pt x="154" y="124"/>
                    <a:pt x="154" y="124"/>
                  </a:cubicBezTo>
                  <a:cubicBezTo>
                    <a:pt x="151" y="124"/>
                    <a:pt x="148" y="125"/>
                    <a:pt x="145" y="125"/>
                  </a:cubicBezTo>
                  <a:close/>
                  <a:moveTo>
                    <a:pt x="137" y="10"/>
                  </a:moveTo>
                  <a:cubicBezTo>
                    <a:pt x="141" y="10"/>
                    <a:pt x="144" y="13"/>
                    <a:pt x="144" y="17"/>
                  </a:cubicBezTo>
                  <a:cubicBezTo>
                    <a:pt x="144" y="20"/>
                    <a:pt x="141" y="23"/>
                    <a:pt x="137" y="23"/>
                  </a:cubicBezTo>
                  <a:cubicBezTo>
                    <a:pt x="134" y="23"/>
                    <a:pt x="131" y="20"/>
                    <a:pt x="131" y="17"/>
                  </a:cubicBezTo>
                  <a:cubicBezTo>
                    <a:pt x="131" y="13"/>
                    <a:pt x="134" y="10"/>
                    <a:pt x="137" y="10"/>
                  </a:cubicBezTo>
                  <a:close/>
                  <a:moveTo>
                    <a:pt x="118" y="10"/>
                  </a:moveTo>
                  <a:cubicBezTo>
                    <a:pt x="122" y="10"/>
                    <a:pt x="125" y="13"/>
                    <a:pt x="125" y="17"/>
                  </a:cubicBezTo>
                  <a:cubicBezTo>
                    <a:pt x="125" y="20"/>
                    <a:pt x="122" y="23"/>
                    <a:pt x="118" y="23"/>
                  </a:cubicBezTo>
                  <a:cubicBezTo>
                    <a:pt x="115" y="23"/>
                    <a:pt x="112" y="20"/>
                    <a:pt x="112" y="17"/>
                  </a:cubicBezTo>
                  <a:cubicBezTo>
                    <a:pt x="112" y="13"/>
                    <a:pt x="115" y="10"/>
                    <a:pt x="118" y="10"/>
                  </a:cubicBezTo>
                  <a:close/>
                  <a:moveTo>
                    <a:pt x="99" y="10"/>
                  </a:moveTo>
                  <a:cubicBezTo>
                    <a:pt x="103" y="10"/>
                    <a:pt x="106" y="13"/>
                    <a:pt x="106" y="17"/>
                  </a:cubicBezTo>
                  <a:cubicBezTo>
                    <a:pt x="106" y="20"/>
                    <a:pt x="103" y="23"/>
                    <a:pt x="99" y="23"/>
                  </a:cubicBezTo>
                  <a:cubicBezTo>
                    <a:pt x="96" y="23"/>
                    <a:pt x="93" y="20"/>
                    <a:pt x="93" y="17"/>
                  </a:cubicBezTo>
                  <a:cubicBezTo>
                    <a:pt x="93" y="13"/>
                    <a:pt x="96" y="10"/>
                    <a:pt x="9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119" name="Freeform 246"/>
            <p:cNvSpPr>
              <a:spLocks noEditPoints="1"/>
            </p:cNvSpPr>
            <p:nvPr/>
          </p:nvSpPr>
          <p:spPr bwMode="auto">
            <a:xfrm>
              <a:off x="7335884" y="1979802"/>
              <a:ext cx="258060" cy="210351"/>
            </a:xfrm>
            <a:custGeom>
              <a:avLst/>
              <a:gdLst>
                <a:gd name="T0" fmla="*/ 96 w 101"/>
                <a:gd name="T1" fmla="*/ 68 h 82"/>
                <a:gd name="T2" fmla="*/ 77 w 101"/>
                <a:gd name="T3" fmla="*/ 55 h 82"/>
                <a:gd name="T4" fmla="*/ 71 w 101"/>
                <a:gd name="T5" fmla="*/ 54 h 82"/>
                <a:gd name="T6" fmla="*/ 69 w 101"/>
                <a:gd name="T7" fmla="*/ 55 h 82"/>
                <a:gd name="T8" fmla="*/ 66 w 101"/>
                <a:gd name="T9" fmla="*/ 53 h 82"/>
                <a:gd name="T10" fmla="*/ 69 w 101"/>
                <a:gd name="T11" fmla="*/ 29 h 82"/>
                <a:gd name="T12" fmla="*/ 29 w 101"/>
                <a:gd name="T13" fmla="*/ 4 h 82"/>
                <a:gd name="T14" fmla="*/ 4 w 101"/>
                <a:gd name="T15" fmla="*/ 45 h 82"/>
                <a:gd name="T16" fmla="*/ 45 w 101"/>
                <a:gd name="T17" fmla="*/ 70 h 82"/>
                <a:gd name="T18" fmla="*/ 62 w 101"/>
                <a:gd name="T19" fmla="*/ 59 h 82"/>
                <a:gd name="T20" fmla="*/ 66 w 101"/>
                <a:gd name="T21" fmla="*/ 61 h 82"/>
                <a:gd name="T22" fmla="*/ 69 w 101"/>
                <a:gd name="T23" fmla="*/ 68 h 82"/>
                <a:gd name="T24" fmla="*/ 88 w 101"/>
                <a:gd name="T25" fmla="*/ 80 h 82"/>
                <a:gd name="T26" fmla="*/ 94 w 101"/>
                <a:gd name="T27" fmla="*/ 81 h 82"/>
                <a:gd name="T28" fmla="*/ 99 w 101"/>
                <a:gd name="T29" fmla="*/ 78 h 82"/>
                <a:gd name="T30" fmla="*/ 96 w 101"/>
                <a:gd name="T31" fmla="*/ 68 h 82"/>
                <a:gd name="T32" fmla="*/ 42 w 101"/>
                <a:gd name="T33" fmla="*/ 58 h 82"/>
                <a:gd name="T34" fmla="*/ 16 w 101"/>
                <a:gd name="T35" fmla="*/ 42 h 82"/>
                <a:gd name="T36" fmla="*/ 32 w 101"/>
                <a:gd name="T37" fmla="*/ 16 h 82"/>
                <a:gd name="T38" fmla="*/ 58 w 101"/>
                <a:gd name="T39" fmla="*/ 32 h 82"/>
                <a:gd name="T40" fmla="*/ 42 w 101"/>
                <a:gd name="T41" fmla="*/ 58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1" h="82">
                  <a:moveTo>
                    <a:pt x="96" y="68"/>
                  </a:moveTo>
                  <a:cubicBezTo>
                    <a:pt x="77" y="55"/>
                    <a:pt x="77" y="55"/>
                    <a:pt x="77" y="55"/>
                  </a:cubicBezTo>
                  <a:cubicBezTo>
                    <a:pt x="75" y="54"/>
                    <a:pt x="73" y="54"/>
                    <a:pt x="71" y="54"/>
                  </a:cubicBezTo>
                  <a:cubicBezTo>
                    <a:pt x="71" y="54"/>
                    <a:pt x="70" y="55"/>
                    <a:pt x="69" y="55"/>
                  </a:cubicBezTo>
                  <a:cubicBezTo>
                    <a:pt x="66" y="53"/>
                    <a:pt x="66" y="53"/>
                    <a:pt x="66" y="53"/>
                  </a:cubicBezTo>
                  <a:cubicBezTo>
                    <a:pt x="70" y="46"/>
                    <a:pt x="71" y="37"/>
                    <a:pt x="69" y="29"/>
                  </a:cubicBezTo>
                  <a:cubicBezTo>
                    <a:pt x="65" y="11"/>
                    <a:pt x="47" y="0"/>
                    <a:pt x="29" y="4"/>
                  </a:cubicBezTo>
                  <a:cubicBezTo>
                    <a:pt x="11" y="9"/>
                    <a:pt x="0" y="27"/>
                    <a:pt x="4" y="45"/>
                  </a:cubicBezTo>
                  <a:cubicBezTo>
                    <a:pt x="8" y="63"/>
                    <a:pt x="27" y="74"/>
                    <a:pt x="45" y="70"/>
                  </a:cubicBezTo>
                  <a:cubicBezTo>
                    <a:pt x="52" y="68"/>
                    <a:pt x="58" y="64"/>
                    <a:pt x="62" y="59"/>
                  </a:cubicBezTo>
                  <a:cubicBezTo>
                    <a:pt x="66" y="61"/>
                    <a:pt x="66" y="61"/>
                    <a:pt x="66" y="61"/>
                  </a:cubicBezTo>
                  <a:cubicBezTo>
                    <a:pt x="65" y="63"/>
                    <a:pt x="67" y="66"/>
                    <a:pt x="69" y="68"/>
                  </a:cubicBezTo>
                  <a:cubicBezTo>
                    <a:pt x="88" y="80"/>
                    <a:pt x="88" y="80"/>
                    <a:pt x="88" y="80"/>
                  </a:cubicBezTo>
                  <a:cubicBezTo>
                    <a:pt x="90" y="81"/>
                    <a:pt x="92" y="82"/>
                    <a:pt x="94" y="81"/>
                  </a:cubicBezTo>
                  <a:cubicBezTo>
                    <a:pt x="96" y="81"/>
                    <a:pt x="98" y="80"/>
                    <a:pt x="99" y="78"/>
                  </a:cubicBezTo>
                  <a:cubicBezTo>
                    <a:pt x="101" y="75"/>
                    <a:pt x="100" y="70"/>
                    <a:pt x="96" y="68"/>
                  </a:cubicBezTo>
                  <a:close/>
                  <a:moveTo>
                    <a:pt x="42" y="58"/>
                  </a:moveTo>
                  <a:cubicBezTo>
                    <a:pt x="30" y="61"/>
                    <a:pt x="19" y="54"/>
                    <a:pt x="16" y="42"/>
                  </a:cubicBezTo>
                  <a:cubicBezTo>
                    <a:pt x="13" y="30"/>
                    <a:pt x="20" y="19"/>
                    <a:pt x="32" y="16"/>
                  </a:cubicBezTo>
                  <a:cubicBezTo>
                    <a:pt x="43" y="13"/>
                    <a:pt x="55" y="20"/>
                    <a:pt x="58" y="32"/>
                  </a:cubicBezTo>
                  <a:cubicBezTo>
                    <a:pt x="60" y="43"/>
                    <a:pt x="53" y="55"/>
                    <a:pt x="42"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grpSp>
      <p:grpSp>
        <p:nvGrpSpPr>
          <p:cNvPr id="120" name="原创设计师QQ598969553          _7"/>
          <p:cNvGrpSpPr/>
          <p:nvPr/>
        </p:nvGrpSpPr>
        <p:grpSpPr>
          <a:xfrm>
            <a:off x="3715176" y="3318842"/>
            <a:ext cx="401728" cy="296010"/>
            <a:chOff x="5958843" y="1820413"/>
            <a:chExt cx="535637" cy="394680"/>
          </a:xfrm>
          <a:solidFill>
            <a:schemeClr val="accent2"/>
          </a:solidFill>
        </p:grpSpPr>
        <p:sp>
          <p:nvSpPr>
            <p:cNvPr id="121" name="Freeform 248"/>
            <p:cNvSpPr>
              <a:spLocks/>
            </p:cNvSpPr>
            <p:nvPr/>
          </p:nvSpPr>
          <p:spPr bwMode="auto">
            <a:xfrm>
              <a:off x="5958843" y="1820413"/>
              <a:ext cx="376247" cy="358898"/>
            </a:xfrm>
            <a:custGeom>
              <a:avLst/>
              <a:gdLst>
                <a:gd name="T0" fmla="*/ 61 w 147"/>
                <a:gd name="T1" fmla="*/ 105 h 140"/>
                <a:gd name="T2" fmla="*/ 54 w 147"/>
                <a:gd name="T3" fmla="*/ 103 h 140"/>
                <a:gd name="T4" fmla="*/ 53 w 147"/>
                <a:gd name="T5" fmla="*/ 103 h 140"/>
                <a:gd name="T6" fmla="*/ 52 w 147"/>
                <a:gd name="T7" fmla="*/ 103 h 140"/>
                <a:gd name="T8" fmla="*/ 33 w 147"/>
                <a:gd name="T9" fmla="*/ 111 h 140"/>
                <a:gd name="T10" fmla="*/ 38 w 147"/>
                <a:gd name="T11" fmla="*/ 97 h 140"/>
                <a:gd name="T12" fmla="*/ 34 w 147"/>
                <a:gd name="T13" fmla="*/ 94 h 140"/>
                <a:gd name="T14" fmla="*/ 13 w 147"/>
                <a:gd name="T15" fmla="*/ 60 h 140"/>
                <a:gd name="T16" fmla="*/ 79 w 147"/>
                <a:gd name="T17" fmla="*/ 13 h 140"/>
                <a:gd name="T18" fmla="*/ 128 w 147"/>
                <a:gd name="T19" fmla="*/ 29 h 140"/>
                <a:gd name="T20" fmla="*/ 137 w 147"/>
                <a:gd name="T21" fmla="*/ 29 h 140"/>
                <a:gd name="T22" fmla="*/ 147 w 147"/>
                <a:gd name="T23" fmla="*/ 29 h 140"/>
                <a:gd name="T24" fmla="*/ 79 w 147"/>
                <a:gd name="T25" fmla="*/ 0 h 140"/>
                <a:gd name="T26" fmla="*/ 0 w 147"/>
                <a:gd name="T27" fmla="*/ 60 h 140"/>
                <a:gd name="T28" fmla="*/ 22 w 147"/>
                <a:gd name="T29" fmla="*/ 102 h 140"/>
                <a:gd name="T30" fmla="*/ 9 w 147"/>
                <a:gd name="T31" fmla="*/ 140 h 140"/>
                <a:gd name="T32" fmla="*/ 24 w 147"/>
                <a:gd name="T33" fmla="*/ 131 h 140"/>
                <a:gd name="T34" fmla="*/ 51 w 147"/>
                <a:gd name="T35" fmla="*/ 117 h 140"/>
                <a:gd name="T36" fmla="*/ 70 w 147"/>
                <a:gd name="T37" fmla="*/ 120 h 140"/>
                <a:gd name="T38" fmla="*/ 61 w 147"/>
                <a:gd name="T39" fmla="*/ 105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 h="140">
                  <a:moveTo>
                    <a:pt x="61" y="105"/>
                  </a:moveTo>
                  <a:cubicBezTo>
                    <a:pt x="59" y="105"/>
                    <a:pt x="56" y="104"/>
                    <a:pt x="54" y="103"/>
                  </a:cubicBezTo>
                  <a:cubicBezTo>
                    <a:pt x="53" y="103"/>
                    <a:pt x="53" y="103"/>
                    <a:pt x="53" y="103"/>
                  </a:cubicBezTo>
                  <a:cubicBezTo>
                    <a:pt x="52" y="103"/>
                    <a:pt x="52" y="103"/>
                    <a:pt x="52" y="103"/>
                  </a:cubicBezTo>
                  <a:cubicBezTo>
                    <a:pt x="50" y="103"/>
                    <a:pt x="48" y="103"/>
                    <a:pt x="33" y="111"/>
                  </a:cubicBezTo>
                  <a:cubicBezTo>
                    <a:pt x="38" y="97"/>
                    <a:pt x="38" y="97"/>
                    <a:pt x="38" y="97"/>
                  </a:cubicBezTo>
                  <a:cubicBezTo>
                    <a:pt x="34" y="94"/>
                    <a:pt x="34" y="94"/>
                    <a:pt x="34" y="94"/>
                  </a:cubicBezTo>
                  <a:cubicBezTo>
                    <a:pt x="21" y="85"/>
                    <a:pt x="13" y="73"/>
                    <a:pt x="13" y="60"/>
                  </a:cubicBezTo>
                  <a:cubicBezTo>
                    <a:pt x="13" y="34"/>
                    <a:pt x="43" y="13"/>
                    <a:pt x="79" y="13"/>
                  </a:cubicBezTo>
                  <a:cubicBezTo>
                    <a:pt x="99" y="13"/>
                    <a:pt x="116" y="19"/>
                    <a:pt x="128" y="29"/>
                  </a:cubicBezTo>
                  <a:cubicBezTo>
                    <a:pt x="131" y="29"/>
                    <a:pt x="134" y="29"/>
                    <a:pt x="137" y="29"/>
                  </a:cubicBezTo>
                  <a:cubicBezTo>
                    <a:pt x="140" y="29"/>
                    <a:pt x="143" y="29"/>
                    <a:pt x="147" y="29"/>
                  </a:cubicBezTo>
                  <a:cubicBezTo>
                    <a:pt x="133" y="12"/>
                    <a:pt x="108" y="0"/>
                    <a:pt x="79" y="0"/>
                  </a:cubicBezTo>
                  <a:cubicBezTo>
                    <a:pt x="35" y="0"/>
                    <a:pt x="0" y="27"/>
                    <a:pt x="0" y="60"/>
                  </a:cubicBezTo>
                  <a:cubicBezTo>
                    <a:pt x="0" y="76"/>
                    <a:pt x="8" y="91"/>
                    <a:pt x="22" y="102"/>
                  </a:cubicBezTo>
                  <a:cubicBezTo>
                    <a:pt x="9" y="140"/>
                    <a:pt x="9" y="140"/>
                    <a:pt x="9" y="140"/>
                  </a:cubicBezTo>
                  <a:cubicBezTo>
                    <a:pt x="24" y="131"/>
                    <a:pt x="24" y="131"/>
                    <a:pt x="24" y="131"/>
                  </a:cubicBezTo>
                  <a:cubicBezTo>
                    <a:pt x="35" y="125"/>
                    <a:pt x="47" y="118"/>
                    <a:pt x="51" y="117"/>
                  </a:cubicBezTo>
                  <a:cubicBezTo>
                    <a:pt x="57" y="118"/>
                    <a:pt x="63" y="119"/>
                    <a:pt x="70" y="120"/>
                  </a:cubicBezTo>
                  <a:cubicBezTo>
                    <a:pt x="66" y="115"/>
                    <a:pt x="63" y="110"/>
                    <a:pt x="61" y="10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122" name="Freeform 249"/>
            <p:cNvSpPr>
              <a:spLocks noEditPoints="1"/>
            </p:cNvSpPr>
            <p:nvPr/>
          </p:nvSpPr>
          <p:spPr bwMode="auto">
            <a:xfrm>
              <a:off x="6125823" y="1912577"/>
              <a:ext cx="368657" cy="302516"/>
            </a:xfrm>
            <a:custGeom>
              <a:avLst/>
              <a:gdLst>
                <a:gd name="T0" fmla="*/ 144 w 144"/>
                <a:gd name="T1" fmla="*/ 53 h 118"/>
                <a:gd name="T2" fmla="*/ 72 w 144"/>
                <a:gd name="T3" fmla="*/ 0 h 118"/>
                <a:gd name="T4" fmla="*/ 0 w 144"/>
                <a:gd name="T5" fmla="*/ 53 h 118"/>
                <a:gd name="T6" fmla="*/ 72 w 144"/>
                <a:gd name="T7" fmla="*/ 107 h 118"/>
                <a:gd name="T8" fmla="*/ 99 w 144"/>
                <a:gd name="T9" fmla="*/ 103 h 118"/>
                <a:gd name="T10" fmla="*/ 130 w 144"/>
                <a:gd name="T11" fmla="*/ 118 h 118"/>
                <a:gd name="T12" fmla="*/ 121 w 144"/>
                <a:gd name="T13" fmla="*/ 93 h 118"/>
                <a:gd name="T14" fmla="*/ 144 w 144"/>
                <a:gd name="T15" fmla="*/ 53 h 118"/>
                <a:gd name="T16" fmla="*/ 44 w 144"/>
                <a:gd name="T17" fmla="*/ 61 h 118"/>
                <a:gd name="T18" fmla="*/ 38 w 144"/>
                <a:gd name="T19" fmla="*/ 57 h 118"/>
                <a:gd name="T20" fmla="*/ 31 w 144"/>
                <a:gd name="T21" fmla="*/ 61 h 118"/>
                <a:gd name="T22" fmla="*/ 33 w 144"/>
                <a:gd name="T23" fmla="*/ 53 h 118"/>
                <a:gd name="T24" fmla="*/ 27 w 144"/>
                <a:gd name="T25" fmla="*/ 48 h 118"/>
                <a:gd name="T26" fmla="*/ 35 w 144"/>
                <a:gd name="T27" fmla="*/ 47 h 118"/>
                <a:gd name="T28" fmla="*/ 38 w 144"/>
                <a:gd name="T29" fmla="*/ 41 h 118"/>
                <a:gd name="T30" fmla="*/ 41 w 144"/>
                <a:gd name="T31" fmla="*/ 47 h 118"/>
                <a:gd name="T32" fmla="*/ 48 w 144"/>
                <a:gd name="T33" fmla="*/ 48 h 118"/>
                <a:gd name="T34" fmla="*/ 43 w 144"/>
                <a:gd name="T35" fmla="*/ 53 h 118"/>
                <a:gd name="T36" fmla="*/ 44 w 144"/>
                <a:gd name="T37" fmla="*/ 61 h 118"/>
                <a:gd name="T38" fmla="*/ 82 w 144"/>
                <a:gd name="T39" fmla="*/ 64 h 118"/>
                <a:gd name="T40" fmla="*/ 72 w 144"/>
                <a:gd name="T41" fmla="*/ 58 h 118"/>
                <a:gd name="T42" fmla="*/ 62 w 144"/>
                <a:gd name="T43" fmla="*/ 64 h 118"/>
                <a:gd name="T44" fmla="*/ 64 w 144"/>
                <a:gd name="T45" fmla="*/ 52 h 118"/>
                <a:gd name="T46" fmla="*/ 56 w 144"/>
                <a:gd name="T47" fmla="*/ 44 h 118"/>
                <a:gd name="T48" fmla="*/ 67 w 144"/>
                <a:gd name="T49" fmla="*/ 43 h 118"/>
                <a:gd name="T50" fmla="*/ 72 w 144"/>
                <a:gd name="T51" fmla="*/ 33 h 118"/>
                <a:gd name="T52" fmla="*/ 77 w 144"/>
                <a:gd name="T53" fmla="*/ 43 h 118"/>
                <a:gd name="T54" fmla="*/ 88 w 144"/>
                <a:gd name="T55" fmla="*/ 44 h 118"/>
                <a:gd name="T56" fmla="*/ 80 w 144"/>
                <a:gd name="T57" fmla="*/ 52 h 118"/>
                <a:gd name="T58" fmla="*/ 82 w 144"/>
                <a:gd name="T59" fmla="*/ 64 h 118"/>
                <a:gd name="T60" fmla="*/ 112 w 144"/>
                <a:gd name="T61" fmla="*/ 61 h 118"/>
                <a:gd name="T62" fmla="*/ 106 w 144"/>
                <a:gd name="T63" fmla="*/ 57 h 118"/>
                <a:gd name="T64" fmla="*/ 99 w 144"/>
                <a:gd name="T65" fmla="*/ 61 h 118"/>
                <a:gd name="T66" fmla="*/ 101 w 144"/>
                <a:gd name="T67" fmla="*/ 53 h 118"/>
                <a:gd name="T68" fmla="*/ 95 w 144"/>
                <a:gd name="T69" fmla="*/ 48 h 118"/>
                <a:gd name="T70" fmla="*/ 103 w 144"/>
                <a:gd name="T71" fmla="*/ 47 h 118"/>
                <a:gd name="T72" fmla="*/ 106 w 144"/>
                <a:gd name="T73" fmla="*/ 41 h 118"/>
                <a:gd name="T74" fmla="*/ 109 w 144"/>
                <a:gd name="T75" fmla="*/ 47 h 118"/>
                <a:gd name="T76" fmla="*/ 116 w 144"/>
                <a:gd name="T77" fmla="*/ 48 h 118"/>
                <a:gd name="T78" fmla="*/ 111 w 144"/>
                <a:gd name="T79" fmla="*/ 53 h 118"/>
                <a:gd name="T80" fmla="*/ 112 w 144"/>
                <a:gd name="T81" fmla="*/ 61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44" h="118">
                  <a:moveTo>
                    <a:pt x="144" y="53"/>
                  </a:moveTo>
                  <a:cubicBezTo>
                    <a:pt x="144" y="24"/>
                    <a:pt x="112" y="0"/>
                    <a:pt x="72" y="0"/>
                  </a:cubicBezTo>
                  <a:cubicBezTo>
                    <a:pt x="32" y="0"/>
                    <a:pt x="0" y="24"/>
                    <a:pt x="0" y="53"/>
                  </a:cubicBezTo>
                  <a:cubicBezTo>
                    <a:pt x="0" y="83"/>
                    <a:pt x="32" y="107"/>
                    <a:pt x="72" y="107"/>
                  </a:cubicBezTo>
                  <a:cubicBezTo>
                    <a:pt x="82" y="107"/>
                    <a:pt x="91" y="105"/>
                    <a:pt x="99" y="103"/>
                  </a:cubicBezTo>
                  <a:cubicBezTo>
                    <a:pt x="102" y="102"/>
                    <a:pt x="130" y="118"/>
                    <a:pt x="130" y="118"/>
                  </a:cubicBezTo>
                  <a:cubicBezTo>
                    <a:pt x="121" y="93"/>
                    <a:pt x="121" y="93"/>
                    <a:pt x="121" y="93"/>
                  </a:cubicBezTo>
                  <a:cubicBezTo>
                    <a:pt x="135" y="83"/>
                    <a:pt x="144" y="69"/>
                    <a:pt x="144" y="53"/>
                  </a:cubicBezTo>
                  <a:close/>
                  <a:moveTo>
                    <a:pt x="44" y="61"/>
                  </a:moveTo>
                  <a:cubicBezTo>
                    <a:pt x="38" y="57"/>
                    <a:pt x="38" y="57"/>
                    <a:pt x="38" y="57"/>
                  </a:cubicBezTo>
                  <a:cubicBezTo>
                    <a:pt x="31" y="61"/>
                    <a:pt x="31" y="61"/>
                    <a:pt x="31" y="61"/>
                  </a:cubicBezTo>
                  <a:cubicBezTo>
                    <a:pt x="33" y="53"/>
                    <a:pt x="33" y="53"/>
                    <a:pt x="33" y="53"/>
                  </a:cubicBezTo>
                  <a:cubicBezTo>
                    <a:pt x="27" y="48"/>
                    <a:pt x="27" y="48"/>
                    <a:pt x="27" y="48"/>
                  </a:cubicBezTo>
                  <a:cubicBezTo>
                    <a:pt x="35" y="47"/>
                    <a:pt x="35" y="47"/>
                    <a:pt x="35" y="47"/>
                  </a:cubicBezTo>
                  <a:cubicBezTo>
                    <a:pt x="38" y="41"/>
                    <a:pt x="38" y="41"/>
                    <a:pt x="38" y="41"/>
                  </a:cubicBezTo>
                  <a:cubicBezTo>
                    <a:pt x="41" y="47"/>
                    <a:pt x="41" y="47"/>
                    <a:pt x="41" y="47"/>
                  </a:cubicBezTo>
                  <a:cubicBezTo>
                    <a:pt x="48" y="48"/>
                    <a:pt x="48" y="48"/>
                    <a:pt x="48" y="48"/>
                  </a:cubicBezTo>
                  <a:cubicBezTo>
                    <a:pt x="43" y="53"/>
                    <a:pt x="43" y="53"/>
                    <a:pt x="43" y="53"/>
                  </a:cubicBezTo>
                  <a:lnTo>
                    <a:pt x="44" y="61"/>
                  </a:lnTo>
                  <a:close/>
                  <a:moveTo>
                    <a:pt x="82" y="64"/>
                  </a:moveTo>
                  <a:cubicBezTo>
                    <a:pt x="72" y="58"/>
                    <a:pt x="72" y="58"/>
                    <a:pt x="72" y="58"/>
                  </a:cubicBezTo>
                  <a:cubicBezTo>
                    <a:pt x="62" y="64"/>
                    <a:pt x="62" y="64"/>
                    <a:pt x="62" y="64"/>
                  </a:cubicBezTo>
                  <a:cubicBezTo>
                    <a:pt x="64" y="52"/>
                    <a:pt x="64" y="52"/>
                    <a:pt x="64" y="52"/>
                  </a:cubicBezTo>
                  <a:cubicBezTo>
                    <a:pt x="56" y="44"/>
                    <a:pt x="56" y="44"/>
                    <a:pt x="56" y="44"/>
                  </a:cubicBezTo>
                  <a:cubicBezTo>
                    <a:pt x="67" y="43"/>
                    <a:pt x="67" y="43"/>
                    <a:pt x="67" y="43"/>
                  </a:cubicBezTo>
                  <a:cubicBezTo>
                    <a:pt x="72" y="33"/>
                    <a:pt x="72" y="33"/>
                    <a:pt x="72" y="33"/>
                  </a:cubicBezTo>
                  <a:cubicBezTo>
                    <a:pt x="77" y="43"/>
                    <a:pt x="77" y="43"/>
                    <a:pt x="77" y="43"/>
                  </a:cubicBezTo>
                  <a:cubicBezTo>
                    <a:pt x="88" y="44"/>
                    <a:pt x="88" y="44"/>
                    <a:pt x="88" y="44"/>
                  </a:cubicBezTo>
                  <a:cubicBezTo>
                    <a:pt x="80" y="52"/>
                    <a:pt x="80" y="52"/>
                    <a:pt x="80" y="52"/>
                  </a:cubicBezTo>
                  <a:lnTo>
                    <a:pt x="82" y="64"/>
                  </a:lnTo>
                  <a:close/>
                  <a:moveTo>
                    <a:pt x="112" y="61"/>
                  </a:moveTo>
                  <a:cubicBezTo>
                    <a:pt x="106" y="57"/>
                    <a:pt x="106" y="57"/>
                    <a:pt x="106" y="57"/>
                  </a:cubicBezTo>
                  <a:cubicBezTo>
                    <a:pt x="99" y="61"/>
                    <a:pt x="99" y="61"/>
                    <a:pt x="99" y="61"/>
                  </a:cubicBezTo>
                  <a:cubicBezTo>
                    <a:pt x="101" y="53"/>
                    <a:pt x="101" y="53"/>
                    <a:pt x="101" y="53"/>
                  </a:cubicBezTo>
                  <a:cubicBezTo>
                    <a:pt x="95" y="48"/>
                    <a:pt x="95" y="48"/>
                    <a:pt x="95" y="48"/>
                  </a:cubicBezTo>
                  <a:cubicBezTo>
                    <a:pt x="103" y="47"/>
                    <a:pt x="103" y="47"/>
                    <a:pt x="103" y="47"/>
                  </a:cubicBezTo>
                  <a:cubicBezTo>
                    <a:pt x="106" y="41"/>
                    <a:pt x="106" y="41"/>
                    <a:pt x="106" y="41"/>
                  </a:cubicBezTo>
                  <a:cubicBezTo>
                    <a:pt x="109" y="47"/>
                    <a:pt x="109" y="47"/>
                    <a:pt x="109" y="47"/>
                  </a:cubicBezTo>
                  <a:cubicBezTo>
                    <a:pt x="116" y="48"/>
                    <a:pt x="116" y="48"/>
                    <a:pt x="116" y="48"/>
                  </a:cubicBezTo>
                  <a:cubicBezTo>
                    <a:pt x="111" y="53"/>
                    <a:pt x="111" y="53"/>
                    <a:pt x="111" y="53"/>
                  </a:cubicBezTo>
                  <a:lnTo>
                    <a:pt x="112" y="6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grpSp>
      <p:grpSp>
        <p:nvGrpSpPr>
          <p:cNvPr id="123" name="原创设计师QQ598969553          _8"/>
          <p:cNvGrpSpPr/>
          <p:nvPr/>
        </p:nvGrpSpPr>
        <p:grpSpPr>
          <a:xfrm>
            <a:off x="923968" y="1221668"/>
            <a:ext cx="1889158" cy="1091527"/>
            <a:chOff x="1224476" y="1925464"/>
            <a:chExt cx="2366578" cy="1455365"/>
          </a:xfrm>
        </p:grpSpPr>
        <p:sp>
          <p:nvSpPr>
            <p:cNvPr id="127" name="文本框 40"/>
            <p:cNvSpPr txBox="1"/>
            <p:nvPr/>
          </p:nvSpPr>
          <p:spPr bwMode="auto">
            <a:xfrm>
              <a:off x="1224476" y="2395944"/>
              <a:ext cx="2349781" cy="984885"/>
            </a:xfrm>
            <a:prstGeom prst="rect">
              <a:avLst/>
            </a:prstGeom>
            <a:noFill/>
          </p:spPr>
          <p:txBody>
            <a:bodyPr wrap="square">
              <a:spAutoFit/>
            </a:bodyPr>
            <a:lstStyle/>
            <a:p>
              <a:pPr algn="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p>
            <a:p>
              <a:pPr algn="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125" name="矩形 124"/>
            <p:cNvSpPr/>
            <p:nvPr/>
          </p:nvSpPr>
          <p:spPr>
            <a:xfrm>
              <a:off x="3040430" y="1925464"/>
              <a:ext cx="550624" cy="533478"/>
            </a:xfrm>
            <a:prstGeom prst="rect">
              <a:avLst/>
            </a:prstGeom>
          </p:spPr>
          <p:txBody>
            <a:bodyPr wrap="none">
              <a:spAutoFit/>
            </a:bodyPr>
            <a:lstStyle/>
            <a:p>
              <a:pPr algn="r"/>
              <a:r>
                <a:rPr lang="en-US" altLang="zh-CN" sz="2000" spc="75" dirty="0">
                  <a:solidFill>
                    <a:schemeClr val="accent1"/>
                  </a:solidFill>
                  <a:latin typeface="Impact" panose="020B0806030902050204" pitchFamily="34" charset="0"/>
                  <a:ea typeface="方正正黑简体" panose="02000000000000000000" pitchFamily="2" charset="-122"/>
                </a:rPr>
                <a:t>01</a:t>
              </a:r>
              <a:endParaRPr lang="zh-CN" altLang="en-US" sz="2000" dirty="0">
                <a:solidFill>
                  <a:schemeClr val="accent1"/>
                </a:solidFill>
                <a:latin typeface="Impact" panose="020B0806030902050204" pitchFamily="34" charset="0"/>
              </a:endParaRPr>
            </a:p>
          </p:txBody>
        </p:sp>
      </p:grpSp>
      <p:grpSp>
        <p:nvGrpSpPr>
          <p:cNvPr id="128" name="原创设计师QQ598969553          _9"/>
          <p:cNvGrpSpPr/>
          <p:nvPr/>
        </p:nvGrpSpPr>
        <p:grpSpPr>
          <a:xfrm>
            <a:off x="923092" y="2291831"/>
            <a:ext cx="1903706" cy="1071354"/>
            <a:chOff x="1224476" y="1952360"/>
            <a:chExt cx="2384801" cy="1428469"/>
          </a:xfrm>
        </p:grpSpPr>
        <p:sp>
          <p:nvSpPr>
            <p:cNvPr id="132" name="文本框 54"/>
            <p:cNvSpPr txBox="1"/>
            <p:nvPr/>
          </p:nvSpPr>
          <p:spPr bwMode="auto">
            <a:xfrm>
              <a:off x="1224476" y="2395944"/>
              <a:ext cx="2349782" cy="984885"/>
            </a:xfrm>
            <a:prstGeom prst="rect">
              <a:avLst/>
            </a:prstGeom>
            <a:noFill/>
          </p:spPr>
          <p:txBody>
            <a:bodyPr wrap="square">
              <a:spAutoFit/>
            </a:bodyPr>
            <a:lstStyle/>
            <a:p>
              <a:pPr algn="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p>
            <a:p>
              <a:pPr algn="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130" name="矩形 129"/>
            <p:cNvSpPr/>
            <p:nvPr/>
          </p:nvSpPr>
          <p:spPr>
            <a:xfrm>
              <a:off x="3020500" y="1952360"/>
              <a:ext cx="588777" cy="533479"/>
            </a:xfrm>
            <a:prstGeom prst="rect">
              <a:avLst/>
            </a:prstGeom>
          </p:spPr>
          <p:txBody>
            <a:bodyPr wrap="none">
              <a:spAutoFit/>
            </a:bodyPr>
            <a:lstStyle/>
            <a:p>
              <a:pPr algn="r"/>
              <a:r>
                <a:rPr lang="en-US" altLang="zh-CN" sz="2000" spc="75" dirty="0">
                  <a:solidFill>
                    <a:schemeClr val="bg1">
                      <a:lumMod val="75000"/>
                    </a:schemeClr>
                  </a:solidFill>
                  <a:latin typeface="Impact" panose="020B0806030902050204" pitchFamily="34" charset="0"/>
                  <a:ea typeface="方正正黑简体" panose="02000000000000000000" pitchFamily="2" charset="-122"/>
                </a:rPr>
                <a:t>02</a:t>
              </a:r>
              <a:endParaRPr lang="zh-CN" altLang="en-US" sz="2000" dirty="0">
                <a:solidFill>
                  <a:schemeClr val="bg1">
                    <a:lumMod val="75000"/>
                  </a:schemeClr>
                </a:solidFill>
                <a:latin typeface="Impact" panose="020B0806030902050204" pitchFamily="34" charset="0"/>
              </a:endParaRPr>
            </a:p>
          </p:txBody>
        </p:sp>
      </p:grpSp>
      <p:grpSp>
        <p:nvGrpSpPr>
          <p:cNvPr id="133" name="原创设计师QQ598969553          _10"/>
          <p:cNvGrpSpPr/>
          <p:nvPr/>
        </p:nvGrpSpPr>
        <p:grpSpPr>
          <a:xfrm>
            <a:off x="922906" y="3328379"/>
            <a:ext cx="1907535" cy="1084802"/>
            <a:chOff x="1224476" y="1934430"/>
            <a:chExt cx="2389600" cy="1446399"/>
          </a:xfrm>
        </p:grpSpPr>
        <p:sp>
          <p:nvSpPr>
            <p:cNvPr id="137" name="文本框 59"/>
            <p:cNvSpPr txBox="1"/>
            <p:nvPr/>
          </p:nvSpPr>
          <p:spPr bwMode="auto">
            <a:xfrm>
              <a:off x="1224476" y="2395944"/>
              <a:ext cx="2349785" cy="984885"/>
            </a:xfrm>
            <a:prstGeom prst="rect">
              <a:avLst/>
            </a:prstGeom>
            <a:noFill/>
          </p:spPr>
          <p:txBody>
            <a:bodyPr wrap="square">
              <a:spAutoFit/>
            </a:bodyPr>
            <a:lstStyle/>
            <a:p>
              <a:pPr algn="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p>
            <a:p>
              <a:pPr algn="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135" name="矩形 134"/>
            <p:cNvSpPr/>
            <p:nvPr/>
          </p:nvSpPr>
          <p:spPr>
            <a:xfrm>
              <a:off x="3015258" y="1934430"/>
              <a:ext cx="598818" cy="533479"/>
            </a:xfrm>
            <a:prstGeom prst="rect">
              <a:avLst/>
            </a:prstGeom>
          </p:spPr>
          <p:txBody>
            <a:bodyPr wrap="none">
              <a:spAutoFit/>
            </a:bodyPr>
            <a:lstStyle/>
            <a:p>
              <a:pPr algn="r"/>
              <a:r>
                <a:rPr lang="en-US" altLang="zh-CN" sz="2000" spc="75" dirty="0">
                  <a:solidFill>
                    <a:schemeClr val="accent2"/>
                  </a:solidFill>
                  <a:latin typeface="Impact" panose="020B0806030902050204" pitchFamily="34" charset="0"/>
                  <a:ea typeface="方正正黑简体" panose="02000000000000000000" pitchFamily="2" charset="-122"/>
                </a:rPr>
                <a:t>03</a:t>
              </a:r>
              <a:endParaRPr lang="zh-CN" altLang="en-US" sz="2000" dirty="0">
                <a:solidFill>
                  <a:schemeClr val="accent2"/>
                </a:solidFill>
                <a:latin typeface="Impact" panose="020B0806030902050204" pitchFamily="34" charset="0"/>
              </a:endParaRPr>
            </a:p>
          </p:txBody>
        </p:sp>
      </p:grpSp>
      <p:sp>
        <p:nvSpPr>
          <p:cNvPr id="138" name="原创设计师QQ598969553          _11"/>
          <p:cNvSpPr txBox="1"/>
          <p:nvPr/>
        </p:nvSpPr>
        <p:spPr>
          <a:xfrm>
            <a:off x="5939078" y="2655700"/>
            <a:ext cx="2149327" cy="684803"/>
          </a:xfrm>
          <a:prstGeom prst="rect">
            <a:avLst/>
          </a:prstGeom>
          <a:noFill/>
        </p:spPr>
        <p:txBody>
          <a:bodyPr wrap="square" lIns="68580" tIns="34290" rIns="68580" bIns="34290" rtlCol="0">
            <a:spAutoFit/>
          </a:bodyPr>
          <a:lstStyle/>
          <a:p>
            <a:pPr algn="just"/>
            <a:r>
              <a:rPr lang="zh-CN" altLang="en-US" sz="1000" dirty="0">
                <a:solidFill>
                  <a:schemeClr val="tx1">
                    <a:lumMod val="75000"/>
                    <a:lumOff val="25000"/>
                  </a:schemeClr>
                </a:solidFill>
                <a:latin typeface="微软雅黑" pitchFamily="34" charset="-122"/>
                <a:ea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139" name="原创设计师QQ598969553          _12"/>
          <p:cNvSpPr txBox="1"/>
          <p:nvPr/>
        </p:nvSpPr>
        <p:spPr>
          <a:xfrm>
            <a:off x="5939077" y="2335994"/>
            <a:ext cx="1900558" cy="284693"/>
          </a:xfrm>
          <a:prstGeom prst="rect">
            <a:avLst/>
          </a:prstGeom>
          <a:noFill/>
        </p:spPr>
        <p:txBody>
          <a:bodyPr wrap="square" lIns="68580" tIns="34290" rIns="68580" bIns="34290" rtlCol="0">
            <a:spAutoFit/>
          </a:bodyPr>
          <a:lstStyle/>
          <a:p>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p>
        </p:txBody>
      </p:sp>
      <p:sp>
        <p:nvSpPr>
          <p:cNvPr id="140" name="原创设计师QQ598969553          _13"/>
          <p:cNvSpPr/>
          <p:nvPr/>
        </p:nvSpPr>
        <p:spPr>
          <a:xfrm>
            <a:off x="5936526" y="1608407"/>
            <a:ext cx="1117935" cy="746358"/>
          </a:xfrm>
          <a:prstGeom prst="rect">
            <a:avLst/>
          </a:prstGeom>
        </p:spPr>
        <p:txBody>
          <a:bodyPr wrap="none" lIns="68580" tIns="34290" rIns="68580" bIns="34290">
            <a:spAutoFit/>
          </a:bodyPr>
          <a:lstStyle/>
          <a:p>
            <a:r>
              <a:rPr lang="en-US" altLang="zh-CN" sz="4400" dirty="0">
                <a:solidFill>
                  <a:schemeClr val="accent1"/>
                </a:solidFill>
                <a:latin typeface="+mn-ea"/>
              </a:rPr>
              <a:t>75</a:t>
            </a:r>
            <a:r>
              <a:rPr lang="en-US" altLang="zh-CN" sz="2800" dirty="0">
                <a:solidFill>
                  <a:schemeClr val="accent1"/>
                </a:solidFill>
                <a:latin typeface="+mn-ea"/>
              </a:rPr>
              <a:t>%</a:t>
            </a:r>
            <a:endParaRPr lang="zh-CN" altLang="en-US" sz="900" dirty="0">
              <a:solidFill>
                <a:schemeClr val="accent1"/>
              </a:solidFill>
              <a:latin typeface="+mn-ea"/>
            </a:endParaRPr>
          </a:p>
        </p:txBody>
      </p:sp>
      <p:sp>
        <p:nvSpPr>
          <p:cNvPr id="141" name="原创设计师QQ598969553          _14"/>
          <p:cNvSpPr/>
          <p:nvPr/>
        </p:nvSpPr>
        <p:spPr>
          <a:xfrm>
            <a:off x="5936526" y="3422505"/>
            <a:ext cx="2151733" cy="684803"/>
          </a:xfrm>
          <a:prstGeom prst="rect">
            <a:avLst/>
          </a:prstGeom>
          <a:noFill/>
        </p:spPr>
        <p:txBody>
          <a:bodyPr wrap="square" lIns="68580" tIns="34290" rIns="68580" bIns="34290" rtlCol="0">
            <a:spAutoFit/>
          </a:bodyPr>
          <a:lstStyle/>
          <a:p>
            <a:pPr algn="just"/>
            <a:r>
              <a:rPr lang="zh-CN" altLang="en-US" sz="1000" dirty="0">
                <a:solidFill>
                  <a:schemeClr val="tx1">
                    <a:lumMod val="75000"/>
                    <a:lumOff val="25000"/>
                  </a:schemeClr>
                </a:solidFill>
                <a:latin typeface="微软雅黑" pitchFamily="34" charset="-122"/>
                <a:ea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pic>
        <p:nvPicPr>
          <p:cNvPr id="46" name="Picture 64"/>
          <p:cNvPicPr>
            <a:picLocks noGrp="1" noSelect="1" noRot="1" noChangeAspect="1" noMove="1" noResize="1" noChangeShapeType="1"/>
          </p:cNvPicPr>
          <p:nvPr/>
        </p:nvPicPr>
        <p:blipFill>
          <a:blip r:embed="rId3"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458172459"/>
      </p:ext>
    </p:extLst>
  </p:cSld>
  <p:clrMapOvr>
    <a:masterClrMapping/>
  </p:clrMapOvr>
  <p:transition spd="slow" advClick="0" advTm="0">
    <p:pull/>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60000" fill="hold" nodeType="afterEffect" p14:presetBounceEnd="40000">
                                      <p:stCondLst>
                                        <p:cond delay="0"/>
                                      </p:stCondLst>
                                      <p:childTnLst>
                                        <p:set>
                                          <p:cBhvr>
                                            <p:cTn id="6" dur="1" fill="hold">
                                              <p:stCondLst>
                                                <p:cond delay="0"/>
                                              </p:stCondLst>
                                            </p:cTn>
                                            <p:tgtEl>
                                              <p:spTgt spid="54"/>
                                            </p:tgtEl>
                                            <p:attrNameLst>
                                              <p:attrName>style.visibility</p:attrName>
                                            </p:attrNameLst>
                                          </p:cBhvr>
                                          <p:to>
                                            <p:strVal val="visible"/>
                                          </p:to>
                                        </p:set>
                                        <p:anim calcmode="lin" valueType="num" p14:bounceEnd="40000">
                                          <p:cBhvr additive="base">
                                            <p:cTn id="7" dur="500" fill="hold"/>
                                            <p:tgtEl>
                                              <p:spTgt spid="54"/>
                                            </p:tgtEl>
                                            <p:attrNameLst>
                                              <p:attrName>ppt_x</p:attrName>
                                            </p:attrNameLst>
                                          </p:cBhvr>
                                          <p:tavLst>
                                            <p:tav tm="0">
                                              <p:val>
                                                <p:strVal val="0-#ppt_w/2"/>
                                              </p:val>
                                            </p:tav>
                                            <p:tav tm="100000">
                                              <p:val>
                                                <p:strVal val="#ppt_x"/>
                                              </p:val>
                                            </p:tav>
                                          </p:tavLst>
                                        </p:anim>
                                        <p:anim calcmode="lin" valueType="num" p14:bounceEnd="40000">
                                          <p:cBhvr additive="base">
                                            <p:cTn id="8" dur="500" fill="hold"/>
                                            <p:tgtEl>
                                              <p:spTgt spid="54"/>
                                            </p:tgtEl>
                                            <p:attrNameLst>
                                              <p:attrName>ppt_y</p:attrName>
                                            </p:attrNameLst>
                                          </p:cBhvr>
                                          <p:tavLst>
                                            <p:tav tm="0">
                                              <p:val>
                                                <p:strVal val="#ppt_y"/>
                                              </p:val>
                                            </p:tav>
                                            <p:tav tm="100000">
                                              <p:val>
                                                <p:strVal val="#ppt_y"/>
                                              </p:val>
                                            </p:tav>
                                          </p:tavLst>
                                        </p:anim>
                                      </p:childTnLst>
                                    </p:cTn>
                                  </p:par>
                                  <p:par>
                                    <p:cTn id="9" presetID="2" presetClass="entr" presetSubtype="2" accel="60000" fill="hold" nodeType="withEffect" p14:presetBounceEnd="40000">
                                      <p:stCondLst>
                                        <p:cond delay="200"/>
                                      </p:stCondLst>
                                      <p:childTnLst>
                                        <p:set>
                                          <p:cBhvr>
                                            <p:cTn id="10" dur="1" fill="hold">
                                              <p:stCondLst>
                                                <p:cond delay="0"/>
                                              </p:stCondLst>
                                            </p:cTn>
                                            <p:tgtEl>
                                              <p:spTgt spid="99"/>
                                            </p:tgtEl>
                                            <p:attrNameLst>
                                              <p:attrName>style.visibility</p:attrName>
                                            </p:attrNameLst>
                                          </p:cBhvr>
                                          <p:to>
                                            <p:strVal val="visible"/>
                                          </p:to>
                                        </p:set>
                                        <p:anim calcmode="lin" valueType="num" p14:bounceEnd="40000">
                                          <p:cBhvr additive="base">
                                            <p:cTn id="11" dur="500" fill="hold"/>
                                            <p:tgtEl>
                                              <p:spTgt spid="99"/>
                                            </p:tgtEl>
                                            <p:attrNameLst>
                                              <p:attrName>ppt_x</p:attrName>
                                            </p:attrNameLst>
                                          </p:cBhvr>
                                          <p:tavLst>
                                            <p:tav tm="0">
                                              <p:val>
                                                <p:strVal val="1+#ppt_w/2"/>
                                              </p:val>
                                            </p:tav>
                                            <p:tav tm="100000">
                                              <p:val>
                                                <p:strVal val="#ppt_x"/>
                                              </p:val>
                                            </p:tav>
                                          </p:tavLst>
                                        </p:anim>
                                        <p:anim calcmode="lin" valueType="num" p14:bounceEnd="40000">
                                          <p:cBhvr additive="base">
                                            <p:cTn id="12" dur="500" fill="hold"/>
                                            <p:tgtEl>
                                              <p:spTgt spid="99"/>
                                            </p:tgtEl>
                                            <p:attrNameLst>
                                              <p:attrName>ppt_y</p:attrName>
                                            </p:attrNameLst>
                                          </p:cBhvr>
                                          <p:tavLst>
                                            <p:tav tm="0">
                                              <p:val>
                                                <p:strVal val="#ppt_y"/>
                                              </p:val>
                                            </p:tav>
                                            <p:tav tm="100000">
                                              <p:val>
                                                <p:strVal val="#ppt_y"/>
                                              </p:val>
                                            </p:tav>
                                          </p:tavLst>
                                        </p:anim>
                                      </p:childTnLst>
                                    </p:cTn>
                                  </p:par>
                                  <p:par>
                                    <p:cTn id="13" presetID="2" presetClass="entr" presetSubtype="4" accel="60000" fill="hold" nodeType="withEffect" p14:presetBounceEnd="40000">
                                      <p:stCondLst>
                                        <p:cond delay="400"/>
                                      </p:stCondLst>
                                      <p:childTnLst>
                                        <p:set>
                                          <p:cBhvr>
                                            <p:cTn id="14" dur="1" fill="hold">
                                              <p:stCondLst>
                                                <p:cond delay="0"/>
                                              </p:stCondLst>
                                            </p:cTn>
                                            <p:tgtEl>
                                              <p:spTgt spid="58"/>
                                            </p:tgtEl>
                                            <p:attrNameLst>
                                              <p:attrName>style.visibility</p:attrName>
                                            </p:attrNameLst>
                                          </p:cBhvr>
                                          <p:to>
                                            <p:strVal val="visible"/>
                                          </p:to>
                                        </p:set>
                                        <p:anim calcmode="lin" valueType="num" p14:bounceEnd="40000">
                                          <p:cBhvr additive="base">
                                            <p:cTn id="15" dur="500" fill="hold"/>
                                            <p:tgtEl>
                                              <p:spTgt spid="58"/>
                                            </p:tgtEl>
                                            <p:attrNameLst>
                                              <p:attrName>ppt_x</p:attrName>
                                            </p:attrNameLst>
                                          </p:cBhvr>
                                          <p:tavLst>
                                            <p:tav tm="0">
                                              <p:val>
                                                <p:strVal val="#ppt_x"/>
                                              </p:val>
                                            </p:tav>
                                            <p:tav tm="100000">
                                              <p:val>
                                                <p:strVal val="#ppt_x"/>
                                              </p:val>
                                            </p:tav>
                                          </p:tavLst>
                                        </p:anim>
                                        <p:anim calcmode="lin" valueType="num" p14:bounceEnd="40000">
                                          <p:cBhvr additive="base">
                                            <p:cTn id="16" dur="500" fill="hold"/>
                                            <p:tgtEl>
                                              <p:spTgt spid="58"/>
                                            </p:tgtEl>
                                            <p:attrNameLst>
                                              <p:attrName>ppt_y</p:attrName>
                                            </p:attrNameLst>
                                          </p:cBhvr>
                                          <p:tavLst>
                                            <p:tav tm="0">
                                              <p:val>
                                                <p:strVal val="1+#ppt_h/2"/>
                                              </p:val>
                                            </p:tav>
                                            <p:tav tm="100000">
                                              <p:val>
                                                <p:strVal val="#ppt_y"/>
                                              </p:val>
                                            </p:tav>
                                          </p:tavLst>
                                        </p:anim>
                                      </p:childTnLst>
                                    </p:cTn>
                                  </p:par>
                                </p:childTnLst>
                              </p:cTn>
                            </p:par>
                            <p:par>
                              <p:cTn id="17" fill="hold">
                                <p:stCondLst>
                                  <p:cond delay="900"/>
                                </p:stCondLst>
                                <p:childTnLst>
                                  <p:par>
                                    <p:cTn id="18" presetID="45" presetClass="entr" presetSubtype="0" fill="hold" nodeType="afterEffect">
                                      <p:stCondLst>
                                        <p:cond delay="0"/>
                                      </p:stCondLst>
                                      <p:childTnLst>
                                        <p:set>
                                          <p:cBhvr>
                                            <p:cTn id="19" dur="1" fill="hold">
                                              <p:stCondLst>
                                                <p:cond delay="0"/>
                                              </p:stCondLst>
                                            </p:cTn>
                                            <p:tgtEl>
                                              <p:spTgt spid="102"/>
                                            </p:tgtEl>
                                            <p:attrNameLst>
                                              <p:attrName>style.visibility</p:attrName>
                                            </p:attrNameLst>
                                          </p:cBhvr>
                                          <p:to>
                                            <p:strVal val="visible"/>
                                          </p:to>
                                        </p:set>
                                        <p:animEffect transition="in" filter="fade">
                                          <p:cBhvr>
                                            <p:cTn id="20" dur="500"/>
                                            <p:tgtEl>
                                              <p:spTgt spid="102"/>
                                            </p:tgtEl>
                                          </p:cBhvr>
                                        </p:animEffect>
                                        <p:anim calcmode="lin" valueType="num">
                                          <p:cBhvr>
                                            <p:cTn id="21" dur="500" fill="hold"/>
                                            <p:tgtEl>
                                              <p:spTgt spid="102"/>
                                            </p:tgtEl>
                                            <p:attrNameLst>
                                              <p:attrName>ppt_w</p:attrName>
                                            </p:attrNameLst>
                                          </p:cBhvr>
                                          <p:tavLst>
                                            <p:tav tm="0" fmla="#ppt_w*sin(2.5*pi*$)">
                                              <p:val>
                                                <p:fltVal val="0"/>
                                              </p:val>
                                            </p:tav>
                                            <p:tav tm="100000">
                                              <p:val>
                                                <p:fltVal val="1"/>
                                              </p:val>
                                            </p:tav>
                                          </p:tavLst>
                                        </p:anim>
                                        <p:anim calcmode="lin" valueType="num">
                                          <p:cBhvr>
                                            <p:cTn id="22" dur="500" fill="hold"/>
                                            <p:tgtEl>
                                              <p:spTgt spid="102"/>
                                            </p:tgtEl>
                                            <p:attrNameLst>
                                              <p:attrName>ppt_h</p:attrName>
                                            </p:attrNameLst>
                                          </p:cBhvr>
                                          <p:tavLst>
                                            <p:tav tm="0">
                                              <p:val>
                                                <p:strVal val="#ppt_h"/>
                                              </p:val>
                                            </p:tav>
                                            <p:tav tm="100000">
                                              <p:val>
                                                <p:strVal val="#ppt_h"/>
                                              </p:val>
                                            </p:tav>
                                          </p:tavLst>
                                        </p:anim>
                                      </p:childTnLst>
                                    </p:cTn>
                                  </p:par>
                                </p:childTnLst>
                              </p:cTn>
                            </p:par>
                            <p:par>
                              <p:cTn id="23" fill="hold">
                                <p:stCondLst>
                                  <p:cond delay="1400"/>
                                </p:stCondLst>
                                <p:childTnLst>
                                  <p:par>
                                    <p:cTn id="24" presetID="22" presetClass="entr" presetSubtype="2" fill="hold" nodeType="afterEffect">
                                      <p:stCondLst>
                                        <p:cond delay="0"/>
                                      </p:stCondLst>
                                      <p:childTnLst>
                                        <p:set>
                                          <p:cBhvr>
                                            <p:cTn id="25" dur="1" fill="hold">
                                              <p:stCondLst>
                                                <p:cond delay="0"/>
                                              </p:stCondLst>
                                            </p:cTn>
                                            <p:tgtEl>
                                              <p:spTgt spid="123"/>
                                            </p:tgtEl>
                                            <p:attrNameLst>
                                              <p:attrName>style.visibility</p:attrName>
                                            </p:attrNameLst>
                                          </p:cBhvr>
                                          <p:to>
                                            <p:strVal val="visible"/>
                                          </p:to>
                                        </p:set>
                                        <p:animEffect transition="in" filter="wipe(right)">
                                          <p:cBhvr>
                                            <p:cTn id="26" dur="500"/>
                                            <p:tgtEl>
                                              <p:spTgt spid="123"/>
                                            </p:tgtEl>
                                          </p:cBhvr>
                                        </p:animEffect>
                                      </p:childTnLst>
                                    </p:cTn>
                                  </p:par>
                                </p:childTnLst>
                              </p:cTn>
                            </p:par>
                            <p:par>
                              <p:cTn id="27" fill="hold">
                                <p:stCondLst>
                                  <p:cond delay="1900"/>
                                </p:stCondLst>
                                <p:childTnLst>
                                  <p:par>
                                    <p:cTn id="28" presetID="45" presetClass="entr" presetSubtype="0" fill="hold" nodeType="afterEffect">
                                      <p:stCondLst>
                                        <p:cond delay="0"/>
                                      </p:stCondLst>
                                      <p:childTnLst>
                                        <p:set>
                                          <p:cBhvr>
                                            <p:cTn id="29" dur="1" fill="hold">
                                              <p:stCondLst>
                                                <p:cond delay="0"/>
                                              </p:stCondLst>
                                            </p:cTn>
                                            <p:tgtEl>
                                              <p:spTgt spid="112"/>
                                            </p:tgtEl>
                                            <p:attrNameLst>
                                              <p:attrName>style.visibility</p:attrName>
                                            </p:attrNameLst>
                                          </p:cBhvr>
                                          <p:to>
                                            <p:strVal val="visible"/>
                                          </p:to>
                                        </p:set>
                                        <p:animEffect transition="in" filter="fade">
                                          <p:cBhvr>
                                            <p:cTn id="30" dur="500"/>
                                            <p:tgtEl>
                                              <p:spTgt spid="112"/>
                                            </p:tgtEl>
                                          </p:cBhvr>
                                        </p:animEffect>
                                        <p:anim calcmode="lin" valueType="num">
                                          <p:cBhvr>
                                            <p:cTn id="31" dur="500" fill="hold"/>
                                            <p:tgtEl>
                                              <p:spTgt spid="112"/>
                                            </p:tgtEl>
                                            <p:attrNameLst>
                                              <p:attrName>ppt_w</p:attrName>
                                            </p:attrNameLst>
                                          </p:cBhvr>
                                          <p:tavLst>
                                            <p:tav tm="0" fmla="#ppt_w*sin(2.5*pi*$)">
                                              <p:val>
                                                <p:fltVal val="0"/>
                                              </p:val>
                                            </p:tav>
                                            <p:tav tm="100000">
                                              <p:val>
                                                <p:fltVal val="1"/>
                                              </p:val>
                                            </p:tav>
                                          </p:tavLst>
                                        </p:anim>
                                        <p:anim calcmode="lin" valueType="num">
                                          <p:cBhvr>
                                            <p:cTn id="32" dur="500" fill="hold"/>
                                            <p:tgtEl>
                                              <p:spTgt spid="112"/>
                                            </p:tgtEl>
                                            <p:attrNameLst>
                                              <p:attrName>ppt_h</p:attrName>
                                            </p:attrNameLst>
                                          </p:cBhvr>
                                          <p:tavLst>
                                            <p:tav tm="0">
                                              <p:val>
                                                <p:strVal val="#ppt_h"/>
                                              </p:val>
                                            </p:tav>
                                            <p:tav tm="100000">
                                              <p:val>
                                                <p:strVal val="#ppt_h"/>
                                              </p:val>
                                            </p:tav>
                                          </p:tavLst>
                                        </p:anim>
                                      </p:childTnLst>
                                    </p:cTn>
                                  </p:par>
                                </p:childTnLst>
                              </p:cTn>
                            </p:par>
                            <p:par>
                              <p:cTn id="33" fill="hold">
                                <p:stCondLst>
                                  <p:cond delay="2400"/>
                                </p:stCondLst>
                                <p:childTnLst>
                                  <p:par>
                                    <p:cTn id="34" presetID="22" presetClass="entr" presetSubtype="2" fill="hold" nodeType="afterEffect">
                                      <p:stCondLst>
                                        <p:cond delay="0"/>
                                      </p:stCondLst>
                                      <p:childTnLst>
                                        <p:set>
                                          <p:cBhvr>
                                            <p:cTn id="35" dur="1" fill="hold">
                                              <p:stCondLst>
                                                <p:cond delay="0"/>
                                              </p:stCondLst>
                                            </p:cTn>
                                            <p:tgtEl>
                                              <p:spTgt spid="128"/>
                                            </p:tgtEl>
                                            <p:attrNameLst>
                                              <p:attrName>style.visibility</p:attrName>
                                            </p:attrNameLst>
                                          </p:cBhvr>
                                          <p:to>
                                            <p:strVal val="visible"/>
                                          </p:to>
                                        </p:set>
                                        <p:animEffect transition="in" filter="wipe(right)">
                                          <p:cBhvr>
                                            <p:cTn id="36" dur="500"/>
                                            <p:tgtEl>
                                              <p:spTgt spid="128"/>
                                            </p:tgtEl>
                                          </p:cBhvr>
                                        </p:animEffect>
                                      </p:childTnLst>
                                    </p:cTn>
                                  </p:par>
                                </p:childTnLst>
                              </p:cTn>
                            </p:par>
                            <p:par>
                              <p:cTn id="37" fill="hold">
                                <p:stCondLst>
                                  <p:cond delay="2900"/>
                                </p:stCondLst>
                                <p:childTnLst>
                                  <p:par>
                                    <p:cTn id="38" presetID="45" presetClass="entr" presetSubtype="0" fill="hold" nodeType="afterEffect">
                                      <p:stCondLst>
                                        <p:cond delay="0"/>
                                      </p:stCondLst>
                                      <p:childTnLst>
                                        <p:set>
                                          <p:cBhvr>
                                            <p:cTn id="39" dur="1" fill="hold">
                                              <p:stCondLst>
                                                <p:cond delay="0"/>
                                              </p:stCondLst>
                                            </p:cTn>
                                            <p:tgtEl>
                                              <p:spTgt spid="120"/>
                                            </p:tgtEl>
                                            <p:attrNameLst>
                                              <p:attrName>style.visibility</p:attrName>
                                            </p:attrNameLst>
                                          </p:cBhvr>
                                          <p:to>
                                            <p:strVal val="visible"/>
                                          </p:to>
                                        </p:set>
                                        <p:animEffect transition="in" filter="fade">
                                          <p:cBhvr>
                                            <p:cTn id="40" dur="500"/>
                                            <p:tgtEl>
                                              <p:spTgt spid="120"/>
                                            </p:tgtEl>
                                          </p:cBhvr>
                                        </p:animEffect>
                                        <p:anim calcmode="lin" valueType="num">
                                          <p:cBhvr>
                                            <p:cTn id="41" dur="500" fill="hold"/>
                                            <p:tgtEl>
                                              <p:spTgt spid="120"/>
                                            </p:tgtEl>
                                            <p:attrNameLst>
                                              <p:attrName>ppt_w</p:attrName>
                                            </p:attrNameLst>
                                          </p:cBhvr>
                                          <p:tavLst>
                                            <p:tav tm="0" fmla="#ppt_w*sin(2.5*pi*$)">
                                              <p:val>
                                                <p:fltVal val="0"/>
                                              </p:val>
                                            </p:tav>
                                            <p:tav tm="100000">
                                              <p:val>
                                                <p:fltVal val="1"/>
                                              </p:val>
                                            </p:tav>
                                          </p:tavLst>
                                        </p:anim>
                                        <p:anim calcmode="lin" valueType="num">
                                          <p:cBhvr>
                                            <p:cTn id="42" dur="500" fill="hold"/>
                                            <p:tgtEl>
                                              <p:spTgt spid="120"/>
                                            </p:tgtEl>
                                            <p:attrNameLst>
                                              <p:attrName>ppt_h</p:attrName>
                                            </p:attrNameLst>
                                          </p:cBhvr>
                                          <p:tavLst>
                                            <p:tav tm="0">
                                              <p:val>
                                                <p:strVal val="#ppt_h"/>
                                              </p:val>
                                            </p:tav>
                                            <p:tav tm="100000">
                                              <p:val>
                                                <p:strVal val="#ppt_h"/>
                                              </p:val>
                                            </p:tav>
                                          </p:tavLst>
                                        </p:anim>
                                      </p:childTnLst>
                                    </p:cTn>
                                  </p:par>
                                </p:childTnLst>
                              </p:cTn>
                            </p:par>
                            <p:par>
                              <p:cTn id="43" fill="hold">
                                <p:stCondLst>
                                  <p:cond delay="3400"/>
                                </p:stCondLst>
                                <p:childTnLst>
                                  <p:par>
                                    <p:cTn id="44" presetID="22" presetClass="entr" presetSubtype="2" fill="hold" nodeType="afterEffect">
                                      <p:stCondLst>
                                        <p:cond delay="0"/>
                                      </p:stCondLst>
                                      <p:childTnLst>
                                        <p:set>
                                          <p:cBhvr>
                                            <p:cTn id="45" dur="1" fill="hold">
                                              <p:stCondLst>
                                                <p:cond delay="0"/>
                                              </p:stCondLst>
                                            </p:cTn>
                                            <p:tgtEl>
                                              <p:spTgt spid="133"/>
                                            </p:tgtEl>
                                            <p:attrNameLst>
                                              <p:attrName>style.visibility</p:attrName>
                                            </p:attrNameLst>
                                          </p:cBhvr>
                                          <p:to>
                                            <p:strVal val="visible"/>
                                          </p:to>
                                        </p:set>
                                        <p:animEffect transition="in" filter="wipe(right)">
                                          <p:cBhvr>
                                            <p:cTn id="46" dur="500"/>
                                            <p:tgtEl>
                                              <p:spTgt spid="133"/>
                                            </p:tgtEl>
                                          </p:cBhvr>
                                        </p:animEffect>
                                      </p:childTnLst>
                                    </p:cTn>
                                  </p:par>
                                </p:childTnLst>
                              </p:cTn>
                            </p:par>
                            <p:par>
                              <p:cTn id="47" fill="hold">
                                <p:stCondLst>
                                  <p:cond delay="3900"/>
                                </p:stCondLst>
                                <p:childTnLst>
                                  <p:par>
                                    <p:cTn id="48" presetID="53" presetClass="entr" presetSubtype="16" fill="hold" grpId="0" nodeType="afterEffect">
                                      <p:stCondLst>
                                        <p:cond delay="0"/>
                                      </p:stCondLst>
                                      <p:iterate type="lt">
                                        <p:tmPct val="10000"/>
                                      </p:iterate>
                                      <p:childTnLst>
                                        <p:set>
                                          <p:cBhvr>
                                            <p:cTn id="49" dur="1" fill="hold">
                                              <p:stCondLst>
                                                <p:cond delay="0"/>
                                              </p:stCondLst>
                                            </p:cTn>
                                            <p:tgtEl>
                                              <p:spTgt spid="140"/>
                                            </p:tgtEl>
                                            <p:attrNameLst>
                                              <p:attrName>style.visibility</p:attrName>
                                            </p:attrNameLst>
                                          </p:cBhvr>
                                          <p:to>
                                            <p:strVal val="visible"/>
                                          </p:to>
                                        </p:set>
                                        <p:anim calcmode="lin" valueType="num">
                                          <p:cBhvr>
                                            <p:cTn id="50" dur="500" fill="hold"/>
                                            <p:tgtEl>
                                              <p:spTgt spid="140"/>
                                            </p:tgtEl>
                                            <p:attrNameLst>
                                              <p:attrName>ppt_w</p:attrName>
                                            </p:attrNameLst>
                                          </p:cBhvr>
                                          <p:tavLst>
                                            <p:tav tm="0">
                                              <p:val>
                                                <p:fltVal val="0"/>
                                              </p:val>
                                            </p:tav>
                                            <p:tav tm="100000">
                                              <p:val>
                                                <p:strVal val="#ppt_w"/>
                                              </p:val>
                                            </p:tav>
                                          </p:tavLst>
                                        </p:anim>
                                        <p:anim calcmode="lin" valueType="num">
                                          <p:cBhvr>
                                            <p:cTn id="51" dur="500" fill="hold"/>
                                            <p:tgtEl>
                                              <p:spTgt spid="140"/>
                                            </p:tgtEl>
                                            <p:attrNameLst>
                                              <p:attrName>ppt_h</p:attrName>
                                            </p:attrNameLst>
                                          </p:cBhvr>
                                          <p:tavLst>
                                            <p:tav tm="0">
                                              <p:val>
                                                <p:fltVal val="0"/>
                                              </p:val>
                                            </p:tav>
                                            <p:tav tm="100000">
                                              <p:val>
                                                <p:strVal val="#ppt_h"/>
                                              </p:val>
                                            </p:tav>
                                          </p:tavLst>
                                        </p:anim>
                                        <p:animEffect transition="in" filter="fade">
                                          <p:cBhvr>
                                            <p:cTn id="52" dur="500"/>
                                            <p:tgtEl>
                                              <p:spTgt spid="140"/>
                                            </p:tgtEl>
                                          </p:cBhvr>
                                        </p:animEffect>
                                      </p:childTnLst>
                                    </p:cTn>
                                  </p:par>
                                </p:childTnLst>
                              </p:cTn>
                            </p:par>
                            <p:par>
                              <p:cTn id="53" fill="hold">
                                <p:stCondLst>
                                  <p:cond delay="4500"/>
                                </p:stCondLst>
                                <p:childTnLst>
                                  <p:par>
                                    <p:cTn id="54" presetID="22" presetClass="entr" presetSubtype="8" fill="hold" grpId="0" nodeType="afterEffect">
                                      <p:stCondLst>
                                        <p:cond delay="0"/>
                                      </p:stCondLst>
                                      <p:childTnLst>
                                        <p:set>
                                          <p:cBhvr>
                                            <p:cTn id="55" dur="1" fill="hold">
                                              <p:stCondLst>
                                                <p:cond delay="0"/>
                                              </p:stCondLst>
                                            </p:cTn>
                                            <p:tgtEl>
                                              <p:spTgt spid="139"/>
                                            </p:tgtEl>
                                            <p:attrNameLst>
                                              <p:attrName>style.visibility</p:attrName>
                                            </p:attrNameLst>
                                          </p:cBhvr>
                                          <p:to>
                                            <p:strVal val="visible"/>
                                          </p:to>
                                        </p:set>
                                        <p:animEffect transition="in" filter="wipe(left)">
                                          <p:cBhvr>
                                            <p:cTn id="56" dur="500"/>
                                            <p:tgtEl>
                                              <p:spTgt spid="139"/>
                                            </p:tgtEl>
                                          </p:cBhvr>
                                        </p:animEffect>
                                      </p:childTnLst>
                                    </p:cTn>
                                  </p:par>
                                  <p:par>
                                    <p:cTn id="57" presetID="22" presetClass="entr" presetSubtype="8" fill="hold" grpId="0" nodeType="withEffect">
                                      <p:stCondLst>
                                        <p:cond delay="0"/>
                                      </p:stCondLst>
                                      <p:childTnLst>
                                        <p:set>
                                          <p:cBhvr>
                                            <p:cTn id="58" dur="1" fill="hold">
                                              <p:stCondLst>
                                                <p:cond delay="0"/>
                                              </p:stCondLst>
                                            </p:cTn>
                                            <p:tgtEl>
                                              <p:spTgt spid="141"/>
                                            </p:tgtEl>
                                            <p:attrNameLst>
                                              <p:attrName>style.visibility</p:attrName>
                                            </p:attrNameLst>
                                          </p:cBhvr>
                                          <p:to>
                                            <p:strVal val="visible"/>
                                          </p:to>
                                        </p:set>
                                        <p:animEffect transition="in" filter="wipe(left)">
                                          <p:cBhvr>
                                            <p:cTn id="59" dur="500"/>
                                            <p:tgtEl>
                                              <p:spTgt spid="141"/>
                                            </p:tgtEl>
                                          </p:cBhvr>
                                        </p:animEffect>
                                      </p:childTnLst>
                                    </p:cTn>
                                  </p:par>
                                  <p:par>
                                    <p:cTn id="60" presetID="22" presetClass="entr" presetSubtype="8" fill="hold" grpId="0" nodeType="withEffect">
                                      <p:stCondLst>
                                        <p:cond delay="0"/>
                                      </p:stCondLst>
                                      <p:childTnLst>
                                        <p:set>
                                          <p:cBhvr>
                                            <p:cTn id="61" dur="1" fill="hold">
                                              <p:stCondLst>
                                                <p:cond delay="0"/>
                                              </p:stCondLst>
                                            </p:cTn>
                                            <p:tgtEl>
                                              <p:spTgt spid="138"/>
                                            </p:tgtEl>
                                            <p:attrNameLst>
                                              <p:attrName>style.visibility</p:attrName>
                                            </p:attrNameLst>
                                          </p:cBhvr>
                                          <p:to>
                                            <p:strVal val="visible"/>
                                          </p:to>
                                        </p:set>
                                        <p:animEffect transition="in" filter="wipe(left)">
                                          <p:cBhvr>
                                            <p:cTn id="62" dur="500"/>
                                            <p:tgtEl>
                                              <p:spTgt spid="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 grpId="0"/>
          <p:bldP spid="139" grpId="0"/>
          <p:bldP spid="140" grpId="0"/>
          <p:bldP spid="141"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60000" fill="hold" nodeType="afterEffect">
                                      <p:stCondLst>
                                        <p:cond delay="0"/>
                                      </p:stCondLst>
                                      <p:childTnLst>
                                        <p:set>
                                          <p:cBhvr>
                                            <p:cTn id="6" dur="1" fill="hold">
                                              <p:stCondLst>
                                                <p:cond delay="0"/>
                                              </p:stCondLst>
                                            </p:cTn>
                                            <p:tgtEl>
                                              <p:spTgt spid="54"/>
                                            </p:tgtEl>
                                            <p:attrNameLst>
                                              <p:attrName>style.visibility</p:attrName>
                                            </p:attrNameLst>
                                          </p:cBhvr>
                                          <p:to>
                                            <p:strVal val="visible"/>
                                          </p:to>
                                        </p:set>
                                        <p:anim calcmode="lin" valueType="num">
                                          <p:cBhvr additive="base">
                                            <p:cTn id="7" dur="500" fill="hold"/>
                                            <p:tgtEl>
                                              <p:spTgt spid="54"/>
                                            </p:tgtEl>
                                            <p:attrNameLst>
                                              <p:attrName>ppt_x</p:attrName>
                                            </p:attrNameLst>
                                          </p:cBhvr>
                                          <p:tavLst>
                                            <p:tav tm="0">
                                              <p:val>
                                                <p:strVal val="0-#ppt_w/2"/>
                                              </p:val>
                                            </p:tav>
                                            <p:tav tm="100000">
                                              <p:val>
                                                <p:strVal val="#ppt_x"/>
                                              </p:val>
                                            </p:tav>
                                          </p:tavLst>
                                        </p:anim>
                                        <p:anim calcmode="lin" valueType="num">
                                          <p:cBhvr additive="base">
                                            <p:cTn id="8" dur="500" fill="hold"/>
                                            <p:tgtEl>
                                              <p:spTgt spid="54"/>
                                            </p:tgtEl>
                                            <p:attrNameLst>
                                              <p:attrName>ppt_y</p:attrName>
                                            </p:attrNameLst>
                                          </p:cBhvr>
                                          <p:tavLst>
                                            <p:tav tm="0">
                                              <p:val>
                                                <p:strVal val="#ppt_y"/>
                                              </p:val>
                                            </p:tav>
                                            <p:tav tm="100000">
                                              <p:val>
                                                <p:strVal val="#ppt_y"/>
                                              </p:val>
                                            </p:tav>
                                          </p:tavLst>
                                        </p:anim>
                                      </p:childTnLst>
                                    </p:cTn>
                                  </p:par>
                                  <p:par>
                                    <p:cTn id="9" presetID="2" presetClass="entr" presetSubtype="2" accel="60000" fill="hold" nodeType="withEffect">
                                      <p:stCondLst>
                                        <p:cond delay="200"/>
                                      </p:stCondLst>
                                      <p:childTnLst>
                                        <p:set>
                                          <p:cBhvr>
                                            <p:cTn id="10" dur="1" fill="hold">
                                              <p:stCondLst>
                                                <p:cond delay="0"/>
                                              </p:stCondLst>
                                            </p:cTn>
                                            <p:tgtEl>
                                              <p:spTgt spid="99"/>
                                            </p:tgtEl>
                                            <p:attrNameLst>
                                              <p:attrName>style.visibility</p:attrName>
                                            </p:attrNameLst>
                                          </p:cBhvr>
                                          <p:to>
                                            <p:strVal val="visible"/>
                                          </p:to>
                                        </p:set>
                                        <p:anim calcmode="lin" valueType="num">
                                          <p:cBhvr additive="base">
                                            <p:cTn id="11" dur="500" fill="hold"/>
                                            <p:tgtEl>
                                              <p:spTgt spid="99"/>
                                            </p:tgtEl>
                                            <p:attrNameLst>
                                              <p:attrName>ppt_x</p:attrName>
                                            </p:attrNameLst>
                                          </p:cBhvr>
                                          <p:tavLst>
                                            <p:tav tm="0">
                                              <p:val>
                                                <p:strVal val="1+#ppt_w/2"/>
                                              </p:val>
                                            </p:tav>
                                            <p:tav tm="100000">
                                              <p:val>
                                                <p:strVal val="#ppt_x"/>
                                              </p:val>
                                            </p:tav>
                                          </p:tavLst>
                                        </p:anim>
                                        <p:anim calcmode="lin" valueType="num">
                                          <p:cBhvr additive="base">
                                            <p:cTn id="12" dur="500" fill="hold"/>
                                            <p:tgtEl>
                                              <p:spTgt spid="99"/>
                                            </p:tgtEl>
                                            <p:attrNameLst>
                                              <p:attrName>ppt_y</p:attrName>
                                            </p:attrNameLst>
                                          </p:cBhvr>
                                          <p:tavLst>
                                            <p:tav tm="0">
                                              <p:val>
                                                <p:strVal val="#ppt_y"/>
                                              </p:val>
                                            </p:tav>
                                            <p:tav tm="100000">
                                              <p:val>
                                                <p:strVal val="#ppt_y"/>
                                              </p:val>
                                            </p:tav>
                                          </p:tavLst>
                                        </p:anim>
                                      </p:childTnLst>
                                    </p:cTn>
                                  </p:par>
                                  <p:par>
                                    <p:cTn id="13" presetID="2" presetClass="entr" presetSubtype="4" accel="60000" fill="hold" nodeType="withEffect">
                                      <p:stCondLst>
                                        <p:cond delay="400"/>
                                      </p:stCondLst>
                                      <p:childTnLst>
                                        <p:set>
                                          <p:cBhvr>
                                            <p:cTn id="14" dur="1" fill="hold">
                                              <p:stCondLst>
                                                <p:cond delay="0"/>
                                              </p:stCondLst>
                                            </p:cTn>
                                            <p:tgtEl>
                                              <p:spTgt spid="58"/>
                                            </p:tgtEl>
                                            <p:attrNameLst>
                                              <p:attrName>style.visibility</p:attrName>
                                            </p:attrNameLst>
                                          </p:cBhvr>
                                          <p:to>
                                            <p:strVal val="visible"/>
                                          </p:to>
                                        </p:set>
                                        <p:anim calcmode="lin" valueType="num">
                                          <p:cBhvr additive="base">
                                            <p:cTn id="15" dur="500" fill="hold"/>
                                            <p:tgtEl>
                                              <p:spTgt spid="58"/>
                                            </p:tgtEl>
                                            <p:attrNameLst>
                                              <p:attrName>ppt_x</p:attrName>
                                            </p:attrNameLst>
                                          </p:cBhvr>
                                          <p:tavLst>
                                            <p:tav tm="0">
                                              <p:val>
                                                <p:strVal val="#ppt_x"/>
                                              </p:val>
                                            </p:tav>
                                            <p:tav tm="100000">
                                              <p:val>
                                                <p:strVal val="#ppt_x"/>
                                              </p:val>
                                            </p:tav>
                                          </p:tavLst>
                                        </p:anim>
                                        <p:anim calcmode="lin" valueType="num">
                                          <p:cBhvr additive="base">
                                            <p:cTn id="16" dur="500" fill="hold"/>
                                            <p:tgtEl>
                                              <p:spTgt spid="58"/>
                                            </p:tgtEl>
                                            <p:attrNameLst>
                                              <p:attrName>ppt_y</p:attrName>
                                            </p:attrNameLst>
                                          </p:cBhvr>
                                          <p:tavLst>
                                            <p:tav tm="0">
                                              <p:val>
                                                <p:strVal val="1+#ppt_h/2"/>
                                              </p:val>
                                            </p:tav>
                                            <p:tav tm="100000">
                                              <p:val>
                                                <p:strVal val="#ppt_y"/>
                                              </p:val>
                                            </p:tav>
                                          </p:tavLst>
                                        </p:anim>
                                      </p:childTnLst>
                                    </p:cTn>
                                  </p:par>
                                </p:childTnLst>
                              </p:cTn>
                            </p:par>
                            <p:par>
                              <p:cTn id="17" fill="hold">
                                <p:stCondLst>
                                  <p:cond delay="900"/>
                                </p:stCondLst>
                                <p:childTnLst>
                                  <p:par>
                                    <p:cTn id="18" presetID="45" presetClass="entr" presetSubtype="0" fill="hold" nodeType="afterEffect">
                                      <p:stCondLst>
                                        <p:cond delay="0"/>
                                      </p:stCondLst>
                                      <p:childTnLst>
                                        <p:set>
                                          <p:cBhvr>
                                            <p:cTn id="19" dur="1" fill="hold">
                                              <p:stCondLst>
                                                <p:cond delay="0"/>
                                              </p:stCondLst>
                                            </p:cTn>
                                            <p:tgtEl>
                                              <p:spTgt spid="102"/>
                                            </p:tgtEl>
                                            <p:attrNameLst>
                                              <p:attrName>style.visibility</p:attrName>
                                            </p:attrNameLst>
                                          </p:cBhvr>
                                          <p:to>
                                            <p:strVal val="visible"/>
                                          </p:to>
                                        </p:set>
                                        <p:animEffect transition="in" filter="fade">
                                          <p:cBhvr>
                                            <p:cTn id="20" dur="500"/>
                                            <p:tgtEl>
                                              <p:spTgt spid="102"/>
                                            </p:tgtEl>
                                          </p:cBhvr>
                                        </p:animEffect>
                                        <p:anim calcmode="lin" valueType="num">
                                          <p:cBhvr>
                                            <p:cTn id="21" dur="500" fill="hold"/>
                                            <p:tgtEl>
                                              <p:spTgt spid="102"/>
                                            </p:tgtEl>
                                            <p:attrNameLst>
                                              <p:attrName>ppt_w</p:attrName>
                                            </p:attrNameLst>
                                          </p:cBhvr>
                                          <p:tavLst>
                                            <p:tav tm="0" fmla="#ppt_w*sin(2.5*pi*$)">
                                              <p:val>
                                                <p:fltVal val="0"/>
                                              </p:val>
                                            </p:tav>
                                            <p:tav tm="100000">
                                              <p:val>
                                                <p:fltVal val="1"/>
                                              </p:val>
                                            </p:tav>
                                          </p:tavLst>
                                        </p:anim>
                                        <p:anim calcmode="lin" valueType="num">
                                          <p:cBhvr>
                                            <p:cTn id="22" dur="500" fill="hold"/>
                                            <p:tgtEl>
                                              <p:spTgt spid="102"/>
                                            </p:tgtEl>
                                            <p:attrNameLst>
                                              <p:attrName>ppt_h</p:attrName>
                                            </p:attrNameLst>
                                          </p:cBhvr>
                                          <p:tavLst>
                                            <p:tav tm="0">
                                              <p:val>
                                                <p:strVal val="#ppt_h"/>
                                              </p:val>
                                            </p:tav>
                                            <p:tav tm="100000">
                                              <p:val>
                                                <p:strVal val="#ppt_h"/>
                                              </p:val>
                                            </p:tav>
                                          </p:tavLst>
                                        </p:anim>
                                      </p:childTnLst>
                                    </p:cTn>
                                  </p:par>
                                </p:childTnLst>
                              </p:cTn>
                            </p:par>
                            <p:par>
                              <p:cTn id="23" fill="hold">
                                <p:stCondLst>
                                  <p:cond delay="1400"/>
                                </p:stCondLst>
                                <p:childTnLst>
                                  <p:par>
                                    <p:cTn id="24" presetID="22" presetClass="entr" presetSubtype="2" fill="hold" nodeType="afterEffect">
                                      <p:stCondLst>
                                        <p:cond delay="0"/>
                                      </p:stCondLst>
                                      <p:childTnLst>
                                        <p:set>
                                          <p:cBhvr>
                                            <p:cTn id="25" dur="1" fill="hold">
                                              <p:stCondLst>
                                                <p:cond delay="0"/>
                                              </p:stCondLst>
                                            </p:cTn>
                                            <p:tgtEl>
                                              <p:spTgt spid="123"/>
                                            </p:tgtEl>
                                            <p:attrNameLst>
                                              <p:attrName>style.visibility</p:attrName>
                                            </p:attrNameLst>
                                          </p:cBhvr>
                                          <p:to>
                                            <p:strVal val="visible"/>
                                          </p:to>
                                        </p:set>
                                        <p:animEffect transition="in" filter="wipe(right)">
                                          <p:cBhvr>
                                            <p:cTn id="26" dur="500"/>
                                            <p:tgtEl>
                                              <p:spTgt spid="123"/>
                                            </p:tgtEl>
                                          </p:cBhvr>
                                        </p:animEffect>
                                      </p:childTnLst>
                                    </p:cTn>
                                  </p:par>
                                </p:childTnLst>
                              </p:cTn>
                            </p:par>
                            <p:par>
                              <p:cTn id="27" fill="hold">
                                <p:stCondLst>
                                  <p:cond delay="1900"/>
                                </p:stCondLst>
                                <p:childTnLst>
                                  <p:par>
                                    <p:cTn id="28" presetID="45" presetClass="entr" presetSubtype="0" fill="hold" nodeType="afterEffect">
                                      <p:stCondLst>
                                        <p:cond delay="0"/>
                                      </p:stCondLst>
                                      <p:childTnLst>
                                        <p:set>
                                          <p:cBhvr>
                                            <p:cTn id="29" dur="1" fill="hold">
                                              <p:stCondLst>
                                                <p:cond delay="0"/>
                                              </p:stCondLst>
                                            </p:cTn>
                                            <p:tgtEl>
                                              <p:spTgt spid="112"/>
                                            </p:tgtEl>
                                            <p:attrNameLst>
                                              <p:attrName>style.visibility</p:attrName>
                                            </p:attrNameLst>
                                          </p:cBhvr>
                                          <p:to>
                                            <p:strVal val="visible"/>
                                          </p:to>
                                        </p:set>
                                        <p:animEffect transition="in" filter="fade">
                                          <p:cBhvr>
                                            <p:cTn id="30" dur="500"/>
                                            <p:tgtEl>
                                              <p:spTgt spid="112"/>
                                            </p:tgtEl>
                                          </p:cBhvr>
                                        </p:animEffect>
                                        <p:anim calcmode="lin" valueType="num">
                                          <p:cBhvr>
                                            <p:cTn id="31" dur="500" fill="hold"/>
                                            <p:tgtEl>
                                              <p:spTgt spid="112"/>
                                            </p:tgtEl>
                                            <p:attrNameLst>
                                              <p:attrName>ppt_w</p:attrName>
                                            </p:attrNameLst>
                                          </p:cBhvr>
                                          <p:tavLst>
                                            <p:tav tm="0" fmla="#ppt_w*sin(2.5*pi*$)">
                                              <p:val>
                                                <p:fltVal val="0"/>
                                              </p:val>
                                            </p:tav>
                                            <p:tav tm="100000">
                                              <p:val>
                                                <p:fltVal val="1"/>
                                              </p:val>
                                            </p:tav>
                                          </p:tavLst>
                                        </p:anim>
                                        <p:anim calcmode="lin" valueType="num">
                                          <p:cBhvr>
                                            <p:cTn id="32" dur="500" fill="hold"/>
                                            <p:tgtEl>
                                              <p:spTgt spid="112"/>
                                            </p:tgtEl>
                                            <p:attrNameLst>
                                              <p:attrName>ppt_h</p:attrName>
                                            </p:attrNameLst>
                                          </p:cBhvr>
                                          <p:tavLst>
                                            <p:tav tm="0">
                                              <p:val>
                                                <p:strVal val="#ppt_h"/>
                                              </p:val>
                                            </p:tav>
                                            <p:tav tm="100000">
                                              <p:val>
                                                <p:strVal val="#ppt_h"/>
                                              </p:val>
                                            </p:tav>
                                          </p:tavLst>
                                        </p:anim>
                                      </p:childTnLst>
                                    </p:cTn>
                                  </p:par>
                                </p:childTnLst>
                              </p:cTn>
                            </p:par>
                            <p:par>
                              <p:cTn id="33" fill="hold">
                                <p:stCondLst>
                                  <p:cond delay="2400"/>
                                </p:stCondLst>
                                <p:childTnLst>
                                  <p:par>
                                    <p:cTn id="34" presetID="22" presetClass="entr" presetSubtype="2" fill="hold" nodeType="afterEffect">
                                      <p:stCondLst>
                                        <p:cond delay="0"/>
                                      </p:stCondLst>
                                      <p:childTnLst>
                                        <p:set>
                                          <p:cBhvr>
                                            <p:cTn id="35" dur="1" fill="hold">
                                              <p:stCondLst>
                                                <p:cond delay="0"/>
                                              </p:stCondLst>
                                            </p:cTn>
                                            <p:tgtEl>
                                              <p:spTgt spid="128"/>
                                            </p:tgtEl>
                                            <p:attrNameLst>
                                              <p:attrName>style.visibility</p:attrName>
                                            </p:attrNameLst>
                                          </p:cBhvr>
                                          <p:to>
                                            <p:strVal val="visible"/>
                                          </p:to>
                                        </p:set>
                                        <p:animEffect transition="in" filter="wipe(right)">
                                          <p:cBhvr>
                                            <p:cTn id="36" dur="500"/>
                                            <p:tgtEl>
                                              <p:spTgt spid="128"/>
                                            </p:tgtEl>
                                          </p:cBhvr>
                                        </p:animEffect>
                                      </p:childTnLst>
                                    </p:cTn>
                                  </p:par>
                                </p:childTnLst>
                              </p:cTn>
                            </p:par>
                            <p:par>
                              <p:cTn id="37" fill="hold">
                                <p:stCondLst>
                                  <p:cond delay="2900"/>
                                </p:stCondLst>
                                <p:childTnLst>
                                  <p:par>
                                    <p:cTn id="38" presetID="45" presetClass="entr" presetSubtype="0" fill="hold" nodeType="afterEffect">
                                      <p:stCondLst>
                                        <p:cond delay="0"/>
                                      </p:stCondLst>
                                      <p:childTnLst>
                                        <p:set>
                                          <p:cBhvr>
                                            <p:cTn id="39" dur="1" fill="hold">
                                              <p:stCondLst>
                                                <p:cond delay="0"/>
                                              </p:stCondLst>
                                            </p:cTn>
                                            <p:tgtEl>
                                              <p:spTgt spid="120"/>
                                            </p:tgtEl>
                                            <p:attrNameLst>
                                              <p:attrName>style.visibility</p:attrName>
                                            </p:attrNameLst>
                                          </p:cBhvr>
                                          <p:to>
                                            <p:strVal val="visible"/>
                                          </p:to>
                                        </p:set>
                                        <p:animEffect transition="in" filter="fade">
                                          <p:cBhvr>
                                            <p:cTn id="40" dur="500"/>
                                            <p:tgtEl>
                                              <p:spTgt spid="120"/>
                                            </p:tgtEl>
                                          </p:cBhvr>
                                        </p:animEffect>
                                        <p:anim calcmode="lin" valueType="num">
                                          <p:cBhvr>
                                            <p:cTn id="41" dur="500" fill="hold"/>
                                            <p:tgtEl>
                                              <p:spTgt spid="120"/>
                                            </p:tgtEl>
                                            <p:attrNameLst>
                                              <p:attrName>ppt_w</p:attrName>
                                            </p:attrNameLst>
                                          </p:cBhvr>
                                          <p:tavLst>
                                            <p:tav tm="0" fmla="#ppt_w*sin(2.5*pi*$)">
                                              <p:val>
                                                <p:fltVal val="0"/>
                                              </p:val>
                                            </p:tav>
                                            <p:tav tm="100000">
                                              <p:val>
                                                <p:fltVal val="1"/>
                                              </p:val>
                                            </p:tav>
                                          </p:tavLst>
                                        </p:anim>
                                        <p:anim calcmode="lin" valueType="num">
                                          <p:cBhvr>
                                            <p:cTn id="42" dur="500" fill="hold"/>
                                            <p:tgtEl>
                                              <p:spTgt spid="120"/>
                                            </p:tgtEl>
                                            <p:attrNameLst>
                                              <p:attrName>ppt_h</p:attrName>
                                            </p:attrNameLst>
                                          </p:cBhvr>
                                          <p:tavLst>
                                            <p:tav tm="0">
                                              <p:val>
                                                <p:strVal val="#ppt_h"/>
                                              </p:val>
                                            </p:tav>
                                            <p:tav tm="100000">
                                              <p:val>
                                                <p:strVal val="#ppt_h"/>
                                              </p:val>
                                            </p:tav>
                                          </p:tavLst>
                                        </p:anim>
                                      </p:childTnLst>
                                    </p:cTn>
                                  </p:par>
                                </p:childTnLst>
                              </p:cTn>
                            </p:par>
                            <p:par>
                              <p:cTn id="43" fill="hold">
                                <p:stCondLst>
                                  <p:cond delay="3400"/>
                                </p:stCondLst>
                                <p:childTnLst>
                                  <p:par>
                                    <p:cTn id="44" presetID="22" presetClass="entr" presetSubtype="2" fill="hold" nodeType="afterEffect">
                                      <p:stCondLst>
                                        <p:cond delay="0"/>
                                      </p:stCondLst>
                                      <p:childTnLst>
                                        <p:set>
                                          <p:cBhvr>
                                            <p:cTn id="45" dur="1" fill="hold">
                                              <p:stCondLst>
                                                <p:cond delay="0"/>
                                              </p:stCondLst>
                                            </p:cTn>
                                            <p:tgtEl>
                                              <p:spTgt spid="133"/>
                                            </p:tgtEl>
                                            <p:attrNameLst>
                                              <p:attrName>style.visibility</p:attrName>
                                            </p:attrNameLst>
                                          </p:cBhvr>
                                          <p:to>
                                            <p:strVal val="visible"/>
                                          </p:to>
                                        </p:set>
                                        <p:animEffect transition="in" filter="wipe(right)">
                                          <p:cBhvr>
                                            <p:cTn id="46" dur="500"/>
                                            <p:tgtEl>
                                              <p:spTgt spid="133"/>
                                            </p:tgtEl>
                                          </p:cBhvr>
                                        </p:animEffect>
                                      </p:childTnLst>
                                    </p:cTn>
                                  </p:par>
                                </p:childTnLst>
                              </p:cTn>
                            </p:par>
                            <p:par>
                              <p:cTn id="47" fill="hold">
                                <p:stCondLst>
                                  <p:cond delay="3900"/>
                                </p:stCondLst>
                                <p:childTnLst>
                                  <p:par>
                                    <p:cTn id="48" presetID="53" presetClass="entr" presetSubtype="16" fill="hold" grpId="0" nodeType="afterEffect">
                                      <p:stCondLst>
                                        <p:cond delay="0"/>
                                      </p:stCondLst>
                                      <p:iterate type="lt">
                                        <p:tmPct val="10000"/>
                                      </p:iterate>
                                      <p:childTnLst>
                                        <p:set>
                                          <p:cBhvr>
                                            <p:cTn id="49" dur="1" fill="hold">
                                              <p:stCondLst>
                                                <p:cond delay="0"/>
                                              </p:stCondLst>
                                            </p:cTn>
                                            <p:tgtEl>
                                              <p:spTgt spid="140"/>
                                            </p:tgtEl>
                                            <p:attrNameLst>
                                              <p:attrName>style.visibility</p:attrName>
                                            </p:attrNameLst>
                                          </p:cBhvr>
                                          <p:to>
                                            <p:strVal val="visible"/>
                                          </p:to>
                                        </p:set>
                                        <p:anim calcmode="lin" valueType="num">
                                          <p:cBhvr>
                                            <p:cTn id="50" dur="500" fill="hold"/>
                                            <p:tgtEl>
                                              <p:spTgt spid="140"/>
                                            </p:tgtEl>
                                            <p:attrNameLst>
                                              <p:attrName>ppt_w</p:attrName>
                                            </p:attrNameLst>
                                          </p:cBhvr>
                                          <p:tavLst>
                                            <p:tav tm="0">
                                              <p:val>
                                                <p:fltVal val="0"/>
                                              </p:val>
                                            </p:tav>
                                            <p:tav tm="100000">
                                              <p:val>
                                                <p:strVal val="#ppt_w"/>
                                              </p:val>
                                            </p:tav>
                                          </p:tavLst>
                                        </p:anim>
                                        <p:anim calcmode="lin" valueType="num">
                                          <p:cBhvr>
                                            <p:cTn id="51" dur="500" fill="hold"/>
                                            <p:tgtEl>
                                              <p:spTgt spid="140"/>
                                            </p:tgtEl>
                                            <p:attrNameLst>
                                              <p:attrName>ppt_h</p:attrName>
                                            </p:attrNameLst>
                                          </p:cBhvr>
                                          <p:tavLst>
                                            <p:tav tm="0">
                                              <p:val>
                                                <p:fltVal val="0"/>
                                              </p:val>
                                            </p:tav>
                                            <p:tav tm="100000">
                                              <p:val>
                                                <p:strVal val="#ppt_h"/>
                                              </p:val>
                                            </p:tav>
                                          </p:tavLst>
                                        </p:anim>
                                        <p:animEffect transition="in" filter="fade">
                                          <p:cBhvr>
                                            <p:cTn id="52" dur="500"/>
                                            <p:tgtEl>
                                              <p:spTgt spid="140"/>
                                            </p:tgtEl>
                                          </p:cBhvr>
                                        </p:animEffect>
                                      </p:childTnLst>
                                    </p:cTn>
                                  </p:par>
                                </p:childTnLst>
                              </p:cTn>
                            </p:par>
                            <p:par>
                              <p:cTn id="53" fill="hold">
                                <p:stCondLst>
                                  <p:cond delay="4500"/>
                                </p:stCondLst>
                                <p:childTnLst>
                                  <p:par>
                                    <p:cTn id="54" presetID="22" presetClass="entr" presetSubtype="8" fill="hold" grpId="0" nodeType="afterEffect">
                                      <p:stCondLst>
                                        <p:cond delay="0"/>
                                      </p:stCondLst>
                                      <p:childTnLst>
                                        <p:set>
                                          <p:cBhvr>
                                            <p:cTn id="55" dur="1" fill="hold">
                                              <p:stCondLst>
                                                <p:cond delay="0"/>
                                              </p:stCondLst>
                                            </p:cTn>
                                            <p:tgtEl>
                                              <p:spTgt spid="139"/>
                                            </p:tgtEl>
                                            <p:attrNameLst>
                                              <p:attrName>style.visibility</p:attrName>
                                            </p:attrNameLst>
                                          </p:cBhvr>
                                          <p:to>
                                            <p:strVal val="visible"/>
                                          </p:to>
                                        </p:set>
                                        <p:animEffect transition="in" filter="wipe(left)">
                                          <p:cBhvr>
                                            <p:cTn id="56" dur="500"/>
                                            <p:tgtEl>
                                              <p:spTgt spid="139"/>
                                            </p:tgtEl>
                                          </p:cBhvr>
                                        </p:animEffect>
                                      </p:childTnLst>
                                    </p:cTn>
                                  </p:par>
                                  <p:par>
                                    <p:cTn id="57" presetID="22" presetClass="entr" presetSubtype="8" fill="hold" grpId="0" nodeType="withEffect">
                                      <p:stCondLst>
                                        <p:cond delay="0"/>
                                      </p:stCondLst>
                                      <p:childTnLst>
                                        <p:set>
                                          <p:cBhvr>
                                            <p:cTn id="58" dur="1" fill="hold">
                                              <p:stCondLst>
                                                <p:cond delay="0"/>
                                              </p:stCondLst>
                                            </p:cTn>
                                            <p:tgtEl>
                                              <p:spTgt spid="141"/>
                                            </p:tgtEl>
                                            <p:attrNameLst>
                                              <p:attrName>style.visibility</p:attrName>
                                            </p:attrNameLst>
                                          </p:cBhvr>
                                          <p:to>
                                            <p:strVal val="visible"/>
                                          </p:to>
                                        </p:set>
                                        <p:animEffect transition="in" filter="wipe(left)">
                                          <p:cBhvr>
                                            <p:cTn id="59" dur="500"/>
                                            <p:tgtEl>
                                              <p:spTgt spid="141"/>
                                            </p:tgtEl>
                                          </p:cBhvr>
                                        </p:animEffect>
                                      </p:childTnLst>
                                    </p:cTn>
                                  </p:par>
                                  <p:par>
                                    <p:cTn id="60" presetID="22" presetClass="entr" presetSubtype="8" fill="hold" grpId="0" nodeType="withEffect">
                                      <p:stCondLst>
                                        <p:cond delay="0"/>
                                      </p:stCondLst>
                                      <p:childTnLst>
                                        <p:set>
                                          <p:cBhvr>
                                            <p:cTn id="61" dur="1" fill="hold">
                                              <p:stCondLst>
                                                <p:cond delay="0"/>
                                              </p:stCondLst>
                                            </p:cTn>
                                            <p:tgtEl>
                                              <p:spTgt spid="138"/>
                                            </p:tgtEl>
                                            <p:attrNameLst>
                                              <p:attrName>style.visibility</p:attrName>
                                            </p:attrNameLst>
                                          </p:cBhvr>
                                          <p:to>
                                            <p:strVal val="visible"/>
                                          </p:to>
                                        </p:set>
                                        <p:animEffect transition="in" filter="wipe(left)">
                                          <p:cBhvr>
                                            <p:cTn id="62" dur="500"/>
                                            <p:tgtEl>
                                              <p:spTgt spid="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 grpId="0"/>
          <p:bldP spid="139" grpId="0"/>
          <p:bldP spid="140" grpId="0"/>
          <p:bldP spid="141" grpId="0"/>
        </p:bldLst>
      </p:timing>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原创设计师QQ598969553          _1"/>
          <p:cNvSpPr txBox="1"/>
          <p:nvPr/>
        </p:nvSpPr>
        <p:spPr>
          <a:xfrm>
            <a:off x="2803736" y="299722"/>
            <a:ext cx="3523130" cy="377026"/>
          </a:xfrm>
          <a:prstGeom prst="rect">
            <a:avLst/>
          </a:prstGeom>
          <a:noFill/>
        </p:spPr>
        <p:txBody>
          <a:bodyPr wrap="square" lIns="68580" tIns="34290" rIns="68580" bIns="34290" rtlCol="0">
            <a:spAutoFit/>
          </a:bodyPr>
          <a:lstStyle/>
          <a:p>
            <a:pPr algn="ctr"/>
            <a:r>
              <a:rPr lang="zh-CN" altLang="en-US" sz="2000" b="1" dirty="0">
                <a:solidFill>
                  <a:schemeClr val="tx1">
                    <a:lumMod val="65000"/>
                    <a:lumOff val="35000"/>
                  </a:schemeClr>
                </a:solidFill>
                <a:latin typeface="+mn-ea"/>
              </a:rPr>
              <a:t>添加标题文本内容</a:t>
            </a:r>
            <a:endParaRPr lang="en-US" altLang="zh-CN" sz="2000" b="1" dirty="0">
              <a:solidFill>
                <a:schemeClr val="tx1">
                  <a:lumMod val="65000"/>
                  <a:lumOff val="35000"/>
                </a:schemeClr>
              </a:solidFill>
              <a:latin typeface="+mn-ea"/>
            </a:endParaRPr>
          </a:p>
        </p:txBody>
      </p:sp>
      <p:sp>
        <p:nvSpPr>
          <p:cNvPr id="3" name="原创设计师QQ598969553          _2"/>
          <p:cNvSpPr>
            <a:spLocks/>
          </p:cNvSpPr>
          <p:nvPr/>
        </p:nvSpPr>
        <p:spPr bwMode="gray">
          <a:xfrm flipV="1">
            <a:off x="1531850" y="2876219"/>
            <a:ext cx="819764" cy="1140531"/>
          </a:xfrm>
          <a:custGeom>
            <a:avLst/>
            <a:gdLst>
              <a:gd name="T0" fmla="*/ 118 w 933"/>
              <a:gd name="T1" fmla="*/ 1044 h 1182"/>
              <a:gd name="T2" fmla="*/ 128 w 933"/>
              <a:gd name="T3" fmla="*/ 340 h 1182"/>
              <a:gd name="T4" fmla="*/ 264 w 933"/>
              <a:gd name="T5" fmla="*/ 210 h 1182"/>
              <a:gd name="T6" fmla="*/ 720 w 933"/>
              <a:gd name="T7" fmla="*/ 202 h 1182"/>
              <a:gd name="T8" fmla="*/ 720 w 933"/>
              <a:gd name="T9" fmla="*/ 320 h 1182"/>
              <a:gd name="T10" fmla="*/ 933 w 933"/>
              <a:gd name="T11" fmla="*/ 153 h 1182"/>
              <a:gd name="T12" fmla="*/ 712 w 933"/>
              <a:gd name="T13" fmla="*/ 0 h 1182"/>
              <a:gd name="T14" fmla="*/ 714 w 933"/>
              <a:gd name="T15" fmla="*/ 92 h 1182"/>
              <a:gd name="T16" fmla="*/ 234 w 933"/>
              <a:gd name="T17" fmla="*/ 94 h 1182"/>
              <a:gd name="T18" fmla="*/ 0 w 933"/>
              <a:gd name="T19" fmla="*/ 298 h 1182"/>
              <a:gd name="T20" fmla="*/ 0 w 933"/>
              <a:gd name="T21" fmla="*/ 1058 h 1182"/>
              <a:gd name="T22" fmla="*/ 118 w 933"/>
              <a:gd name="T23" fmla="*/ 1044 h 1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33" h="1182">
                <a:moveTo>
                  <a:pt x="118" y="1044"/>
                </a:moveTo>
                <a:lnTo>
                  <a:pt x="128" y="340"/>
                </a:lnTo>
                <a:cubicBezTo>
                  <a:pt x="134" y="214"/>
                  <a:pt x="182" y="212"/>
                  <a:pt x="264" y="210"/>
                </a:cubicBezTo>
                <a:lnTo>
                  <a:pt x="720" y="202"/>
                </a:lnTo>
                <a:lnTo>
                  <a:pt x="720" y="320"/>
                </a:lnTo>
                <a:lnTo>
                  <a:pt x="933" y="153"/>
                </a:lnTo>
                <a:lnTo>
                  <a:pt x="712" y="0"/>
                </a:lnTo>
                <a:lnTo>
                  <a:pt x="714" y="92"/>
                </a:lnTo>
                <a:cubicBezTo>
                  <a:pt x="714" y="92"/>
                  <a:pt x="406" y="94"/>
                  <a:pt x="234" y="94"/>
                </a:cubicBezTo>
                <a:cubicBezTo>
                  <a:pt x="60" y="96"/>
                  <a:pt x="2" y="156"/>
                  <a:pt x="0" y="298"/>
                </a:cubicBezTo>
                <a:lnTo>
                  <a:pt x="0" y="1058"/>
                </a:lnTo>
                <a:cubicBezTo>
                  <a:pt x="20" y="1182"/>
                  <a:pt x="93" y="1170"/>
                  <a:pt x="118" y="1044"/>
                </a:cubicBezTo>
                <a:close/>
              </a:path>
            </a:pathLst>
          </a:custGeom>
          <a:solidFill>
            <a:schemeClr val="bg1">
              <a:lumMod val="65000"/>
            </a:schemeClr>
          </a:solidFill>
          <a:ln>
            <a:noFill/>
          </a:ln>
          <a:effectLst/>
        </p:spPr>
        <p:txBody>
          <a:bodyPr wrap="none" lIns="62118" tIns="31058" rIns="62118" bIns="31058"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zh-CN" altLang="en-US" sz="900">
              <a:solidFill>
                <a:sysClr val="windowText" lastClr="000000"/>
              </a:solidFill>
              <a:latin typeface="Calibri"/>
              <a:ea typeface="宋体"/>
            </a:endParaRPr>
          </a:p>
        </p:txBody>
      </p:sp>
      <p:sp>
        <p:nvSpPr>
          <p:cNvPr id="4" name="原创设计师QQ598969553          _3"/>
          <p:cNvSpPr>
            <a:spLocks/>
          </p:cNvSpPr>
          <p:nvPr/>
        </p:nvSpPr>
        <p:spPr bwMode="gray">
          <a:xfrm rot="16200000">
            <a:off x="1747861" y="2401564"/>
            <a:ext cx="243647" cy="974403"/>
          </a:xfrm>
          <a:custGeom>
            <a:avLst/>
            <a:gdLst>
              <a:gd name="T0" fmla="*/ 37 w 142"/>
              <a:gd name="T1" fmla="*/ 1 h 604"/>
              <a:gd name="T2" fmla="*/ 45 w 142"/>
              <a:gd name="T3" fmla="*/ 472 h 604"/>
              <a:gd name="T4" fmla="*/ 0 w 142"/>
              <a:gd name="T5" fmla="*/ 474 h 604"/>
              <a:gd name="T6" fmla="*/ 72 w 142"/>
              <a:gd name="T7" fmla="*/ 604 h 604"/>
              <a:gd name="T8" fmla="*/ 142 w 142"/>
              <a:gd name="T9" fmla="*/ 474 h 604"/>
              <a:gd name="T10" fmla="*/ 100 w 142"/>
              <a:gd name="T11" fmla="*/ 474 h 604"/>
              <a:gd name="T12" fmla="*/ 99 w 142"/>
              <a:gd name="T13" fmla="*/ 0 h 604"/>
              <a:gd name="T14" fmla="*/ 37 w 142"/>
              <a:gd name="T15" fmla="*/ 1 h 60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2" h="604">
                <a:moveTo>
                  <a:pt x="37" y="1"/>
                </a:moveTo>
                <a:lnTo>
                  <a:pt x="45" y="472"/>
                </a:lnTo>
                <a:lnTo>
                  <a:pt x="0" y="474"/>
                </a:lnTo>
                <a:lnTo>
                  <a:pt x="72" y="604"/>
                </a:lnTo>
                <a:lnTo>
                  <a:pt x="142" y="474"/>
                </a:lnTo>
                <a:lnTo>
                  <a:pt x="100" y="474"/>
                </a:lnTo>
                <a:lnTo>
                  <a:pt x="99" y="0"/>
                </a:lnTo>
                <a:lnTo>
                  <a:pt x="37" y="1"/>
                </a:lnTo>
                <a:close/>
              </a:path>
            </a:pathLst>
          </a:custGeom>
          <a:solidFill>
            <a:schemeClr val="bg1">
              <a:lumMod val="65000"/>
            </a:schemeClr>
          </a:solidFill>
          <a:ln>
            <a:noFill/>
          </a:ln>
          <a:effectLst/>
        </p:spPr>
        <p:txBody>
          <a:bodyPr wrap="none" lIns="62118" tIns="31058" rIns="62118" bIns="31058"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zh-CN" altLang="en-US" sz="900">
              <a:solidFill>
                <a:sysClr val="windowText" lastClr="000000"/>
              </a:solidFill>
              <a:latin typeface="Calibri"/>
              <a:ea typeface="宋体"/>
            </a:endParaRPr>
          </a:p>
        </p:txBody>
      </p:sp>
      <p:sp>
        <p:nvSpPr>
          <p:cNvPr id="6" name="原创设计师QQ598969553          _4"/>
          <p:cNvSpPr>
            <a:spLocks/>
          </p:cNvSpPr>
          <p:nvPr/>
        </p:nvSpPr>
        <p:spPr bwMode="gray">
          <a:xfrm>
            <a:off x="1526579" y="1630311"/>
            <a:ext cx="819764" cy="1321191"/>
          </a:xfrm>
          <a:custGeom>
            <a:avLst/>
            <a:gdLst>
              <a:gd name="T0" fmla="*/ 118 w 933"/>
              <a:gd name="T1" fmla="*/ 1044 h 1182"/>
              <a:gd name="T2" fmla="*/ 128 w 933"/>
              <a:gd name="T3" fmla="*/ 340 h 1182"/>
              <a:gd name="T4" fmla="*/ 264 w 933"/>
              <a:gd name="T5" fmla="*/ 210 h 1182"/>
              <a:gd name="T6" fmla="*/ 720 w 933"/>
              <a:gd name="T7" fmla="*/ 202 h 1182"/>
              <a:gd name="T8" fmla="*/ 720 w 933"/>
              <a:gd name="T9" fmla="*/ 320 h 1182"/>
              <a:gd name="T10" fmla="*/ 933 w 933"/>
              <a:gd name="T11" fmla="*/ 153 h 1182"/>
              <a:gd name="T12" fmla="*/ 712 w 933"/>
              <a:gd name="T13" fmla="*/ 0 h 1182"/>
              <a:gd name="T14" fmla="*/ 714 w 933"/>
              <a:gd name="T15" fmla="*/ 92 h 1182"/>
              <a:gd name="T16" fmla="*/ 234 w 933"/>
              <a:gd name="T17" fmla="*/ 94 h 1182"/>
              <a:gd name="T18" fmla="*/ 0 w 933"/>
              <a:gd name="T19" fmla="*/ 298 h 1182"/>
              <a:gd name="T20" fmla="*/ 0 w 933"/>
              <a:gd name="T21" fmla="*/ 1058 h 1182"/>
              <a:gd name="T22" fmla="*/ 118 w 933"/>
              <a:gd name="T23" fmla="*/ 1044 h 1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33" h="1182">
                <a:moveTo>
                  <a:pt x="118" y="1044"/>
                </a:moveTo>
                <a:lnTo>
                  <a:pt x="128" y="340"/>
                </a:lnTo>
                <a:cubicBezTo>
                  <a:pt x="134" y="214"/>
                  <a:pt x="182" y="212"/>
                  <a:pt x="264" y="210"/>
                </a:cubicBezTo>
                <a:lnTo>
                  <a:pt x="720" y="202"/>
                </a:lnTo>
                <a:lnTo>
                  <a:pt x="720" y="320"/>
                </a:lnTo>
                <a:lnTo>
                  <a:pt x="933" y="153"/>
                </a:lnTo>
                <a:lnTo>
                  <a:pt x="712" y="0"/>
                </a:lnTo>
                <a:lnTo>
                  <a:pt x="714" y="92"/>
                </a:lnTo>
                <a:cubicBezTo>
                  <a:pt x="714" y="92"/>
                  <a:pt x="406" y="94"/>
                  <a:pt x="234" y="94"/>
                </a:cubicBezTo>
                <a:cubicBezTo>
                  <a:pt x="60" y="96"/>
                  <a:pt x="2" y="156"/>
                  <a:pt x="0" y="298"/>
                </a:cubicBezTo>
                <a:lnTo>
                  <a:pt x="0" y="1058"/>
                </a:lnTo>
                <a:cubicBezTo>
                  <a:pt x="20" y="1182"/>
                  <a:pt x="93" y="1170"/>
                  <a:pt x="118" y="1044"/>
                </a:cubicBezTo>
                <a:close/>
              </a:path>
            </a:pathLst>
          </a:custGeom>
          <a:solidFill>
            <a:schemeClr val="bg1">
              <a:lumMod val="65000"/>
            </a:schemeClr>
          </a:solidFill>
          <a:ln>
            <a:noFill/>
          </a:ln>
          <a:effectLst/>
        </p:spPr>
        <p:txBody>
          <a:bodyPr wrap="none" lIns="62118" tIns="31058" rIns="62118" bIns="31058"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zh-CN" altLang="en-US" sz="900">
              <a:solidFill>
                <a:sysClr val="windowText" lastClr="000000"/>
              </a:solidFill>
              <a:latin typeface="Calibri"/>
              <a:ea typeface="宋体"/>
            </a:endParaRPr>
          </a:p>
        </p:txBody>
      </p:sp>
      <p:sp>
        <p:nvSpPr>
          <p:cNvPr id="7" name="原创设计师QQ598969553          _5"/>
          <p:cNvSpPr>
            <a:spLocks noChangeArrowheads="1"/>
          </p:cNvSpPr>
          <p:nvPr/>
        </p:nvSpPr>
        <p:spPr bwMode="gray">
          <a:xfrm>
            <a:off x="3378267" y="1338757"/>
            <a:ext cx="4434093" cy="896993"/>
          </a:xfrm>
          <a:prstGeom prst="roundRect">
            <a:avLst>
              <a:gd name="adj" fmla="val 11505"/>
            </a:avLst>
          </a:prstGeom>
          <a:noFill/>
          <a:ln w="15875" cap="flat" cmpd="sng" algn="ctr">
            <a:solidFill>
              <a:schemeClr val="accent1"/>
            </a:solidFill>
            <a:prstDash val="solid"/>
          </a:ln>
          <a:effectLst/>
        </p:spPr>
        <p:txBody>
          <a:bodyPr lIns="62118" tIns="31058" rIns="62118" bIns="31058"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lnSpc>
                <a:spcPct val="120000"/>
              </a:lnSpc>
              <a:spcBef>
                <a:spcPct val="0"/>
              </a:spcBef>
              <a:spcAft>
                <a:spcPct val="0"/>
              </a:spcAft>
              <a:defRPr/>
            </a:pPr>
            <a:r>
              <a:rPr lang="zh-CN" altLang="en-US" sz="1200" dirty="0">
                <a:solidFill>
                  <a:schemeClr val="tx1">
                    <a:lumMod val="75000"/>
                    <a:lumOff val="25000"/>
                  </a:schemeClr>
                </a:solidFill>
                <a:latin typeface="微软雅黑" pitchFamily="34" charset="-122"/>
                <a:ea typeface="微软雅黑" pitchFamily="34" charset="-122"/>
              </a:rPr>
              <a:t>您的内容打在这里，或者通过复制您的文本后，在此框中选择粘贴，并选择只保留文字。在此录入上述图表的综合描述说明。</a:t>
            </a:r>
            <a:endParaRPr lang="zh-CN" altLang="zh-CN" sz="1200" dirty="0">
              <a:solidFill>
                <a:schemeClr val="tx1">
                  <a:lumMod val="75000"/>
                  <a:lumOff val="25000"/>
                </a:schemeClr>
              </a:solidFill>
              <a:latin typeface="微软雅黑" pitchFamily="34" charset="-122"/>
              <a:ea typeface="微软雅黑" pitchFamily="34" charset="-122"/>
            </a:endParaRPr>
          </a:p>
        </p:txBody>
      </p:sp>
      <p:sp>
        <p:nvSpPr>
          <p:cNvPr id="9" name="原创设计师QQ598969553          _6"/>
          <p:cNvSpPr>
            <a:spLocks noChangeArrowheads="1"/>
          </p:cNvSpPr>
          <p:nvPr/>
        </p:nvSpPr>
        <p:spPr bwMode="gray">
          <a:xfrm>
            <a:off x="3378267" y="2428790"/>
            <a:ext cx="4434093" cy="894027"/>
          </a:xfrm>
          <a:prstGeom prst="roundRect">
            <a:avLst>
              <a:gd name="adj" fmla="val 11505"/>
            </a:avLst>
          </a:prstGeom>
          <a:noFill/>
          <a:ln w="15875" cap="flat" cmpd="sng" algn="ctr">
            <a:solidFill>
              <a:schemeClr val="accent2"/>
            </a:solidFill>
            <a:prstDash val="solid"/>
          </a:ln>
          <a:effectLst/>
        </p:spPr>
        <p:txBody>
          <a:bodyPr lIns="62118" tIns="31058" rIns="62118" bIns="31058"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lnSpc>
                <a:spcPct val="120000"/>
              </a:lnSpc>
              <a:spcBef>
                <a:spcPct val="0"/>
              </a:spcBef>
              <a:spcAft>
                <a:spcPct val="0"/>
              </a:spcAft>
              <a:defRPr/>
            </a:pPr>
            <a:r>
              <a:rPr lang="zh-CN" altLang="en-US" sz="1200" dirty="0">
                <a:solidFill>
                  <a:schemeClr val="tx1">
                    <a:lumMod val="75000"/>
                    <a:lumOff val="25000"/>
                  </a:schemeClr>
                </a:solidFill>
                <a:latin typeface="微软雅黑" pitchFamily="34" charset="-122"/>
                <a:ea typeface="微软雅黑" pitchFamily="34" charset="-122"/>
              </a:rPr>
              <a:t>您的内容打在这里，或者通过复制您的文本后，在此框中选择粘贴，并选择只保留文字。</a:t>
            </a:r>
            <a:endParaRPr lang="zh-CN" altLang="zh-CN" sz="1200" dirty="0">
              <a:solidFill>
                <a:schemeClr val="tx1">
                  <a:lumMod val="75000"/>
                  <a:lumOff val="25000"/>
                </a:schemeClr>
              </a:solidFill>
              <a:latin typeface="微软雅黑" pitchFamily="34" charset="-122"/>
              <a:ea typeface="微软雅黑" pitchFamily="34" charset="-122"/>
            </a:endParaRPr>
          </a:p>
        </p:txBody>
      </p:sp>
      <p:sp>
        <p:nvSpPr>
          <p:cNvPr id="11" name="原创设计师QQ598969553          _7"/>
          <p:cNvSpPr>
            <a:spLocks noChangeArrowheads="1"/>
          </p:cNvSpPr>
          <p:nvPr/>
        </p:nvSpPr>
        <p:spPr bwMode="ltGray">
          <a:xfrm>
            <a:off x="3378267" y="3509594"/>
            <a:ext cx="4434093" cy="886051"/>
          </a:xfrm>
          <a:prstGeom prst="roundRect">
            <a:avLst>
              <a:gd name="adj" fmla="val 11505"/>
            </a:avLst>
          </a:prstGeom>
          <a:noFill/>
          <a:ln w="15875" cap="flat" cmpd="sng" algn="ctr">
            <a:solidFill>
              <a:schemeClr val="bg1">
                <a:lumMod val="75000"/>
              </a:schemeClr>
            </a:solidFill>
            <a:prstDash val="solid"/>
          </a:ln>
          <a:effectLst/>
        </p:spPr>
        <p:txBody>
          <a:bodyPr lIns="62118" tIns="31058" rIns="62118" bIns="31058"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lnSpc>
                <a:spcPct val="120000"/>
              </a:lnSpc>
              <a:spcBef>
                <a:spcPct val="0"/>
              </a:spcBef>
              <a:spcAft>
                <a:spcPct val="0"/>
              </a:spcAft>
              <a:defRPr/>
            </a:pPr>
            <a:r>
              <a:rPr lang="zh-CN" altLang="en-US" sz="1200" dirty="0">
                <a:solidFill>
                  <a:schemeClr val="tx1">
                    <a:lumMod val="75000"/>
                    <a:lumOff val="25000"/>
                  </a:schemeClr>
                </a:solidFill>
                <a:latin typeface="微软雅黑" pitchFamily="34" charset="-122"/>
                <a:ea typeface="微软雅黑" pitchFamily="34" charset="-122"/>
              </a:rPr>
              <a:t>您的内容打在这里，或者通过复制您的文本后，在此框中选择粘贴，并选择只保留文字。在此录入上述图表的综合描述说明。</a:t>
            </a:r>
            <a:endParaRPr lang="zh-CN" altLang="zh-CN" sz="1200" dirty="0">
              <a:solidFill>
                <a:schemeClr val="tx1">
                  <a:lumMod val="75000"/>
                  <a:lumOff val="25000"/>
                </a:schemeClr>
              </a:solidFill>
              <a:latin typeface="微软雅黑" pitchFamily="34" charset="-122"/>
              <a:ea typeface="微软雅黑" pitchFamily="34" charset="-122"/>
            </a:endParaRPr>
          </a:p>
        </p:txBody>
      </p:sp>
      <p:grpSp>
        <p:nvGrpSpPr>
          <p:cNvPr id="34" name="原创设计师QQ598969553          _8"/>
          <p:cNvGrpSpPr/>
          <p:nvPr/>
        </p:nvGrpSpPr>
        <p:grpSpPr>
          <a:xfrm>
            <a:off x="661509" y="2094341"/>
            <a:ext cx="1590850" cy="1590851"/>
            <a:chOff x="4184106" y="2952206"/>
            <a:chExt cx="3823790" cy="3823790"/>
          </a:xfrm>
        </p:grpSpPr>
        <p:sp>
          <p:nvSpPr>
            <p:cNvPr id="35" name="椭圆 34"/>
            <p:cNvSpPr/>
            <p:nvPr/>
          </p:nvSpPr>
          <p:spPr>
            <a:xfrm>
              <a:off x="4184106" y="2952206"/>
              <a:ext cx="3823790" cy="3823790"/>
            </a:xfrm>
            <a:prstGeom prst="ellipse">
              <a:avLst/>
            </a:prstGeom>
            <a:gradFill>
              <a:gsLst>
                <a:gs pos="100000">
                  <a:schemeClr val="bg1">
                    <a:lumMod val="75000"/>
                  </a:schemeClr>
                </a:gs>
                <a:gs pos="0">
                  <a:schemeClr val="bg1"/>
                </a:gs>
              </a:gsLst>
              <a:lin ang="5400000" scaled="0"/>
            </a:gradFill>
            <a:ln w="9525">
              <a:noFill/>
            </a:ln>
            <a:effectLst>
              <a:softEdge rad="165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pSp>
          <p:nvGrpSpPr>
            <p:cNvPr id="36" name="组合 35"/>
            <p:cNvGrpSpPr/>
            <p:nvPr/>
          </p:nvGrpSpPr>
          <p:grpSpPr>
            <a:xfrm>
              <a:off x="4710170" y="3478267"/>
              <a:ext cx="2771662" cy="2771663"/>
              <a:chOff x="2193192" y="1899414"/>
              <a:chExt cx="2421375" cy="2421376"/>
            </a:xfrm>
            <a:effectLst/>
          </p:grpSpPr>
          <p:sp>
            <p:nvSpPr>
              <p:cNvPr id="37" name="椭圆 36"/>
              <p:cNvSpPr/>
              <p:nvPr/>
            </p:nvSpPr>
            <p:spPr>
              <a:xfrm>
                <a:off x="2193192" y="1899414"/>
                <a:ext cx="2421375" cy="2421376"/>
              </a:xfrm>
              <a:prstGeom prst="ellipse">
                <a:avLst/>
              </a:prstGeom>
              <a:solidFill>
                <a:schemeClr val="accent1"/>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1">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sp>
            <p:nvSpPr>
              <p:cNvPr id="38" name="椭圆 37"/>
              <p:cNvSpPr/>
              <p:nvPr/>
            </p:nvSpPr>
            <p:spPr>
              <a:xfrm>
                <a:off x="2386802" y="2093026"/>
                <a:ext cx="2034160" cy="2034160"/>
              </a:xfrm>
              <a:prstGeom prst="ellipse">
                <a:avLst/>
              </a:prstGeom>
              <a:solidFill>
                <a:schemeClr val="bg1">
                  <a:lumMod val="95000"/>
                </a:schemeClr>
              </a:solidFill>
              <a:ln w="50800">
                <a:noFill/>
              </a:ln>
              <a:effectLst>
                <a:outerShdw blurRad="76200" dist="38100" dir="2700000" algn="tl" rotWithShape="0">
                  <a:schemeClr val="accent1">
                    <a:lumMod val="50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pSp>
      </p:grpSp>
      <p:grpSp>
        <p:nvGrpSpPr>
          <p:cNvPr id="39" name="原创设计师QQ598969553          _9"/>
          <p:cNvGrpSpPr/>
          <p:nvPr/>
        </p:nvGrpSpPr>
        <p:grpSpPr>
          <a:xfrm>
            <a:off x="958857" y="2531043"/>
            <a:ext cx="955721" cy="651817"/>
            <a:chOff x="8922207" y="2437732"/>
            <a:chExt cx="1019784" cy="869092"/>
          </a:xfrm>
        </p:grpSpPr>
        <p:sp>
          <p:nvSpPr>
            <p:cNvPr id="40" name="文本框 37"/>
            <p:cNvSpPr txBox="1"/>
            <p:nvPr/>
          </p:nvSpPr>
          <p:spPr>
            <a:xfrm>
              <a:off x="8931338" y="2437732"/>
              <a:ext cx="1010653" cy="697628"/>
            </a:xfrm>
            <a:prstGeom prst="rect">
              <a:avLst/>
            </a:prstGeom>
            <a:noFill/>
          </p:spPr>
          <p:txBody>
            <a:bodyPr wrap="square" rtlCol="0">
              <a:spAutoFit/>
            </a:bodyPr>
            <a:lstStyle/>
            <a:p>
              <a:pPr algn="ctr"/>
              <a:endParaRPr lang="zh-CN" altLang="en-US" sz="2800" dirty="0">
                <a:solidFill>
                  <a:schemeClr val="tx1">
                    <a:lumMod val="65000"/>
                    <a:lumOff val="35000"/>
                  </a:schemeClr>
                </a:solidFill>
                <a:latin typeface="Impact" panose="020B0806030902050204" pitchFamily="34" charset="0"/>
              </a:endParaRPr>
            </a:p>
          </p:txBody>
        </p:sp>
        <p:sp>
          <p:nvSpPr>
            <p:cNvPr id="41" name="文本框 38"/>
            <p:cNvSpPr txBox="1"/>
            <p:nvPr/>
          </p:nvSpPr>
          <p:spPr>
            <a:xfrm>
              <a:off x="8922207" y="2445047"/>
              <a:ext cx="1010653" cy="861777"/>
            </a:xfrm>
            <a:prstGeom prst="rect">
              <a:avLst/>
            </a:prstGeom>
            <a:noFill/>
          </p:spPr>
          <p:txBody>
            <a:bodyPr wrap="square" rtlCol="0">
              <a:spAutoFit/>
            </a:bodyPr>
            <a:lstStyle/>
            <a:p>
              <a:pPr algn="ctr"/>
              <a:r>
                <a:rPr lang="zh-CN" altLang="en-US" sz="1800" b="1" dirty="0">
                  <a:solidFill>
                    <a:schemeClr val="tx1">
                      <a:lumMod val="65000"/>
                      <a:lumOff val="35000"/>
                    </a:schemeClr>
                  </a:solidFill>
                  <a:latin typeface="+mn-ea"/>
                </a:rPr>
                <a:t>添加</a:t>
              </a:r>
              <a:endParaRPr lang="en-US" altLang="zh-CN" sz="1800" b="1" dirty="0">
                <a:solidFill>
                  <a:schemeClr val="tx1">
                    <a:lumMod val="65000"/>
                    <a:lumOff val="35000"/>
                  </a:schemeClr>
                </a:solidFill>
                <a:latin typeface="+mn-ea"/>
              </a:endParaRPr>
            </a:p>
            <a:p>
              <a:pPr algn="ctr"/>
              <a:r>
                <a:rPr lang="zh-CN" altLang="en-US" sz="1800" b="1" dirty="0">
                  <a:solidFill>
                    <a:schemeClr val="tx1">
                      <a:lumMod val="65000"/>
                      <a:lumOff val="35000"/>
                    </a:schemeClr>
                  </a:solidFill>
                  <a:latin typeface="+mn-ea"/>
                </a:rPr>
                <a:t>内容</a:t>
              </a:r>
            </a:p>
          </p:txBody>
        </p:sp>
      </p:grpSp>
      <p:grpSp>
        <p:nvGrpSpPr>
          <p:cNvPr id="42" name="原创设计师QQ598969553          _10"/>
          <p:cNvGrpSpPr/>
          <p:nvPr/>
        </p:nvGrpSpPr>
        <p:grpSpPr>
          <a:xfrm>
            <a:off x="2397230" y="1307540"/>
            <a:ext cx="950749" cy="939547"/>
            <a:chOff x="3237545" y="4561747"/>
            <a:chExt cx="1146960" cy="1146960"/>
          </a:xfrm>
        </p:grpSpPr>
        <p:sp>
          <p:nvSpPr>
            <p:cNvPr id="43" name="圆角矩形 42"/>
            <p:cNvSpPr/>
            <p:nvPr/>
          </p:nvSpPr>
          <p:spPr>
            <a:xfrm>
              <a:off x="3237545" y="4561747"/>
              <a:ext cx="1146960" cy="1146960"/>
            </a:xfrm>
            <a:prstGeom prst="roundRect">
              <a:avLst>
                <a:gd name="adj" fmla="val 9039"/>
              </a:avLst>
            </a:prstGeom>
            <a:solidFill>
              <a:schemeClr val="accent1"/>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44" name="圆角矩形 43"/>
            <p:cNvSpPr/>
            <p:nvPr/>
          </p:nvSpPr>
          <p:spPr>
            <a:xfrm>
              <a:off x="3329042" y="4642031"/>
              <a:ext cx="976147" cy="986387"/>
            </a:xfrm>
            <a:prstGeom prst="roundRect">
              <a:avLst>
                <a:gd name="adj" fmla="val 9613"/>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444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sp>
        <p:nvSpPr>
          <p:cNvPr id="45" name="原创设计师QQ598969553          _11"/>
          <p:cNvSpPr txBox="1">
            <a:spLocks/>
          </p:cNvSpPr>
          <p:nvPr/>
        </p:nvSpPr>
        <p:spPr>
          <a:xfrm>
            <a:off x="2499684" y="1686062"/>
            <a:ext cx="768478" cy="169945"/>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zh-CN" altLang="en-US" sz="11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1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46" name="原创设计师QQ598969553          _12"/>
          <p:cNvGrpSpPr/>
          <p:nvPr/>
        </p:nvGrpSpPr>
        <p:grpSpPr>
          <a:xfrm>
            <a:off x="2397756" y="2404187"/>
            <a:ext cx="950749" cy="939547"/>
            <a:chOff x="3237545" y="4561747"/>
            <a:chExt cx="1146960" cy="1146960"/>
          </a:xfrm>
        </p:grpSpPr>
        <p:sp>
          <p:nvSpPr>
            <p:cNvPr id="47" name="圆角矩形 46"/>
            <p:cNvSpPr/>
            <p:nvPr/>
          </p:nvSpPr>
          <p:spPr>
            <a:xfrm>
              <a:off x="3237545" y="4561747"/>
              <a:ext cx="1146960" cy="1146960"/>
            </a:xfrm>
            <a:prstGeom prst="roundRect">
              <a:avLst>
                <a:gd name="adj" fmla="val 9039"/>
              </a:avLst>
            </a:prstGeom>
            <a:solidFill>
              <a:schemeClr val="accent2"/>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48" name="圆角矩形 47"/>
            <p:cNvSpPr/>
            <p:nvPr/>
          </p:nvSpPr>
          <p:spPr>
            <a:xfrm>
              <a:off x="3329042" y="4642031"/>
              <a:ext cx="976147" cy="986387"/>
            </a:xfrm>
            <a:prstGeom prst="roundRect">
              <a:avLst>
                <a:gd name="adj" fmla="val 9613"/>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444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sp>
        <p:nvSpPr>
          <p:cNvPr id="49" name="原创设计师QQ598969553          _13"/>
          <p:cNvSpPr txBox="1">
            <a:spLocks/>
          </p:cNvSpPr>
          <p:nvPr/>
        </p:nvSpPr>
        <p:spPr>
          <a:xfrm>
            <a:off x="2500210" y="2782709"/>
            <a:ext cx="768478" cy="169945"/>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zh-CN" altLang="en-US" sz="11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1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50" name="原创设计师QQ598969553          _14"/>
          <p:cNvGrpSpPr/>
          <p:nvPr/>
        </p:nvGrpSpPr>
        <p:grpSpPr>
          <a:xfrm>
            <a:off x="2400287" y="3479839"/>
            <a:ext cx="950749" cy="939547"/>
            <a:chOff x="3237545" y="4561747"/>
            <a:chExt cx="1146960" cy="1146960"/>
          </a:xfrm>
        </p:grpSpPr>
        <p:sp>
          <p:nvSpPr>
            <p:cNvPr id="51" name="圆角矩形 50"/>
            <p:cNvSpPr/>
            <p:nvPr/>
          </p:nvSpPr>
          <p:spPr>
            <a:xfrm>
              <a:off x="3237545" y="4561747"/>
              <a:ext cx="1146960" cy="1146960"/>
            </a:xfrm>
            <a:prstGeom prst="roundRect">
              <a:avLst>
                <a:gd name="adj" fmla="val 9039"/>
              </a:avLst>
            </a:prstGeom>
            <a:solidFill>
              <a:schemeClr val="bg1">
                <a:lumMod val="75000"/>
              </a:schemeClr>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52" name="圆角矩形 51"/>
            <p:cNvSpPr/>
            <p:nvPr/>
          </p:nvSpPr>
          <p:spPr>
            <a:xfrm>
              <a:off x="3329042" y="4642031"/>
              <a:ext cx="976147" cy="986387"/>
            </a:xfrm>
            <a:prstGeom prst="roundRect">
              <a:avLst>
                <a:gd name="adj" fmla="val 9613"/>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444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sp>
        <p:nvSpPr>
          <p:cNvPr id="53" name="原创设计师QQ598969553          _15"/>
          <p:cNvSpPr txBox="1">
            <a:spLocks/>
          </p:cNvSpPr>
          <p:nvPr/>
        </p:nvSpPr>
        <p:spPr>
          <a:xfrm>
            <a:off x="2502741" y="3858361"/>
            <a:ext cx="768478" cy="169945"/>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zh-CN" altLang="en-US" sz="11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1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29" name="Picture 64"/>
          <p:cNvPicPr>
            <a:picLocks noGrp="1" noSelect="1" noRot="1" noChangeAspect="1" noMove="1" noResize="1" noChangeShapeType="1"/>
          </p:cNvPicPr>
          <p:nvPr/>
        </p:nvPicPr>
        <p:blipFill>
          <a:blip r:embed="rId3"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3903086874"/>
      </p:ext>
    </p:extLst>
  </p:cSld>
  <p:clrMapOvr>
    <a:masterClrMapping/>
  </p:clrMapOvr>
  <mc:AlternateContent xmlns:mc="http://schemas.openxmlformats.org/markup-compatibility/2006" xmlns:p14="http://schemas.microsoft.com/office/powerpoint/2010/main">
    <mc:Choice Requires="p14">
      <p:transition spd="slow" p14:dur="1600" advClick="0" advTm="0">
        <p14:prism isInverted="1"/>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heel(1)">
                                      <p:cBhvr>
                                        <p:cTn id="7" dur="500"/>
                                        <p:tgtEl>
                                          <p:spTgt spid="34"/>
                                        </p:tgtEl>
                                      </p:cBhvr>
                                    </p:animEffect>
                                  </p:childTnLst>
                                </p:cTn>
                              </p:par>
                              <p:par>
                                <p:cTn id="8" presetID="53" presetClass="entr" presetSubtype="16" fill="hold" nodeType="withEffect">
                                  <p:stCondLst>
                                    <p:cond delay="0"/>
                                  </p:stCondLst>
                                  <p:childTnLst>
                                    <p:set>
                                      <p:cBhvr>
                                        <p:cTn id="9" dur="1" fill="hold">
                                          <p:stCondLst>
                                            <p:cond delay="0"/>
                                          </p:stCondLst>
                                        </p:cTn>
                                        <p:tgtEl>
                                          <p:spTgt spid="39"/>
                                        </p:tgtEl>
                                        <p:attrNameLst>
                                          <p:attrName>style.visibility</p:attrName>
                                        </p:attrNameLst>
                                      </p:cBhvr>
                                      <p:to>
                                        <p:strVal val="visible"/>
                                      </p:to>
                                    </p:set>
                                    <p:anim calcmode="lin" valueType="num">
                                      <p:cBhvr>
                                        <p:cTn id="10" dur="500" fill="hold"/>
                                        <p:tgtEl>
                                          <p:spTgt spid="39"/>
                                        </p:tgtEl>
                                        <p:attrNameLst>
                                          <p:attrName>ppt_w</p:attrName>
                                        </p:attrNameLst>
                                      </p:cBhvr>
                                      <p:tavLst>
                                        <p:tav tm="0">
                                          <p:val>
                                            <p:fltVal val="0"/>
                                          </p:val>
                                        </p:tav>
                                        <p:tav tm="100000">
                                          <p:val>
                                            <p:strVal val="#ppt_w"/>
                                          </p:val>
                                        </p:tav>
                                      </p:tavLst>
                                    </p:anim>
                                    <p:anim calcmode="lin" valueType="num">
                                      <p:cBhvr>
                                        <p:cTn id="11" dur="500" fill="hold"/>
                                        <p:tgtEl>
                                          <p:spTgt spid="39"/>
                                        </p:tgtEl>
                                        <p:attrNameLst>
                                          <p:attrName>ppt_h</p:attrName>
                                        </p:attrNameLst>
                                      </p:cBhvr>
                                      <p:tavLst>
                                        <p:tav tm="0">
                                          <p:val>
                                            <p:fltVal val="0"/>
                                          </p:val>
                                        </p:tav>
                                        <p:tav tm="100000">
                                          <p:val>
                                            <p:strVal val="#ppt_h"/>
                                          </p:val>
                                        </p:tav>
                                      </p:tavLst>
                                    </p:anim>
                                    <p:animEffect transition="in" filter="fade">
                                      <p:cBhvr>
                                        <p:cTn id="12" dur="500"/>
                                        <p:tgtEl>
                                          <p:spTgt spid="39"/>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left)">
                                      <p:cBhvr>
                                        <p:cTn id="19" dur="500"/>
                                        <p:tgtEl>
                                          <p:spTgt spid="4"/>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par>
                          <p:cTn id="23" fill="hold">
                            <p:stCondLst>
                              <p:cond delay="1000"/>
                            </p:stCondLst>
                            <p:childTnLst>
                              <p:par>
                                <p:cTn id="24" presetID="53" presetClass="entr" presetSubtype="16" fill="hold" nodeType="afterEffect">
                                  <p:stCondLst>
                                    <p:cond delay="0"/>
                                  </p:stCondLst>
                                  <p:childTnLst>
                                    <p:set>
                                      <p:cBhvr>
                                        <p:cTn id="25" dur="1" fill="hold">
                                          <p:stCondLst>
                                            <p:cond delay="0"/>
                                          </p:stCondLst>
                                        </p:cTn>
                                        <p:tgtEl>
                                          <p:spTgt spid="42"/>
                                        </p:tgtEl>
                                        <p:attrNameLst>
                                          <p:attrName>style.visibility</p:attrName>
                                        </p:attrNameLst>
                                      </p:cBhvr>
                                      <p:to>
                                        <p:strVal val="visible"/>
                                      </p:to>
                                    </p:set>
                                    <p:anim calcmode="lin" valueType="num">
                                      <p:cBhvr>
                                        <p:cTn id="26" dur="500" fill="hold"/>
                                        <p:tgtEl>
                                          <p:spTgt spid="42"/>
                                        </p:tgtEl>
                                        <p:attrNameLst>
                                          <p:attrName>ppt_w</p:attrName>
                                        </p:attrNameLst>
                                      </p:cBhvr>
                                      <p:tavLst>
                                        <p:tav tm="0">
                                          <p:val>
                                            <p:fltVal val="0"/>
                                          </p:val>
                                        </p:tav>
                                        <p:tav tm="100000">
                                          <p:val>
                                            <p:strVal val="#ppt_w"/>
                                          </p:val>
                                        </p:tav>
                                      </p:tavLst>
                                    </p:anim>
                                    <p:anim calcmode="lin" valueType="num">
                                      <p:cBhvr>
                                        <p:cTn id="27" dur="500" fill="hold"/>
                                        <p:tgtEl>
                                          <p:spTgt spid="42"/>
                                        </p:tgtEl>
                                        <p:attrNameLst>
                                          <p:attrName>ppt_h</p:attrName>
                                        </p:attrNameLst>
                                      </p:cBhvr>
                                      <p:tavLst>
                                        <p:tav tm="0">
                                          <p:val>
                                            <p:fltVal val="0"/>
                                          </p:val>
                                        </p:tav>
                                        <p:tav tm="100000">
                                          <p:val>
                                            <p:strVal val="#ppt_h"/>
                                          </p:val>
                                        </p:tav>
                                      </p:tavLst>
                                    </p:anim>
                                    <p:animEffect transition="in" filter="fade">
                                      <p:cBhvr>
                                        <p:cTn id="28" dur="500"/>
                                        <p:tgtEl>
                                          <p:spTgt spid="42"/>
                                        </p:tgtEl>
                                      </p:cBhvr>
                                    </p:animEffect>
                                  </p:childTnLst>
                                </p:cTn>
                              </p:par>
                            </p:childTnLst>
                          </p:cTn>
                        </p:par>
                        <p:par>
                          <p:cTn id="29" fill="hold">
                            <p:stCondLst>
                              <p:cond delay="1500"/>
                            </p:stCondLst>
                            <p:childTnLst>
                              <p:par>
                                <p:cTn id="30" presetID="10" presetClass="entr" presetSubtype="0" fill="hold" grpId="0" nodeType="afterEffect">
                                  <p:stCondLst>
                                    <p:cond delay="0"/>
                                  </p:stCondLst>
                                  <p:childTnLst>
                                    <p:set>
                                      <p:cBhvr>
                                        <p:cTn id="31" dur="1" fill="hold">
                                          <p:stCondLst>
                                            <p:cond delay="0"/>
                                          </p:stCondLst>
                                        </p:cTn>
                                        <p:tgtEl>
                                          <p:spTgt spid="45">
                                            <p:txEl>
                                              <p:pRg st="0" end="0"/>
                                            </p:txEl>
                                          </p:spTgt>
                                        </p:tgtEl>
                                        <p:attrNameLst>
                                          <p:attrName>style.visibility</p:attrName>
                                        </p:attrNameLst>
                                      </p:cBhvr>
                                      <p:to>
                                        <p:strVal val="visible"/>
                                      </p:to>
                                    </p:set>
                                    <p:animEffect transition="in" filter="fade">
                                      <p:cBhvr>
                                        <p:cTn id="32" dur="500"/>
                                        <p:tgtEl>
                                          <p:spTgt spid="45">
                                            <p:txEl>
                                              <p:pRg st="0" end="0"/>
                                            </p:txEl>
                                          </p:spTgt>
                                        </p:tgtEl>
                                      </p:cBhvr>
                                    </p:animEffect>
                                  </p:childTnLst>
                                </p:cTn>
                              </p:par>
                            </p:childTnLst>
                          </p:cTn>
                        </p:par>
                        <p:par>
                          <p:cTn id="33" fill="hold">
                            <p:stCondLst>
                              <p:cond delay="2000"/>
                            </p:stCondLst>
                            <p:childTnLst>
                              <p:par>
                                <p:cTn id="34" presetID="22" presetClass="entr" presetSubtype="8" fill="hold" grpId="0" nodeType="after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wipe(left)">
                                      <p:cBhvr>
                                        <p:cTn id="36" dur="500"/>
                                        <p:tgtEl>
                                          <p:spTgt spid="7"/>
                                        </p:tgtEl>
                                      </p:cBhvr>
                                    </p:animEffect>
                                  </p:childTnLst>
                                </p:cTn>
                              </p:par>
                            </p:childTnLst>
                          </p:cTn>
                        </p:par>
                        <p:par>
                          <p:cTn id="37" fill="hold">
                            <p:stCondLst>
                              <p:cond delay="2500"/>
                            </p:stCondLst>
                            <p:childTnLst>
                              <p:par>
                                <p:cTn id="38" presetID="53" presetClass="entr" presetSubtype="16" fill="hold" nodeType="afterEffect">
                                  <p:stCondLst>
                                    <p:cond delay="0"/>
                                  </p:stCondLst>
                                  <p:childTnLst>
                                    <p:set>
                                      <p:cBhvr>
                                        <p:cTn id="39" dur="1" fill="hold">
                                          <p:stCondLst>
                                            <p:cond delay="0"/>
                                          </p:stCondLst>
                                        </p:cTn>
                                        <p:tgtEl>
                                          <p:spTgt spid="46"/>
                                        </p:tgtEl>
                                        <p:attrNameLst>
                                          <p:attrName>style.visibility</p:attrName>
                                        </p:attrNameLst>
                                      </p:cBhvr>
                                      <p:to>
                                        <p:strVal val="visible"/>
                                      </p:to>
                                    </p:set>
                                    <p:anim calcmode="lin" valueType="num">
                                      <p:cBhvr>
                                        <p:cTn id="40" dur="500" fill="hold"/>
                                        <p:tgtEl>
                                          <p:spTgt spid="46"/>
                                        </p:tgtEl>
                                        <p:attrNameLst>
                                          <p:attrName>ppt_w</p:attrName>
                                        </p:attrNameLst>
                                      </p:cBhvr>
                                      <p:tavLst>
                                        <p:tav tm="0">
                                          <p:val>
                                            <p:fltVal val="0"/>
                                          </p:val>
                                        </p:tav>
                                        <p:tav tm="100000">
                                          <p:val>
                                            <p:strVal val="#ppt_w"/>
                                          </p:val>
                                        </p:tav>
                                      </p:tavLst>
                                    </p:anim>
                                    <p:anim calcmode="lin" valueType="num">
                                      <p:cBhvr>
                                        <p:cTn id="41" dur="500" fill="hold"/>
                                        <p:tgtEl>
                                          <p:spTgt spid="46"/>
                                        </p:tgtEl>
                                        <p:attrNameLst>
                                          <p:attrName>ppt_h</p:attrName>
                                        </p:attrNameLst>
                                      </p:cBhvr>
                                      <p:tavLst>
                                        <p:tav tm="0">
                                          <p:val>
                                            <p:fltVal val="0"/>
                                          </p:val>
                                        </p:tav>
                                        <p:tav tm="100000">
                                          <p:val>
                                            <p:strVal val="#ppt_h"/>
                                          </p:val>
                                        </p:tav>
                                      </p:tavLst>
                                    </p:anim>
                                    <p:animEffect transition="in" filter="fade">
                                      <p:cBhvr>
                                        <p:cTn id="42" dur="500"/>
                                        <p:tgtEl>
                                          <p:spTgt spid="46"/>
                                        </p:tgtEl>
                                      </p:cBhvr>
                                    </p:animEffect>
                                  </p:childTnLst>
                                </p:cTn>
                              </p:par>
                            </p:childTnLst>
                          </p:cTn>
                        </p:par>
                        <p:par>
                          <p:cTn id="43" fill="hold">
                            <p:stCondLst>
                              <p:cond delay="3000"/>
                            </p:stCondLst>
                            <p:childTnLst>
                              <p:par>
                                <p:cTn id="44" presetID="10" presetClass="entr" presetSubtype="0" fill="hold" grpId="0" nodeType="afterEffect">
                                  <p:stCondLst>
                                    <p:cond delay="0"/>
                                  </p:stCondLst>
                                  <p:childTnLst>
                                    <p:set>
                                      <p:cBhvr>
                                        <p:cTn id="45" dur="1" fill="hold">
                                          <p:stCondLst>
                                            <p:cond delay="0"/>
                                          </p:stCondLst>
                                        </p:cTn>
                                        <p:tgtEl>
                                          <p:spTgt spid="49">
                                            <p:txEl>
                                              <p:pRg st="0" end="0"/>
                                            </p:txEl>
                                          </p:spTgt>
                                        </p:tgtEl>
                                        <p:attrNameLst>
                                          <p:attrName>style.visibility</p:attrName>
                                        </p:attrNameLst>
                                      </p:cBhvr>
                                      <p:to>
                                        <p:strVal val="visible"/>
                                      </p:to>
                                    </p:set>
                                    <p:animEffect transition="in" filter="fade">
                                      <p:cBhvr>
                                        <p:cTn id="46" dur="500"/>
                                        <p:tgtEl>
                                          <p:spTgt spid="49">
                                            <p:txEl>
                                              <p:pRg st="0" end="0"/>
                                            </p:txEl>
                                          </p:spTgt>
                                        </p:tgtEl>
                                      </p:cBhvr>
                                    </p:animEffect>
                                  </p:childTnLst>
                                </p:cTn>
                              </p:par>
                            </p:childTnLst>
                          </p:cTn>
                        </p:par>
                        <p:par>
                          <p:cTn id="47" fill="hold">
                            <p:stCondLst>
                              <p:cond delay="3500"/>
                            </p:stCondLst>
                            <p:childTnLst>
                              <p:par>
                                <p:cTn id="48" presetID="22" presetClass="entr" presetSubtype="8" fill="hold" grpId="0" nodeType="after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wipe(left)">
                                      <p:cBhvr>
                                        <p:cTn id="50" dur="500"/>
                                        <p:tgtEl>
                                          <p:spTgt spid="9"/>
                                        </p:tgtEl>
                                      </p:cBhvr>
                                    </p:animEffect>
                                  </p:childTnLst>
                                </p:cTn>
                              </p:par>
                            </p:childTnLst>
                          </p:cTn>
                        </p:par>
                        <p:par>
                          <p:cTn id="51" fill="hold">
                            <p:stCondLst>
                              <p:cond delay="4000"/>
                            </p:stCondLst>
                            <p:childTnLst>
                              <p:par>
                                <p:cTn id="52" presetID="53" presetClass="entr" presetSubtype="16" fill="hold" nodeType="afterEffect">
                                  <p:stCondLst>
                                    <p:cond delay="0"/>
                                  </p:stCondLst>
                                  <p:childTnLst>
                                    <p:set>
                                      <p:cBhvr>
                                        <p:cTn id="53" dur="1" fill="hold">
                                          <p:stCondLst>
                                            <p:cond delay="0"/>
                                          </p:stCondLst>
                                        </p:cTn>
                                        <p:tgtEl>
                                          <p:spTgt spid="50"/>
                                        </p:tgtEl>
                                        <p:attrNameLst>
                                          <p:attrName>style.visibility</p:attrName>
                                        </p:attrNameLst>
                                      </p:cBhvr>
                                      <p:to>
                                        <p:strVal val="visible"/>
                                      </p:to>
                                    </p:set>
                                    <p:anim calcmode="lin" valueType="num">
                                      <p:cBhvr>
                                        <p:cTn id="54" dur="500" fill="hold"/>
                                        <p:tgtEl>
                                          <p:spTgt spid="50"/>
                                        </p:tgtEl>
                                        <p:attrNameLst>
                                          <p:attrName>ppt_w</p:attrName>
                                        </p:attrNameLst>
                                      </p:cBhvr>
                                      <p:tavLst>
                                        <p:tav tm="0">
                                          <p:val>
                                            <p:fltVal val="0"/>
                                          </p:val>
                                        </p:tav>
                                        <p:tav tm="100000">
                                          <p:val>
                                            <p:strVal val="#ppt_w"/>
                                          </p:val>
                                        </p:tav>
                                      </p:tavLst>
                                    </p:anim>
                                    <p:anim calcmode="lin" valueType="num">
                                      <p:cBhvr>
                                        <p:cTn id="55" dur="500" fill="hold"/>
                                        <p:tgtEl>
                                          <p:spTgt spid="50"/>
                                        </p:tgtEl>
                                        <p:attrNameLst>
                                          <p:attrName>ppt_h</p:attrName>
                                        </p:attrNameLst>
                                      </p:cBhvr>
                                      <p:tavLst>
                                        <p:tav tm="0">
                                          <p:val>
                                            <p:fltVal val="0"/>
                                          </p:val>
                                        </p:tav>
                                        <p:tav tm="100000">
                                          <p:val>
                                            <p:strVal val="#ppt_h"/>
                                          </p:val>
                                        </p:tav>
                                      </p:tavLst>
                                    </p:anim>
                                    <p:animEffect transition="in" filter="fade">
                                      <p:cBhvr>
                                        <p:cTn id="56" dur="500"/>
                                        <p:tgtEl>
                                          <p:spTgt spid="50"/>
                                        </p:tgtEl>
                                      </p:cBhvr>
                                    </p:animEffect>
                                  </p:childTnLst>
                                </p:cTn>
                              </p:par>
                            </p:childTnLst>
                          </p:cTn>
                        </p:par>
                        <p:par>
                          <p:cTn id="57" fill="hold">
                            <p:stCondLst>
                              <p:cond delay="4500"/>
                            </p:stCondLst>
                            <p:childTnLst>
                              <p:par>
                                <p:cTn id="58" presetID="10" presetClass="entr" presetSubtype="0" fill="hold" grpId="0" nodeType="afterEffect">
                                  <p:stCondLst>
                                    <p:cond delay="0"/>
                                  </p:stCondLst>
                                  <p:childTnLst>
                                    <p:set>
                                      <p:cBhvr>
                                        <p:cTn id="59" dur="1" fill="hold">
                                          <p:stCondLst>
                                            <p:cond delay="0"/>
                                          </p:stCondLst>
                                        </p:cTn>
                                        <p:tgtEl>
                                          <p:spTgt spid="53">
                                            <p:txEl>
                                              <p:pRg st="0" end="0"/>
                                            </p:txEl>
                                          </p:spTgt>
                                        </p:tgtEl>
                                        <p:attrNameLst>
                                          <p:attrName>style.visibility</p:attrName>
                                        </p:attrNameLst>
                                      </p:cBhvr>
                                      <p:to>
                                        <p:strVal val="visible"/>
                                      </p:to>
                                    </p:set>
                                    <p:animEffect transition="in" filter="fade">
                                      <p:cBhvr>
                                        <p:cTn id="60" dur="500"/>
                                        <p:tgtEl>
                                          <p:spTgt spid="53">
                                            <p:txEl>
                                              <p:pRg st="0" end="0"/>
                                            </p:txEl>
                                          </p:spTgt>
                                        </p:tgtEl>
                                      </p:cBhvr>
                                    </p:animEffect>
                                  </p:childTnLst>
                                </p:cTn>
                              </p:par>
                            </p:childTnLst>
                          </p:cTn>
                        </p:par>
                        <p:par>
                          <p:cTn id="61" fill="hold">
                            <p:stCondLst>
                              <p:cond delay="5000"/>
                            </p:stCondLst>
                            <p:childTnLst>
                              <p:par>
                                <p:cTn id="62" presetID="22" presetClass="entr" presetSubtype="8" fill="hold" grpId="0" nodeType="afterEffect">
                                  <p:stCondLst>
                                    <p:cond delay="0"/>
                                  </p:stCondLst>
                                  <p:childTnLst>
                                    <p:set>
                                      <p:cBhvr>
                                        <p:cTn id="63" dur="1" fill="hold">
                                          <p:stCondLst>
                                            <p:cond delay="0"/>
                                          </p:stCondLst>
                                        </p:cTn>
                                        <p:tgtEl>
                                          <p:spTgt spid="11"/>
                                        </p:tgtEl>
                                        <p:attrNameLst>
                                          <p:attrName>style.visibility</p:attrName>
                                        </p:attrNameLst>
                                      </p:cBhvr>
                                      <p:to>
                                        <p:strVal val="visible"/>
                                      </p:to>
                                    </p:set>
                                    <p:animEffect transition="in" filter="wipe(left)">
                                      <p:cBhvr>
                                        <p:cTn id="6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9" grpId="0" animBg="1"/>
      <p:bldP spid="11" grpId="0" animBg="1"/>
      <p:bldP spid="45" grpId="0" build="p"/>
      <p:bldP spid="49" grpId="0" build="p"/>
      <p:bldP spid="5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原创设计师QQ598969553          _1"/>
          <p:cNvSpPr/>
          <p:nvPr/>
        </p:nvSpPr>
        <p:spPr>
          <a:xfrm>
            <a:off x="3984952" y="1901409"/>
            <a:ext cx="5159048" cy="132371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1" name="原创设计师QQ598969553          _2"/>
          <p:cNvGrpSpPr/>
          <p:nvPr/>
        </p:nvGrpSpPr>
        <p:grpSpPr>
          <a:xfrm>
            <a:off x="2926908" y="1901409"/>
            <a:ext cx="1497888" cy="1327566"/>
            <a:chOff x="2926908" y="1901409"/>
            <a:chExt cx="1497888" cy="1327566"/>
          </a:xfrm>
        </p:grpSpPr>
        <p:grpSp>
          <p:nvGrpSpPr>
            <p:cNvPr id="22" name="组合 21"/>
            <p:cNvGrpSpPr/>
            <p:nvPr/>
          </p:nvGrpSpPr>
          <p:grpSpPr>
            <a:xfrm rot="5400000">
              <a:off x="3012069" y="1816248"/>
              <a:ext cx="1327566" cy="1497888"/>
              <a:chOff x="4468733" y="2771468"/>
              <a:chExt cx="1487127" cy="1677919"/>
            </a:xfrm>
          </p:grpSpPr>
          <p:sp>
            <p:nvSpPr>
              <p:cNvPr id="25" name="Freeform 5"/>
              <p:cNvSpPr>
                <a:spLocks/>
              </p:cNvSpPr>
              <p:nvPr/>
            </p:nvSpPr>
            <p:spPr bwMode="auto">
              <a:xfrm rot="5400000">
                <a:off x="4373337" y="2866864"/>
                <a:ext cx="1677919" cy="148712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0">
                    <a:schemeClr val="bg1"/>
                  </a:gs>
                  <a:gs pos="100000">
                    <a:srgbClr val="DCDCDC"/>
                  </a:gs>
                </a:gsLst>
                <a:lin ang="2700000" scaled="0"/>
              </a:gradFill>
              <a:ln w="19050">
                <a:gradFill>
                  <a:gsLst>
                    <a:gs pos="0">
                      <a:srgbClr val="ADADAD"/>
                    </a:gs>
                    <a:gs pos="66000">
                      <a:schemeClr val="bg1"/>
                    </a:gs>
                  </a:gsLst>
                  <a:lin ang="2700000" scaled="0"/>
                </a:gradFill>
              </a:ln>
              <a:effectLst>
                <a:outerShdw blurRad="1143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a:p>
            </p:txBody>
          </p:sp>
          <p:sp>
            <p:nvSpPr>
              <p:cNvPr id="26" name="Freeform 5"/>
              <p:cNvSpPr>
                <a:spLocks/>
              </p:cNvSpPr>
              <p:nvPr/>
            </p:nvSpPr>
            <p:spPr bwMode="auto">
              <a:xfrm rot="5400000">
                <a:off x="4600910" y="3068560"/>
                <a:ext cx="1222771" cy="108373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1"/>
              </a:solidFill>
              <a:ln w="15875">
                <a:noFill/>
              </a:ln>
              <a:effectLst>
                <a:innerShdw blurRad="63500" dist="25400" dir="2700000">
                  <a:prstClr val="black">
                    <a:alpha val="50000"/>
                  </a:prstClr>
                </a:innerShdw>
              </a:effectLst>
            </p:spPr>
            <p:txBody>
              <a:bodyPr vert="horz" wrap="square" lIns="91440" tIns="45720" rIns="91440" bIns="45720" numCol="1" anchor="t" anchorCtr="0" compatLnSpc="1">
                <a:prstTxWarp prst="textNoShape">
                  <a:avLst/>
                </a:prstTxWarp>
              </a:bodyPr>
              <a:lstStyle/>
              <a:p>
                <a:endParaRPr lang="zh-CN" altLang="en-US" dirty="0"/>
              </a:p>
            </p:txBody>
          </p:sp>
        </p:grpSp>
        <p:sp>
          <p:nvSpPr>
            <p:cNvPr id="23" name="TextBox 6"/>
            <p:cNvSpPr txBox="1"/>
            <p:nvPr/>
          </p:nvSpPr>
          <p:spPr>
            <a:xfrm>
              <a:off x="3366751" y="2272804"/>
              <a:ext cx="618201" cy="584775"/>
            </a:xfrm>
            <a:prstGeom prst="rect">
              <a:avLst/>
            </a:prstGeom>
            <a:noFill/>
          </p:spPr>
          <p:txBody>
            <a:bodyPr wrap="square" rtlCol="0">
              <a:spAutoFit/>
            </a:bodyPr>
            <a:lstStyle/>
            <a:p>
              <a:pPr algn="ctr"/>
              <a:r>
                <a:rPr lang="en-US" altLang="zh-CN" sz="3200" dirty="0">
                  <a:solidFill>
                    <a:schemeClr val="bg1"/>
                  </a:solidFill>
                  <a:latin typeface="Impact" panose="020B0806030902050204" pitchFamily="34" charset="0"/>
                  <a:ea typeface="微软雅黑" panose="020B0503020204020204" pitchFamily="34" charset="-122"/>
                </a:rPr>
                <a:t>02</a:t>
              </a:r>
              <a:endParaRPr lang="zh-CN" altLang="en-US" sz="3200" dirty="0">
                <a:solidFill>
                  <a:schemeClr val="bg1"/>
                </a:solidFill>
                <a:latin typeface="Impact" panose="020B0806030902050204" pitchFamily="34" charset="0"/>
                <a:ea typeface="微软雅黑" panose="020B0503020204020204" pitchFamily="34" charset="-122"/>
              </a:endParaRPr>
            </a:p>
          </p:txBody>
        </p:sp>
      </p:grpSp>
      <p:sp>
        <p:nvSpPr>
          <p:cNvPr id="27" name="原创设计师QQ598969553          _3"/>
          <p:cNvSpPr/>
          <p:nvPr/>
        </p:nvSpPr>
        <p:spPr>
          <a:xfrm>
            <a:off x="5668021" y="2245339"/>
            <a:ext cx="1124027" cy="369332"/>
          </a:xfrm>
          <a:prstGeom prst="rect">
            <a:avLst/>
          </a:prstGeom>
        </p:spPr>
        <p:txBody>
          <a:bodyPr wrap="none">
            <a:spAutoFit/>
          </a:bodyPr>
          <a:lstStyle/>
          <a:p>
            <a:pPr algn="ctr"/>
            <a:r>
              <a:rPr lang="zh-CN" altLang="en-US" b="1" dirty="0">
                <a:solidFill>
                  <a:schemeClr val="bg1"/>
                </a:solidFill>
                <a:latin typeface="华文细黑" panose="02010600040101010101" pitchFamily="2" charset="-122"/>
                <a:ea typeface="华文细黑" panose="02010600040101010101" pitchFamily="2" charset="-122"/>
              </a:rPr>
              <a:t>项目介绍</a:t>
            </a:r>
          </a:p>
        </p:txBody>
      </p:sp>
      <p:sp>
        <p:nvSpPr>
          <p:cNvPr id="28" name="原创设计师QQ598969553          _4"/>
          <p:cNvSpPr/>
          <p:nvPr/>
        </p:nvSpPr>
        <p:spPr>
          <a:xfrm>
            <a:off x="5580112" y="2682905"/>
            <a:ext cx="1340432" cy="276999"/>
          </a:xfrm>
          <a:prstGeom prst="rect">
            <a:avLst/>
          </a:prstGeom>
        </p:spPr>
        <p:txBody>
          <a:bodyPr wrap="none">
            <a:spAutoFit/>
          </a:bodyPr>
          <a:lstStyle/>
          <a:p>
            <a:pPr algn="ctr"/>
            <a:r>
              <a:rPr lang="en-US" altLang="zh-CN" sz="1200" b="1" dirty="0">
                <a:solidFill>
                  <a:schemeClr val="bg1"/>
                </a:solidFill>
                <a:latin typeface="华文细黑" panose="02010600040101010101" pitchFamily="2" charset="-122"/>
                <a:ea typeface="华文细黑" panose="02010600040101010101" pitchFamily="2" charset="-122"/>
              </a:rPr>
              <a:t>(</a:t>
            </a:r>
            <a:r>
              <a:rPr lang="zh-CN" altLang="en-US" sz="1200" b="1" dirty="0">
                <a:solidFill>
                  <a:schemeClr val="bg1"/>
                </a:solidFill>
                <a:latin typeface="华文细黑" panose="02010600040101010101" pitchFamily="2" charset="-122"/>
                <a:ea typeface="华文细黑" panose="02010600040101010101" pitchFamily="2" charset="-122"/>
              </a:rPr>
              <a:t>我们要做什么）</a:t>
            </a:r>
          </a:p>
        </p:txBody>
      </p:sp>
      <p:sp>
        <p:nvSpPr>
          <p:cNvPr id="36" name="原创设计师QQ598969553          _5"/>
          <p:cNvSpPr txBox="1"/>
          <p:nvPr/>
        </p:nvSpPr>
        <p:spPr>
          <a:xfrm>
            <a:off x="4920061" y="3486546"/>
            <a:ext cx="1608133" cy="307777"/>
          </a:xfrm>
          <a:prstGeom prst="rect">
            <a:avLst/>
          </a:prstGeom>
          <a:noFill/>
        </p:spPr>
        <p:txBody>
          <a:bodyPr wrap="none" rtlCol="0">
            <a:spAutoFit/>
          </a:bodyPr>
          <a:lstStyle/>
          <a:p>
            <a:pPr marL="342900" indent="-342900">
              <a:buFont typeface="Wingdings" panose="05000000000000000000" pitchFamily="2" charset="2"/>
              <a:buChar char="l"/>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年度计划完成</a:t>
            </a:r>
          </a:p>
        </p:txBody>
      </p:sp>
      <p:sp>
        <p:nvSpPr>
          <p:cNvPr id="37" name="原创设计师QQ598969553          _6"/>
          <p:cNvSpPr txBox="1"/>
          <p:nvPr/>
        </p:nvSpPr>
        <p:spPr>
          <a:xfrm>
            <a:off x="6528194" y="3486546"/>
            <a:ext cx="1428596" cy="307777"/>
          </a:xfrm>
          <a:prstGeom prst="rect">
            <a:avLst/>
          </a:prstGeom>
          <a:noFill/>
        </p:spPr>
        <p:txBody>
          <a:bodyPr wrap="none" rtlCol="0">
            <a:spAutoFit/>
          </a:bodyPr>
          <a:lstStyle/>
          <a:p>
            <a:pPr marL="342900" indent="-342900">
              <a:buFont typeface="Wingdings" panose="05000000000000000000" pitchFamily="2" charset="2"/>
              <a:buChar char="l"/>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存在的不足</a:t>
            </a:r>
          </a:p>
        </p:txBody>
      </p:sp>
      <p:sp>
        <p:nvSpPr>
          <p:cNvPr id="38" name="原创设计师QQ598969553          _7"/>
          <p:cNvSpPr txBox="1"/>
          <p:nvPr/>
        </p:nvSpPr>
        <p:spPr>
          <a:xfrm>
            <a:off x="4920061" y="3867100"/>
            <a:ext cx="1608133" cy="307777"/>
          </a:xfrm>
          <a:prstGeom prst="rect">
            <a:avLst/>
          </a:prstGeom>
          <a:noFill/>
        </p:spPr>
        <p:txBody>
          <a:bodyPr wrap="none" rtlCol="0">
            <a:spAutoFit/>
          </a:bodyPr>
          <a:lstStyle/>
          <a:p>
            <a:pPr marL="342900" indent="-342900">
              <a:buFont typeface="Wingdings" panose="05000000000000000000" pitchFamily="2" charset="2"/>
              <a:buChar char="l"/>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工作达标情况</a:t>
            </a:r>
          </a:p>
        </p:txBody>
      </p:sp>
      <p:sp>
        <p:nvSpPr>
          <p:cNvPr id="39" name="原创设计师QQ598969553          _8"/>
          <p:cNvSpPr txBox="1"/>
          <p:nvPr/>
        </p:nvSpPr>
        <p:spPr>
          <a:xfrm>
            <a:off x="6528195" y="3867100"/>
            <a:ext cx="1787669" cy="307777"/>
          </a:xfrm>
          <a:prstGeom prst="rect">
            <a:avLst/>
          </a:prstGeom>
          <a:noFill/>
        </p:spPr>
        <p:txBody>
          <a:bodyPr wrap="none" rtlCol="0">
            <a:spAutoFit/>
          </a:bodyPr>
          <a:lstStyle/>
          <a:p>
            <a:pPr marL="342900" indent="-342900">
              <a:buFont typeface="Wingdings" panose="05000000000000000000" pitchFamily="2" charset="2"/>
              <a:buChar char="l"/>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改善不足的对策</a:t>
            </a:r>
          </a:p>
        </p:txBody>
      </p:sp>
      <p:pic>
        <p:nvPicPr>
          <p:cNvPr id="14" name="Picture 64"/>
          <p:cNvPicPr>
            <a:picLocks noGrp="1" noSelect="1" noRot="1" noChangeAspect="1" noMove="1" noResize="1" noChangeShapeType="1"/>
          </p:cNvPicPr>
          <p:nvPr/>
        </p:nvPicPr>
        <p:blipFill>
          <a:blip r:embed="rId3"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2087938209"/>
      </p:ext>
    </p:extLst>
  </p:cSld>
  <p:clrMapOvr>
    <a:masterClrMapping/>
  </p:clrMapOvr>
  <mc:AlternateContent xmlns:mc="http://schemas.openxmlformats.org/markup-compatibility/2006" xmlns:p14="http://schemas.microsoft.com/office/powerpoint/2010/main">
    <mc:Choice Requires="p14">
      <p:transition spd="slow" p14:dur="1250" advClick="0" advTm="0">
        <p14:flip dir="r"/>
      </p:transition>
    </mc:Choice>
    <mc:Fallback xmlns="">
      <p:transition spd="slow" advClick="0"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p:cTn id="7" dur="500" fill="hold"/>
                                            <p:tgtEl>
                                              <p:spTgt spid="21"/>
                                            </p:tgtEl>
                                            <p:attrNameLst>
                                              <p:attrName>ppt_w</p:attrName>
                                            </p:attrNameLst>
                                          </p:cBhvr>
                                          <p:tavLst>
                                            <p:tav tm="0">
                                              <p:val>
                                                <p:fltVal val="0"/>
                                              </p:val>
                                            </p:tav>
                                            <p:tav tm="100000">
                                              <p:val>
                                                <p:strVal val="#ppt_w"/>
                                              </p:val>
                                            </p:tav>
                                          </p:tavLst>
                                        </p:anim>
                                        <p:anim calcmode="lin" valueType="num">
                                          <p:cBhvr>
                                            <p:cTn id="8" dur="500" fill="hold"/>
                                            <p:tgtEl>
                                              <p:spTgt spid="21"/>
                                            </p:tgtEl>
                                            <p:attrNameLst>
                                              <p:attrName>ppt_h</p:attrName>
                                            </p:attrNameLst>
                                          </p:cBhvr>
                                          <p:tavLst>
                                            <p:tav tm="0">
                                              <p:val>
                                                <p:fltVal val="0"/>
                                              </p:val>
                                            </p:tav>
                                            <p:tav tm="100000">
                                              <p:val>
                                                <p:strVal val="#ppt_h"/>
                                              </p:val>
                                            </p:tav>
                                          </p:tavLst>
                                        </p:anim>
                                        <p:animEffect transition="in" filter="fade">
                                          <p:cBhvr>
                                            <p:cTn id="9" dur="500"/>
                                            <p:tgtEl>
                                              <p:spTgt spid="21"/>
                                            </p:tgtEl>
                                          </p:cBhvr>
                                        </p:animEffec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wipe(left)">
                                          <p:cBhvr>
                                            <p:cTn id="13" dur="500"/>
                                            <p:tgtEl>
                                              <p:spTgt spid="19"/>
                                            </p:tgtEl>
                                          </p:cBhvr>
                                        </p:animEffect>
                                      </p:childTnLst>
                                    </p:cTn>
                                  </p:par>
                                  <p:par>
                                    <p:cTn id="14" presetID="2" presetClass="entr" presetSubtype="4" fill="hold" grpId="0" nodeType="withEffect" p14:presetBounceEnd="60000">
                                      <p:stCondLst>
                                        <p:cond delay="1100"/>
                                      </p:stCondLst>
                                      <p:childTnLst>
                                        <p:set>
                                          <p:cBhvr>
                                            <p:cTn id="15" dur="1" fill="hold">
                                              <p:stCondLst>
                                                <p:cond delay="0"/>
                                              </p:stCondLst>
                                            </p:cTn>
                                            <p:tgtEl>
                                              <p:spTgt spid="36"/>
                                            </p:tgtEl>
                                            <p:attrNameLst>
                                              <p:attrName>style.visibility</p:attrName>
                                            </p:attrNameLst>
                                          </p:cBhvr>
                                          <p:to>
                                            <p:strVal val="visible"/>
                                          </p:to>
                                        </p:set>
                                        <p:anim calcmode="lin" valueType="num" p14:bounceEnd="60000">
                                          <p:cBhvr additive="base">
                                            <p:cTn id="16" dur="750" fill="hold"/>
                                            <p:tgtEl>
                                              <p:spTgt spid="36"/>
                                            </p:tgtEl>
                                            <p:attrNameLst>
                                              <p:attrName>ppt_x</p:attrName>
                                            </p:attrNameLst>
                                          </p:cBhvr>
                                          <p:tavLst>
                                            <p:tav tm="0">
                                              <p:val>
                                                <p:strVal val="#ppt_x"/>
                                              </p:val>
                                            </p:tav>
                                            <p:tav tm="100000">
                                              <p:val>
                                                <p:strVal val="#ppt_x"/>
                                              </p:val>
                                            </p:tav>
                                          </p:tavLst>
                                        </p:anim>
                                        <p:anim calcmode="lin" valueType="num" p14:bounceEnd="60000">
                                          <p:cBhvr additive="base">
                                            <p:cTn id="17" dur="750" fill="hold"/>
                                            <p:tgtEl>
                                              <p:spTgt spid="36"/>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14:presetBounceEnd="60000">
                                      <p:stCondLst>
                                        <p:cond delay="1300"/>
                                      </p:stCondLst>
                                      <p:childTnLst>
                                        <p:set>
                                          <p:cBhvr>
                                            <p:cTn id="19" dur="1" fill="hold">
                                              <p:stCondLst>
                                                <p:cond delay="0"/>
                                              </p:stCondLst>
                                            </p:cTn>
                                            <p:tgtEl>
                                              <p:spTgt spid="38"/>
                                            </p:tgtEl>
                                            <p:attrNameLst>
                                              <p:attrName>style.visibility</p:attrName>
                                            </p:attrNameLst>
                                          </p:cBhvr>
                                          <p:to>
                                            <p:strVal val="visible"/>
                                          </p:to>
                                        </p:set>
                                        <p:anim calcmode="lin" valueType="num" p14:bounceEnd="60000">
                                          <p:cBhvr additive="base">
                                            <p:cTn id="20" dur="750" fill="hold"/>
                                            <p:tgtEl>
                                              <p:spTgt spid="38"/>
                                            </p:tgtEl>
                                            <p:attrNameLst>
                                              <p:attrName>ppt_x</p:attrName>
                                            </p:attrNameLst>
                                          </p:cBhvr>
                                          <p:tavLst>
                                            <p:tav tm="0">
                                              <p:val>
                                                <p:strVal val="#ppt_x"/>
                                              </p:val>
                                            </p:tav>
                                            <p:tav tm="100000">
                                              <p:val>
                                                <p:strVal val="#ppt_x"/>
                                              </p:val>
                                            </p:tav>
                                          </p:tavLst>
                                        </p:anim>
                                        <p:anim calcmode="lin" valueType="num" p14:bounceEnd="60000">
                                          <p:cBhvr additive="base">
                                            <p:cTn id="21" dur="750" fill="hold"/>
                                            <p:tgtEl>
                                              <p:spTgt spid="38"/>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14:presetBounceEnd="60000">
                                      <p:stCondLst>
                                        <p:cond delay="1500"/>
                                      </p:stCondLst>
                                      <p:childTnLst>
                                        <p:set>
                                          <p:cBhvr>
                                            <p:cTn id="23" dur="1" fill="hold">
                                              <p:stCondLst>
                                                <p:cond delay="0"/>
                                              </p:stCondLst>
                                            </p:cTn>
                                            <p:tgtEl>
                                              <p:spTgt spid="37"/>
                                            </p:tgtEl>
                                            <p:attrNameLst>
                                              <p:attrName>style.visibility</p:attrName>
                                            </p:attrNameLst>
                                          </p:cBhvr>
                                          <p:to>
                                            <p:strVal val="visible"/>
                                          </p:to>
                                        </p:set>
                                        <p:anim calcmode="lin" valueType="num" p14:bounceEnd="60000">
                                          <p:cBhvr additive="base">
                                            <p:cTn id="24" dur="750" fill="hold"/>
                                            <p:tgtEl>
                                              <p:spTgt spid="37"/>
                                            </p:tgtEl>
                                            <p:attrNameLst>
                                              <p:attrName>ppt_x</p:attrName>
                                            </p:attrNameLst>
                                          </p:cBhvr>
                                          <p:tavLst>
                                            <p:tav tm="0">
                                              <p:val>
                                                <p:strVal val="#ppt_x"/>
                                              </p:val>
                                            </p:tav>
                                            <p:tav tm="100000">
                                              <p:val>
                                                <p:strVal val="#ppt_x"/>
                                              </p:val>
                                            </p:tav>
                                          </p:tavLst>
                                        </p:anim>
                                        <p:anim calcmode="lin" valueType="num" p14:bounceEnd="60000">
                                          <p:cBhvr additive="base">
                                            <p:cTn id="25" dur="750" fill="hold"/>
                                            <p:tgtEl>
                                              <p:spTgt spid="37"/>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14:presetBounceEnd="60000">
                                      <p:stCondLst>
                                        <p:cond delay="1700"/>
                                      </p:stCondLst>
                                      <p:childTnLst>
                                        <p:set>
                                          <p:cBhvr>
                                            <p:cTn id="27" dur="1" fill="hold">
                                              <p:stCondLst>
                                                <p:cond delay="0"/>
                                              </p:stCondLst>
                                            </p:cTn>
                                            <p:tgtEl>
                                              <p:spTgt spid="39"/>
                                            </p:tgtEl>
                                            <p:attrNameLst>
                                              <p:attrName>style.visibility</p:attrName>
                                            </p:attrNameLst>
                                          </p:cBhvr>
                                          <p:to>
                                            <p:strVal val="visible"/>
                                          </p:to>
                                        </p:set>
                                        <p:anim calcmode="lin" valueType="num" p14:bounceEnd="60000">
                                          <p:cBhvr additive="base">
                                            <p:cTn id="28" dur="750" fill="hold"/>
                                            <p:tgtEl>
                                              <p:spTgt spid="39"/>
                                            </p:tgtEl>
                                            <p:attrNameLst>
                                              <p:attrName>ppt_x</p:attrName>
                                            </p:attrNameLst>
                                          </p:cBhvr>
                                          <p:tavLst>
                                            <p:tav tm="0">
                                              <p:val>
                                                <p:strVal val="#ppt_x"/>
                                              </p:val>
                                            </p:tav>
                                            <p:tav tm="100000">
                                              <p:val>
                                                <p:strVal val="#ppt_x"/>
                                              </p:val>
                                            </p:tav>
                                          </p:tavLst>
                                        </p:anim>
                                        <p:anim calcmode="lin" valueType="num" p14:bounceEnd="60000">
                                          <p:cBhvr additive="base">
                                            <p:cTn id="29" dur="750" fill="hold"/>
                                            <p:tgtEl>
                                              <p:spTgt spid="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36" grpId="0"/>
          <p:bldP spid="37" grpId="0"/>
          <p:bldP spid="38" grpId="0"/>
          <p:bldP spid="39"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p:cTn id="7" dur="500" fill="hold"/>
                                            <p:tgtEl>
                                              <p:spTgt spid="21"/>
                                            </p:tgtEl>
                                            <p:attrNameLst>
                                              <p:attrName>ppt_w</p:attrName>
                                            </p:attrNameLst>
                                          </p:cBhvr>
                                          <p:tavLst>
                                            <p:tav tm="0">
                                              <p:val>
                                                <p:fltVal val="0"/>
                                              </p:val>
                                            </p:tav>
                                            <p:tav tm="100000">
                                              <p:val>
                                                <p:strVal val="#ppt_w"/>
                                              </p:val>
                                            </p:tav>
                                          </p:tavLst>
                                        </p:anim>
                                        <p:anim calcmode="lin" valueType="num">
                                          <p:cBhvr>
                                            <p:cTn id="8" dur="500" fill="hold"/>
                                            <p:tgtEl>
                                              <p:spTgt spid="21"/>
                                            </p:tgtEl>
                                            <p:attrNameLst>
                                              <p:attrName>ppt_h</p:attrName>
                                            </p:attrNameLst>
                                          </p:cBhvr>
                                          <p:tavLst>
                                            <p:tav tm="0">
                                              <p:val>
                                                <p:fltVal val="0"/>
                                              </p:val>
                                            </p:tav>
                                            <p:tav tm="100000">
                                              <p:val>
                                                <p:strVal val="#ppt_h"/>
                                              </p:val>
                                            </p:tav>
                                          </p:tavLst>
                                        </p:anim>
                                        <p:animEffect transition="in" filter="fade">
                                          <p:cBhvr>
                                            <p:cTn id="9" dur="500"/>
                                            <p:tgtEl>
                                              <p:spTgt spid="21"/>
                                            </p:tgtEl>
                                          </p:cBhvr>
                                        </p:animEffec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wipe(left)">
                                          <p:cBhvr>
                                            <p:cTn id="13" dur="500"/>
                                            <p:tgtEl>
                                              <p:spTgt spid="19"/>
                                            </p:tgtEl>
                                          </p:cBhvr>
                                        </p:animEffect>
                                      </p:childTnLst>
                                    </p:cTn>
                                  </p:par>
                                  <p:par>
                                    <p:cTn id="14" presetID="2" presetClass="entr" presetSubtype="4" fill="hold" grpId="0" nodeType="withEffect">
                                      <p:stCondLst>
                                        <p:cond delay="1100"/>
                                      </p:stCondLst>
                                      <p:childTnLst>
                                        <p:set>
                                          <p:cBhvr>
                                            <p:cTn id="15" dur="1" fill="hold">
                                              <p:stCondLst>
                                                <p:cond delay="0"/>
                                              </p:stCondLst>
                                            </p:cTn>
                                            <p:tgtEl>
                                              <p:spTgt spid="36"/>
                                            </p:tgtEl>
                                            <p:attrNameLst>
                                              <p:attrName>style.visibility</p:attrName>
                                            </p:attrNameLst>
                                          </p:cBhvr>
                                          <p:to>
                                            <p:strVal val="visible"/>
                                          </p:to>
                                        </p:set>
                                        <p:anim calcmode="lin" valueType="num">
                                          <p:cBhvr additive="base">
                                            <p:cTn id="16" dur="750" fill="hold"/>
                                            <p:tgtEl>
                                              <p:spTgt spid="36"/>
                                            </p:tgtEl>
                                            <p:attrNameLst>
                                              <p:attrName>ppt_x</p:attrName>
                                            </p:attrNameLst>
                                          </p:cBhvr>
                                          <p:tavLst>
                                            <p:tav tm="0">
                                              <p:val>
                                                <p:strVal val="#ppt_x"/>
                                              </p:val>
                                            </p:tav>
                                            <p:tav tm="100000">
                                              <p:val>
                                                <p:strVal val="#ppt_x"/>
                                              </p:val>
                                            </p:tav>
                                          </p:tavLst>
                                        </p:anim>
                                        <p:anim calcmode="lin" valueType="num">
                                          <p:cBhvr additive="base">
                                            <p:cTn id="17" dur="750" fill="hold"/>
                                            <p:tgtEl>
                                              <p:spTgt spid="36"/>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1300"/>
                                      </p:stCondLst>
                                      <p:childTnLst>
                                        <p:set>
                                          <p:cBhvr>
                                            <p:cTn id="19" dur="1" fill="hold">
                                              <p:stCondLst>
                                                <p:cond delay="0"/>
                                              </p:stCondLst>
                                            </p:cTn>
                                            <p:tgtEl>
                                              <p:spTgt spid="38"/>
                                            </p:tgtEl>
                                            <p:attrNameLst>
                                              <p:attrName>style.visibility</p:attrName>
                                            </p:attrNameLst>
                                          </p:cBhvr>
                                          <p:to>
                                            <p:strVal val="visible"/>
                                          </p:to>
                                        </p:set>
                                        <p:anim calcmode="lin" valueType="num">
                                          <p:cBhvr additive="base">
                                            <p:cTn id="20" dur="750" fill="hold"/>
                                            <p:tgtEl>
                                              <p:spTgt spid="38"/>
                                            </p:tgtEl>
                                            <p:attrNameLst>
                                              <p:attrName>ppt_x</p:attrName>
                                            </p:attrNameLst>
                                          </p:cBhvr>
                                          <p:tavLst>
                                            <p:tav tm="0">
                                              <p:val>
                                                <p:strVal val="#ppt_x"/>
                                              </p:val>
                                            </p:tav>
                                            <p:tav tm="100000">
                                              <p:val>
                                                <p:strVal val="#ppt_x"/>
                                              </p:val>
                                            </p:tav>
                                          </p:tavLst>
                                        </p:anim>
                                        <p:anim calcmode="lin" valueType="num">
                                          <p:cBhvr additive="base">
                                            <p:cTn id="21" dur="750" fill="hold"/>
                                            <p:tgtEl>
                                              <p:spTgt spid="38"/>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1500"/>
                                      </p:stCondLst>
                                      <p:childTnLst>
                                        <p:set>
                                          <p:cBhvr>
                                            <p:cTn id="23" dur="1" fill="hold">
                                              <p:stCondLst>
                                                <p:cond delay="0"/>
                                              </p:stCondLst>
                                            </p:cTn>
                                            <p:tgtEl>
                                              <p:spTgt spid="37"/>
                                            </p:tgtEl>
                                            <p:attrNameLst>
                                              <p:attrName>style.visibility</p:attrName>
                                            </p:attrNameLst>
                                          </p:cBhvr>
                                          <p:to>
                                            <p:strVal val="visible"/>
                                          </p:to>
                                        </p:set>
                                        <p:anim calcmode="lin" valueType="num">
                                          <p:cBhvr additive="base">
                                            <p:cTn id="24" dur="750" fill="hold"/>
                                            <p:tgtEl>
                                              <p:spTgt spid="37"/>
                                            </p:tgtEl>
                                            <p:attrNameLst>
                                              <p:attrName>ppt_x</p:attrName>
                                            </p:attrNameLst>
                                          </p:cBhvr>
                                          <p:tavLst>
                                            <p:tav tm="0">
                                              <p:val>
                                                <p:strVal val="#ppt_x"/>
                                              </p:val>
                                            </p:tav>
                                            <p:tav tm="100000">
                                              <p:val>
                                                <p:strVal val="#ppt_x"/>
                                              </p:val>
                                            </p:tav>
                                          </p:tavLst>
                                        </p:anim>
                                        <p:anim calcmode="lin" valueType="num">
                                          <p:cBhvr additive="base">
                                            <p:cTn id="25" dur="750" fill="hold"/>
                                            <p:tgtEl>
                                              <p:spTgt spid="37"/>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1700"/>
                                      </p:stCondLst>
                                      <p:childTnLst>
                                        <p:set>
                                          <p:cBhvr>
                                            <p:cTn id="27" dur="1" fill="hold">
                                              <p:stCondLst>
                                                <p:cond delay="0"/>
                                              </p:stCondLst>
                                            </p:cTn>
                                            <p:tgtEl>
                                              <p:spTgt spid="39"/>
                                            </p:tgtEl>
                                            <p:attrNameLst>
                                              <p:attrName>style.visibility</p:attrName>
                                            </p:attrNameLst>
                                          </p:cBhvr>
                                          <p:to>
                                            <p:strVal val="visible"/>
                                          </p:to>
                                        </p:set>
                                        <p:anim calcmode="lin" valueType="num">
                                          <p:cBhvr additive="base">
                                            <p:cTn id="28" dur="750" fill="hold"/>
                                            <p:tgtEl>
                                              <p:spTgt spid="39"/>
                                            </p:tgtEl>
                                            <p:attrNameLst>
                                              <p:attrName>ppt_x</p:attrName>
                                            </p:attrNameLst>
                                          </p:cBhvr>
                                          <p:tavLst>
                                            <p:tav tm="0">
                                              <p:val>
                                                <p:strVal val="#ppt_x"/>
                                              </p:val>
                                            </p:tav>
                                            <p:tav tm="100000">
                                              <p:val>
                                                <p:strVal val="#ppt_x"/>
                                              </p:val>
                                            </p:tav>
                                          </p:tavLst>
                                        </p:anim>
                                        <p:anim calcmode="lin" valueType="num">
                                          <p:cBhvr additive="base">
                                            <p:cTn id="29" dur="750" fill="hold"/>
                                            <p:tgtEl>
                                              <p:spTgt spid="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36" grpId="0"/>
          <p:bldP spid="37" grpId="0"/>
          <p:bldP spid="38" grpId="0"/>
          <p:bldP spid="39" grpId="0"/>
        </p:bldLst>
      </p:timing>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原创设计师QQ598969553          _1"/>
          <p:cNvSpPr txBox="1"/>
          <p:nvPr/>
        </p:nvSpPr>
        <p:spPr>
          <a:xfrm>
            <a:off x="2803736" y="299722"/>
            <a:ext cx="3523130" cy="377026"/>
          </a:xfrm>
          <a:prstGeom prst="rect">
            <a:avLst/>
          </a:prstGeom>
          <a:noFill/>
        </p:spPr>
        <p:txBody>
          <a:bodyPr wrap="square" lIns="68580" tIns="34290" rIns="68580" bIns="34290" rtlCol="0">
            <a:spAutoFit/>
          </a:bodyPr>
          <a:lstStyle/>
          <a:p>
            <a:pPr algn="ctr"/>
            <a:r>
              <a:rPr lang="zh-CN" altLang="en-US" sz="2000" b="1" dirty="0">
                <a:solidFill>
                  <a:schemeClr val="tx1">
                    <a:lumMod val="65000"/>
                    <a:lumOff val="35000"/>
                  </a:schemeClr>
                </a:solidFill>
                <a:latin typeface="+mn-ea"/>
              </a:rPr>
              <a:t>添加标题文本内容</a:t>
            </a:r>
            <a:endParaRPr lang="en-US" altLang="zh-CN" sz="2000" b="1" dirty="0">
              <a:solidFill>
                <a:schemeClr val="tx1">
                  <a:lumMod val="65000"/>
                  <a:lumOff val="35000"/>
                </a:schemeClr>
              </a:solidFill>
              <a:latin typeface="+mn-ea"/>
            </a:endParaRPr>
          </a:p>
        </p:txBody>
      </p:sp>
      <p:sp>
        <p:nvSpPr>
          <p:cNvPr id="10" name="原创设计师QQ598969553          _2"/>
          <p:cNvSpPr>
            <a:spLocks/>
          </p:cNvSpPr>
          <p:nvPr/>
        </p:nvSpPr>
        <p:spPr bwMode="auto">
          <a:xfrm>
            <a:off x="2570280" y="1335678"/>
            <a:ext cx="547516" cy="3108279"/>
          </a:xfrm>
          <a:custGeom>
            <a:avLst/>
            <a:gdLst>
              <a:gd name="T0" fmla="*/ 1999 w 3544"/>
              <a:gd name="T1" fmla="*/ 9150 h 14563"/>
              <a:gd name="T2" fmla="*/ 1999 w 3544"/>
              <a:gd name="T3" fmla="*/ 12306 h 14563"/>
              <a:gd name="T4" fmla="*/ 2353 w 3544"/>
              <a:gd name="T5" fmla="*/ 13628 h 14563"/>
              <a:gd name="T6" fmla="*/ 3544 w 3544"/>
              <a:gd name="T7" fmla="*/ 14112 h 14563"/>
              <a:gd name="T8" fmla="*/ 3544 w 3544"/>
              <a:gd name="T9" fmla="*/ 14563 h 14563"/>
              <a:gd name="T10" fmla="*/ 1933 w 3544"/>
              <a:gd name="T11" fmla="*/ 14016 h 14563"/>
              <a:gd name="T12" fmla="*/ 1419 w 3544"/>
              <a:gd name="T13" fmla="*/ 12050 h 14563"/>
              <a:gd name="T14" fmla="*/ 1419 w 3544"/>
              <a:gd name="T15" fmla="*/ 9279 h 14563"/>
              <a:gd name="T16" fmla="*/ 1160 w 3544"/>
              <a:gd name="T17" fmla="*/ 8022 h 14563"/>
              <a:gd name="T18" fmla="*/ 0 w 3544"/>
              <a:gd name="T19" fmla="*/ 7475 h 14563"/>
              <a:gd name="T20" fmla="*/ 0 w 3544"/>
              <a:gd name="T21" fmla="*/ 7088 h 14563"/>
              <a:gd name="T22" fmla="*/ 1127 w 3544"/>
              <a:gd name="T23" fmla="*/ 6571 h 14563"/>
              <a:gd name="T24" fmla="*/ 1419 w 3544"/>
              <a:gd name="T25" fmla="*/ 5284 h 14563"/>
              <a:gd name="T26" fmla="*/ 1419 w 3544"/>
              <a:gd name="T27" fmla="*/ 2513 h 14563"/>
              <a:gd name="T28" fmla="*/ 1933 w 3544"/>
              <a:gd name="T29" fmla="*/ 547 h 14563"/>
              <a:gd name="T30" fmla="*/ 3544 w 3544"/>
              <a:gd name="T31" fmla="*/ 0 h 14563"/>
              <a:gd name="T32" fmla="*/ 3544 w 3544"/>
              <a:gd name="T33" fmla="*/ 451 h 14563"/>
              <a:gd name="T34" fmla="*/ 2353 w 3544"/>
              <a:gd name="T35" fmla="*/ 902 h 14563"/>
              <a:gd name="T36" fmla="*/ 1999 w 3544"/>
              <a:gd name="T37" fmla="*/ 2254 h 14563"/>
              <a:gd name="T38" fmla="*/ 1999 w 3544"/>
              <a:gd name="T39" fmla="*/ 5413 h 14563"/>
              <a:gd name="T40" fmla="*/ 580 w 3544"/>
              <a:gd name="T41" fmla="*/ 7275 h 14563"/>
              <a:gd name="T42" fmla="*/ 580 w 3544"/>
              <a:gd name="T43" fmla="*/ 7304 h 14563"/>
              <a:gd name="T44" fmla="*/ 1999 w 3544"/>
              <a:gd name="T45" fmla="*/ 9150 h 145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544" h="14563">
                <a:moveTo>
                  <a:pt x="1999" y="9150"/>
                </a:moveTo>
                <a:lnTo>
                  <a:pt x="1999" y="12306"/>
                </a:lnTo>
                <a:cubicBezTo>
                  <a:pt x="1999" y="12867"/>
                  <a:pt x="2117" y="13306"/>
                  <a:pt x="2353" y="13628"/>
                </a:cubicBezTo>
                <a:cubicBezTo>
                  <a:pt x="2590" y="13950"/>
                  <a:pt x="2986" y="14112"/>
                  <a:pt x="3544" y="14112"/>
                </a:cubicBezTo>
                <a:lnTo>
                  <a:pt x="3544" y="14563"/>
                </a:lnTo>
                <a:cubicBezTo>
                  <a:pt x="2815" y="14563"/>
                  <a:pt x="2276" y="14379"/>
                  <a:pt x="1933" y="14016"/>
                </a:cubicBezTo>
                <a:cubicBezTo>
                  <a:pt x="1589" y="13650"/>
                  <a:pt x="1419" y="12993"/>
                  <a:pt x="1419" y="12050"/>
                </a:cubicBezTo>
                <a:lnTo>
                  <a:pt x="1419" y="9279"/>
                </a:lnTo>
                <a:cubicBezTo>
                  <a:pt x="1419" y="8762"/>
                  <a:pt x="1333" y="8344"/>
                  <a:pt x="1160" y="8022"/>
                </a:cubicBezTo>
                <a:cubicBezTo>
                  <a:pt x="990" y="7701"/>
                  <a:pt x="602" y="7516"/>
                  <a:pt x="0" y="7475"/>
                </a:cubicBezTo>
                <a:lnTo>
                  <a:pt x="0" y="7088"/>
                </a:lnTo>
                <a:cubicBezTo>
                  <a:pt x="558" y="7002"/>
                  <a:pt x="935" y="6829"/>
                  <a:pt x="1127" y="6571"/>
                </a:cubicBezTo>
                <a:cubicBezTo>
                  <a:pt x="1322" y="6315"/>
                  <a:pt x="1419" y="5883"/>
                  <a:pt x="1419" y="5284"/>
                </a:cubicBezTo>
                <a:lnTo>
                  <a:pt x="1419" y="2513"/>
                </a:lnTo>
                <a:cubicBezTo>
                  <a:pt x="1419" y="1567"/>
                  <a:pt x="1589" y="913"/>
                  <a:pt x="1933" y="547"/>
                </a:cubicBezTo>
                <a:cubicBezTo>
                  <a:pt x="2276" y="181"/>
                  <a:pt x="2815" y="0"/>
                  <a:pt x="3544" y="0"/>
                </a:cubicBezTo>
                <a:lnTo>
                  <a:pt x="3544" y="451"/>
                </a:lnTo>
                <a:cubicBezTo>
                  <a:pt x="2986" y="451"/>
                  <a:pt x="2590" y="602"/>
                  <a:pt x="2353" y="902"/>
                </a:cubicBezTo>
                <a:cubicBezTo>
                  <a:pt x="2117" y="1201"/>
                  <a:pt x="1999" y="1652"/>
                  <a:pt x="1999" y="2254"/>
                </a:cubicBezTo>
                <a:lnTo>
                  <a:pt x="1999" y="5413"/>
                </a:lnTo>
                <a:cubicBezTo>
                  <a:pt x="1999" y="6265"/>
                  <a:pt x="1592" y="7275"/>
                  <a:pt x="580" y="7275"/>
                </a:cubicBezTo>
                <a:lnTo>
                  <a:pt x="580" y="7304"/>
                </a:lnTo>
                <a:cubicBezTo>
                  <a:pt x="1565" y="7304"/>
                  <a:pt x="1999" y="8309"/>
                  <a:pt x="1999" y="9150"/>
                </a:cubicBezTo>
                <a:close/>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 name="原创设计师QQ598969553          _3"/>
          <p:cNvSpPr>
            <a:spLocks/>
          </p:cNvSpPr>
          <p:nvPr/>
        </p:nvSpPr>
        <p:spPr bwMode="auto">
          <a:xfrm>
            <a:off x="904589" y="2216533"/>
            <a:ext cx="1486292" cy="131728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1"/>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3">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12" name="原创设计师QQ598969553          _4"/>
          <p:cNvSpPr>
            <a:spLocks/>
          </p:cNvSpPr>
          <p:nvPr/>
        </p:nvSpPr>
        <p:spPr bwMode="auto">
          <a:xfrm>
            <a:off x="985458" y="2288208"/>
            <a:ext cx="1324551" cy="1173938"/>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95000"/>
            </a:schemeClr>
          </a:solidFill>
          <a:ln w="50800">
            <a:noFill/>
          </a:ln>
          <a:effectLst>
            <a:outerShdw blurRad="101600" dist="50800" dir="2700000" algn="tl" rotWithShape="0">
              <a:schemeClr val="accent3">
                <a:lumMod val="50000"/>
                <a:alpha val="64000"/>
              </a:schemeClr>
            </a:outerShdw>
          </a:effectLst>
          <a:scene3d>
            <a:camera prst="orthographicFront"/>
            <a:lightRig rig="threePt" dir="t"/>
          </a:scene3d>
          <a:sp3d prstMaterial="softEdge">
            <a:bevelT w="63500" h="19050" prst="angle"/>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13" name="原创设计师QQ598969553          _5"/>
          <p:cNvSpPr/>
          <p:nvPr/>
        </p:nvSpPr>
        <p:spPr>
          <a:xfrm>
            <a:off x="1153774" y="2795362"/>
            <a:ext cx="959238" cy="315471"/>
          </a:xfrm>
          <a:prstGeom prst="rect">
            <a:avLst/>
          </a:prstGeom>
        </p:spPr>
        <p:txBody>
          <a:bodyPr wrap="none" lIns="68580" tIns="34290" rIns="68580" bIns="34290">
            <a:spAutoFit/>
          </a:bodyPr>
          <a:lstStyle/>
          <a:p>
            <a:pPr algn="ctr"/>
            <a:r>
              <a:rPr lang="zh-CN" altLang="en-US" sz="1600" b="1" dirty="0">
                <a:solidFill>
                  <a:schemeClr val="tx1">
                    <a:lumMod val="65000"/>
                    <a:lumOff val="35000"/>
                  </a:schemeClr>
                </a:solidFill>
                <a:latin typeface="ITC Avant Garde Std Bk" panose="020B0502020202020204" pitchFamily="34" charset="0"/>
              </a:rPr>
              <a:t>添加标题</a:t>
            </a:r>
            <a:endParaRPr lang="zh-CN" altLang="en-US" sz="300" b="1" dirty="0">
              <a:solidFill>
                <a:schemeClr val="tx1">
                  <a:lumMod val="65000"/>
                  <a:lumOff val="35000"/>
                </a:schemeClr>
              </a:solidFill>
              <a:latin typeface="ITC Avant Garde Std Bk" panose="020B0502020202020204" pitchFamily="34" charset="0"/>
            </a:endParaRPr>
          </a:p>
        </p:txBody>
      </p:sp>
      <p:grpSp>
        <p:nvGrpSpPr>
          <p:cNvPr id="14" name="原创设计师QQ598969553          _6"/>
          <p:cNvGrpSpPr/>
          <p:nvPr/>
        </p:nvGrpSpPr>
        <p:grpSpPr>
          <a:xfrm>
            <a:off x="1532258" y="2474655"/>
            <a:ext cx="230951" cy="229729"/>
            <a:chOff x="3856417" y="4248125"/>
            <a:chExt cx="409860" cy="407692"/>
          </a:xfrm>
          <a:solidFill>
            <a:schemeClr val="accent1"/>
          </a:solidFill>
        </p:grpSpPr>
        <p:sp>
          <p:nvSpPr>
            <p:cNvPr id="15" name="Freeform 187"/>
            <p:cNvSpPr>
              <a:spLocks/>
            </p:cNvSpPr>
            <p:nvPr/>
          </p:nvSpPr>
          <p:spPr bwMode="auto">
            <a:xfrm>
              <a:off x="3969183" y="4489921"/>
              <a:ext cx="279745" cy="165896"/>
            </a:xfrm>
            <a:custGeom>
              <a:avLst/>
              <a:gdLst>
                <a:gd name="T0" fmla="*/ 76 w 109"/>
                <a:gd name="T1" fmla="*/ 0 h 65"/>
                <a:gd name="T2" fmla="*/ 54 w 109"/>
                <a:gd name="T3" fmla="*/ 0 h 65"/>
                <a:gd name="T4" fmla="*/ 69 w 109"/>
                <a:gd name="T5" fmla="*/ 17 h 65"/>
                <a:gd name="T6" fmla="*/ 76 w 109"/>
                <a:gd name="T7" fmla="*/ 17 h 65"/>
                <a:gd name="T8" fmla="*/ 91 w 109"/>
                <a:gd name="T9" fmla="*/ 32 h 65"/>
                <a:gd name="T10" fmla="*/ 76 w 109"/>
                <a:gd name="T11" fmla="*/ 48 h 65"/>
                <a:gd name="T12" fmla="*/ 32 w 109"/>
                <a:gd name="T13" fmla="*/ 48 h 65"/>
                <a:gd name="T14" fmla="*/ 17 w 109"/>
                <a:gd name="T15" fmla="*/ 32 h 65"/>
                <a:gd name="T16" fmla="*/ 20 w 109"/>
                <a:gd name="T17" fmla="*/ 24 h 65"/>
                <a:gd name="T18" fmla="*/ 1 w 109"/>
                <a:gd name="T19" fmla="*/ 24 h 65"/>
                <a:gd name="T20" fmla="*/ 0 w 109"/>
                <a:gd name="T21" fmla="*/ 32 h 65"/>
                <a:gd name="T22" fmla="*/ 32 w 109"/>
                <a:gd name="T23" fmla="*/ 65 h 65"/>
                <a:gd name="T24" fmla="*/ 76 w 109"/>
                <a:gd name="T25" fmla="*/ 65 h 65"/>
                <a:gd name="T26" fmla="*/ 109 w 109"/>
                <a:gd name="T27" fmla="*/ 32 h 65"/>
                <a:gd name="T28" fmla="*/ 76 w 109"/>
                <a:gd name="T29"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9" h="65">
                  <a:moveTo>
                    <a:pt x="76" y="0"/>
                  </a:moveTo>
                  <a:cubicBezTo>
                    <a:pt x="54" y="0"/>
                    <a:pt x="54" y="0"/>
                    <a:pt x="54" y="0"/>
                  </a:cubicBezTo>
                  <a:cubicBezTo>
                    <a:pt x="61" y="4"/>
                    <a:pt x="66" y="10"/>
                    <a:pt x="69" y="17"/>
                  </a:cubicBezTo>
                  <a:cubicBezTo>
                    <a:pt x="76" y="17"/>
                    <a:pt x="76" y="17"/>
                    <a:pt x="76" y="17"/>
                  </a:cubicBezTo>
                  <a:cubicBezTo>
                    <a:pt x="85" y="17"/>
                    <a:pt x="91" y="24"/>
                    <a:pt x="91" y="32"/>
                  </a:cubicBezTo>
                  <a:cubicBezTo>
                    <a:pt x="91" y="41"/>
                    <a:pt x="85" y="48"/>
                    <a:pt x="76" y="48"/>
                  </a:cubicBezTo>
                  <a:cubicBezTo>
                    <a:pt x="32" y="48"/>
                    <a:pt x="32" y="48"/>
                    <a:pt x="32" y="48"/>
                  </a:cubicBezTo>
                  <a:cubicBezTo>
                    <a:pt x="24" y="48"/>
                    <a:pt x="17" y="41"/>
                    <a:pt x="17" y="32"/>
                  </a:cubicBezTo>
                  <a:cubicBezTo>
                    <a:pt x="17" y="29"/>
                    <a:pt x="18" y="26"/>
                    <a:pt x="20" y="24"/>
                  </a:cubicBezTo>
                  <a:cubicBezTo>
                    <a:pt x="1" y="24"/>
                    <a:pt x="1" y="24"/>
                    <a:pt x="1" y="24"/>
                  </a:cubicBezTo>
                  <a:cubicBezTo>
                    <a:pt x="0" y="27"/>
                    <a:pt x="0" y="30"/>
                    <a:pt x="0" y="32"/>
                  </a:cubicBezTo>
                  <a:cubicBezTo>
                    <a:pt x="0" y="50"/>
                    <a:pt x="14" y="65"/>
                    <a:pt x="32" y="65"/>
                  </a:cubicBezTo>
                  <a:cubicBezTo>
                    <a:pt x="76" y="65"/>
                    <a:pt x="76" y="65"/>
                    <a:pt x="76" y="65"/>
                  </a:cubicBezTo>
                  <a:cubicBezTo>
                    <a:pt x="94" y="65"/>
                    <a:pt x="109" y="50"/>
                    <a:pt x="109" y="32"/>
                  </a:cubicBezTo>
                  <a:cubicBezTo>
                    <a:pt x="109" y="15"/>
                    <a:pt x="94"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16" name="Freeform 188"/>
            <p:cNvSpPr>
              <a:spLocks/>
            </p:cNvSpPr>
            <p:nvPr/>
          </p:nvSpPr>
          <p:spPr bwMode="auto">
            <a:xfrm>
              <a:off x="3856417" y="4489921"/>
              <a:ext cx="279745" cy="165896"/>
            </a:xfrm>
            <a:custGeom>
              <a:avLst/>
              <a:gdLst>
                <a:gd name="T0" fmla="*/ 41 w 109"/>
                <a:gd name="T1" fmla="*/ 48 h 65"/>
                <a:gd name="T2" fmla="*/ 33 w 109"/>
                <a:gd name="T3" fmla="*/ 48 h 65"/>
                <a:gd name="T4" fmla="*/ 18 w 109"/>
                <a:gd name="T5" fmla="*/ 32 h 65"/>
                <a:gd name="T6" fmla="*/ 33 w 109"/>
                <a:gd name="T7" fmla="*/ 17 h 65"/>
                <a:gd name="T8" fmla="*/ 37 w 109"/>
                <a:gd name="T9" fmla="*/ 17 h 65"/>
                <a:gd name="T10" fmla="*/ 77 w 109"/>
                <a:gd name="T11" fmla="*/ 17 h 65"/>
                <a:gd name="T12" fmla="*/ 92 w 109"/>
                <a:gd name="T13" fmla="*/ 32 h 65"/>
                <a:gd name="T14" fmla="*/ 92 w 109"/>
                <a:gd name="T15" fmla="*/ 35 h 65"/>
                <a:gd name="T16" fmla="*/ 89 w 109"/>
                <a:gd name="T17" fmla="*/ 42 h 65"/>
                <a:gd name="T18" fmla="*/ 108 w 109"/>
                <a:gd name="T19" fmla="*/ 42 h 65"/>
                <a:gd name="T20" fmla="*/ 109 w 109"/>
                <a:gd name="T21" fmla="*/ 35 h 65"/>
                <a:gd name="T22" fmla="*/ 109 w 109"/>
                <a:gd name="T23" fmla="*/ 35 h 65"/>
                <a:gd name="T24" fmla="*/ 109 w 109"/>
                <a:gd name="T25" fmla="*/ 32 h 65"/>
                <a:gd name="T26" fmla="*/ 77 w 109"/>
                <a:gd name="T27" fmla="*/ 0 h 65"/>
                <a:gd name="T28" fmla="*/ 37 w 109"/>
                <a:gd name="T29" fmla="*/ 0 h 65"/>
                <a:gd name="T30" fmla="*/ 33 w 109"/>
                <a:gd name="T31" fmla="*/ 0 h 65"/>
                <a:gd name="T32" fmla="*/ 0 w 109"/>
                <a:gd name="T33" fmla="*/ 32 h 65"/>
                <a:gd name="T34" fmla="*/ 33 w 109"/>
                <a:gd name="T35" fmla="*/ 65 h 65"/>
                <a:gd name="T36" fmla="*/ 56 w 109"/>
                <a:gd name="T37" fmla="*/ 65 h 65"/>
                <a:gd name="T38" fmla="*/ 41 w 109"/>
                <a:gd name="T39" fmla="*/ 48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9" h="65">
                  <a:moveTo>
                    <a:pt x="41" y="48"/>
                  </a:moveTo>
                  <a:cubicBezTo>
                    <a:pt x="33" y="48"/>
                    <a:pt x="33" y="48"/>
                    <a:pt x="33" y="48"/>
                  </a:cubicBezTo>
                  <a:cubicBezTo>
                    <a:pt x="24" y="48"/>
                    <a:pt x="18" y="41"/>
                    <a:pt x="18" y="32"/>
                  </a:cubicBezTo>
                  <a:cubicBezTo>
                    <a:pt x="18" y="24"/>
                    <a:pt x="24" y="17"/>
                    <a:pt x="33" y="17"/>
                  </a:cubicBezTo>
                  <a:cubicBezTo>
                    <a:pt x="37" y="17"/>
                    <a:pt x="37" y="17"/>
                    <a:pt x="37" y="17"/>
                  </a:cubicBezTo>
                  <a:cubicBezTo>
                    <a:pt x="77" y="17"/>
                    <a:pt x="77" y="17"/>
                    <a:pt x="77" y="17"/>
                  </a:cubicBezTo>
                  <a:cubicBezTo>
                    <a:pt x="85" y="17"/>
                    <a:pt x="92" y="24"/>
                    <a:pt x="92" y="32"/>
                  </a:cubicBezTo>
                  <a:cubicBezTo>
                    <a:pt x="92" y="33"/>
                    <a:pt x="92" y="34"/>
                    <a:pt x="92" y="35"/>
                  </a:cubicBezTo>
                  <a:cubicBezTo>
                    <a:pt x="91" y="38"/>
                    <a:pt x="90" y="40"/>
                    <a:pt x="89" y="42"/>
                  </a:cubicBezTo>
                  <a:cubicBezTo>
                    <a:pt x="108" y="42"/>
                    <a:pt x="108" y="42"/>
                    <a:pt x="108" y="42"/>
                  </a:cubicBezTo>
                  <a:cubicBezTo>
                    <a:pt x="108" y="40"/>
                    <a:pt x="109" y="38"/>
                    <a:pt x="109" y="35"/>
                  </a:cubicBezTo>
                  <a:cubicBezTo>
                    <a:pt x="109" y="35"/>
                    <a:pt x="109" y="35"/>
                    <a:pt x="109" y="35"/>
                  </a:cubicBezTo>
                  <a:cubicBezTo>
                    <a:pt x="109" y="34"/>
                    <a:pt x="109" y="33"/>
                    <a:pt x="109" y="32"/>
                  </a:cubicBezTo>
                  <a:cubicBezTo>
                    <a:pt x="109" y="15"/>
                    <a:pt x="95" y="0"/>
                    <a:pt x="77" y="0"/>
                  </a:cubicBezTo>
                  <a:cubicBezTo>
                    <a:pt x="37" y="0"/>
                    <a:pt x="37" y="0"/>
                    <a:pt x="37" y="0"/>
                  </a:cubicBezTo>
                  <a:cubicBezTo>
                    <a:pt x="33" y="0"/>
                    <a:pt x="33" y="0"/>
                    <a:pt x="33" y="0"/>
                  </a:cubicBezTo>
                  <a:cubicBezTo>
                    <a:pt x="15" y="0"/>
                    <a:pt x="0" y="15"/>
                    <a:pt x="0" y="32"/>
                  </a:cubicBezTo>
                  <a:cubicBezTo>
                    <a:pt x="0" y="50"/>
                    <a:pt x="15" y="65"/>
                    <a:pt x="33" y="65"/>
                  </a:cubicBezTo>
                  <a:cubicBezTo>
                    <a:pt x="56" y="65"/>
                    <a:pt x="56" y="65"/>
                    <a:pt x="56" y="65"/>
                  </a:cubicBezTo>
                  <a:cubicBezTo>
                    <a:pt x="50" y="61"/>
                    <a:pt x="44" y="55"/>
                    <a:pt x="41"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17" name="Freeform 189"/>
            <p:cNvSpPr>
              <a:spLocks noEditPoints="1"/>
            </p:cNvSpPr>
            <p:nvPr/>
          </p:nvSpPr>
          <p:spPr bwMode="auto">
            <a:xfrm>
              <a:off x="3950749" y="4248125"/>
              <a:ext cx="202761" cy="204930"/>
            </a:xfrm>
            <a:custGeom>
              <a:avLst/>
              <a:gdLst>
                <a:gd name="T0" fmla="*/ 40 w 79"/>
                <a:gd name="T1" fmla="*/ 0 h 80"/>
                <a:gd name="T2" fmla="*/ 0 w 79"/>
                <a:gd name="T3" fmla="*/ 40 h 80"/>
                <a:gd name="T4" fmla="*/ 40 w 79"/>
                <a:gd name="T5" fmla="*/ 80 h 80"/>
                <a:gd name="T6" fmla="*/ 79 w 79"/>
                <a:gd name="T7" fmla="*/ 40 h 80"/>
                <a:gd name="T8" fmla="*/ 40 w 79"/>
                <a:gd name="T9" fmla="*/ 0 h 80"/>
                <a:gd name="T10" fmla="*/ 63 w 79"/>
                <a:gd name="T11" fmla="*/ 46 h 80"/>
                <a:gd name="T12" fmla="*/ 46 w 79"/>
                <a:gd name="T13" fmla="*/ 46 h 80"/>
                <a:gd name="T14" fmla="*/ 46 w 79"/>
                <a:gd name="T15" fmla="*/ 63 h 80"/>
                <a:gd name="T16" fmla="*/ 33 w 79"/>
                <a:gd name="T17" fmla="*/ 63 h 80"/>
                <a:gd name="T18" fmla="*/ 33 w 79"/>
                <a:gd name="T19" fmla="*/ 46 h 80"/>
                <a:gd name="T20" fmla="*/ 17 w 79"/>
                <a:gd name="T21" fmla="*/ 46 h 80"/>
                <a:gd name="T22" fmla="*/ 17 w 79"/>
                <a:gd name="T23" fmla="*/ 34 h 80"/>
                <a:gd name="T24" fmla="*/ 33 w 79"/>
                <a:gd name="T25" fmla="*/ 34 h 80"/>
                <a:gd name="T26" fmla="*/ 33 w 79"/>
                <a:gd name="T27" fmla="*/ 17 h 80"/>
                <a:gd name="T28" fmla="*/ 46 w 79"/>
                <a:gd name="T29" fmla="*/ 17 h 80"/>
                <a:gd name="T30" fmla="*/ 46 w 79"/>
                <a:gd name="T31" fmla="*/ 34 h 80"/>
                <a:gd name="T32" fmla="*/ 63 w 79"/>
                <a:gd name="T33" fmla="*/ 34 h 80"/>
                <a:gd name="T34" fmla="*/ 63 w 79"/>
                <a:gd name="T35" fmla="*/ 46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9" h="80">
                  <a:moveTo>
                    <a:pt x="40" y="0"/>
                  </a:moveTo>
                  <a:cubicBezTo>
                    <a:pt x="18" y="0"/>
                    <a:pt x="0" y="18"/>
                    <a:pt x="0" y="40"/>
                  </a:cubicBezTo>
                  <a:cubicBezTo>
                    <a:pt x="0" y="62"/>
                    <a:pt x="18" y="80"/>
                    <a:pt x="40" y="80"/>
                  </a:cubicBezTo>
                  <a:cubicBezTo>
                    <a:pt x="62" y="80"/>
                    <a:pt x="79" y="62"/>
                    <a:pt x="79" y="40"/>
                  </a:cubicBezTo>
                  <a:cubicBezTo>
                    <a:pt x="79" y="18"/>
                    <a:pt x="62" y="0"/>
                    <a:pt x="40" y="0"/>
                  </a:cubicBezTo>
                  <a:close/>
                  <a:moveTo>
                    <a:pt x="63" y="46"/>
                  </a:moveTo>
                  <a:cubicBezTo>
                    <a:pt x="46" y="46"/>
                    <a:pt x="46" y="46"/>
                    <a:pt x="46" y="46"/>
                  </a:cubicBezTo>
                  <a:cubicBezTo>
                    <a:pt x="46" y="63"/>
                    <a:pt x="46" y="63"/>
                    <a:pt x="46" y="63"/>
                  </a:cubicBezTo>
                  <a:cubicBezTo>
                    <a:pt x="33" y="63"/>
                    <a:pt x="33" y="63"/>
                    <a:pt x="33" y="63"/>
                  </a:cubicBezTo>
                  <a:cubicBezTo>
                    <a:pt x="33" y="46"/>
                    <a:pt x="33" y="46"/>
                    <a:pt x="33" y="46"/>
                  </a:cubicBezTo>
                  <a:cubicBezTo>
                    <a:pt x="17" y="46"/>
                    <a:pt x="17" y="46"/>
                    <a:pt x="17" y="46"/>
                  </a:cubicBezTo>
                  <a:cubicBezTo>
                    <a:pt x="17" y="34"/>
                    <a:pt x="17" y="34"/>
                    <a:pt x="17" y="34"/>
                  </a:cubicBezTo>
                  <a:cubicBezTo>
                    <a:pt x="33" y="34"/>
                    <a:pt x="33" y="34"/>
                    <a:pt x="33" y="34"/>
                  </a:cubicBezTo>
                  <a:cubicBezTo>
                    <a:pt x="33" y="17"/>
                    <a:pt x="33" y="17"/>
                    <a:pt x="33" y="17"/>
                  </a:cubicBezTo>
                  <a:cubicBezTo>
                    <a:pt x="46" y="17"/>
                    <a:pt x="46" y="17"/>
                    <a:pt x="46" y="17"/>
                  </a:cubicBezTo>
                  <a:cubicBezTo>
                    <a:pt x="46" y="34"/>
                    <a:pt x="46" y="34"/>
                    <a:pt x="46" y="34"/>
                  </a:cubicBezTo>
                  <a:cubicBezTo>
                    <a:pt x="63" y="34"/>
                    <a:pt x="63" y="34"/>
                    <a:pt x="63" y="34"/>
                  </a:cubicBezTo>
                  <a:lnTo>
                    <a:pt x="63" y="4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18" name="Rectangle 190"/>
            <p:cNvSpPr>
              <a:spLocks noChangeArrowheads="1"/>
            </p:cNvSpPr>
            <p:nvPr/>
          </p:nvSpPr>
          <p:spPr bwMode="auto">
            <a:xfrm>
              <a:off x="4200135" y="4356553"/>
              <a:ext cx="30360" cy="10192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19" name="Rectangle 191"/>
            <p:cNvSpPr>
              <a:spLocks noChangeArrowheads="1"/>
            </p:cNvSpPr>
            <p:nvPr/>
          </p:nvSpPr>
          <p:spPr bwMode="auto">
            <a:xfrm>
              <a:off x="4164354" y="4392335"/>
              <a:ext cx="1019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20" name="Rectangle 192"/>
            <p:cNvSpPr>
              <a:spLocks noChangeArrowheads="1"/>
            </p:cNvSpPr>
            <p:nvPr/>
          </p:nvSpPr>
          <p:spPr bwMode="auto">
            <a:xfrm>
              <a:off x="3879187" y="4386913"/>
              <a:ext cx="18433" cy="6180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21" name="Rectangle 193"/>
            <p:cNvSpPr>
              <a:spLocks noChangeArrowheads="1"/>
            </p:cNvSpPr>
            <p:nvPr/>
          </p:nvSpPr>
          <p:spPr bwMode="auto">
            <a:xfrm>
              <a:off x="3858586" y="4407515"/>
              <a:ext cx="61805" cy="1734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grpSp>
      <p:grpSp>
        <p:nvGrpSpPr>
          <p:cNvPr id="22" name="原创设计师QQ598969553          _7"/>
          <p:cNvGrpSpPr/>
          <p:nvPr/>
        </p:nvGrpSpPr>
        <p:grpSpPr>
          <a:xfrm>
            <a:off x="3396917" y="1219553"/>
            <a:ext cx="4577272" cy="522222"/>
            <a:chOff x="8121872" y="2010009"/>
            <a:chExt cx="1739454" cy="1412819"/>
          </a:xfrm>
        </p:grpSpPr>
        <p:sp>
          <p:nvSpPr>
            <p:cNvPr id="23" name="圆角矩形 22"/>
            <p:cNvSpPr/>
            <p:nvPr/>
          </p:nvSpPr>
          <p:spPr>
            <a:xfrm>
              <a:off x="8121872" y="2010009"/>
              <a:ext cx="1739454" cy="1412819"/>
            </a:xfrm>
            <a:prstGeom prst="roundRect">
              <a:avLst>
                <a:gd name="adj" fmla="val 0"/>
              </a:avLst>
            </a:prstGeom>
            <a:solidFill>
              <a:schemeClr val="accent1"/>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24" name="圆角矩形 23"/>
            <p:cNvSpPr/>
            <p:nvPr/>
          </p:nvSpPr>
          <p:spPr>
            <a:xfrm>
              <a:off x="8145763" y="2198938"/>
              <a:ext cx="1692569" cy="1041976"/>
            </a:xfrm>
            <a:prstGeom prst="roundRect">
              <a:avLst>
                <a:gd name="adj" fmla="val 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444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25" name="原创设计师QQ598969553          _8"/>
          <p:cNvGrpSpPr/>
          <p:nvPr/>
        </p:nvGrpSpPr>
        <p:grpSpPr>
          <a:xfrm>
            <a:off x="3396836" y="1880136"/>
            <a:ext cx="4577272" cy="522222"/>
            <a:chOff x="8121873" y="2010009"/>
            <a:chExt cx="1739454" cy="1412819"/>
          </a:xfrm>
        </p:grpSpPr>
        <p:sp>
          <p:nvSpPr>
            <p:cNvPr id="26" name="圆角矩形 25"/>
            <p:cNvSpPr/>
            <p:nvPr/>
          </p:nvSpPr>
          <p:spPr>
            <a:xfrm>
              <a:off x="8121873" y="2010009"/>
              <a:ext cx="1739454" cy="1412819"/>
            </a:xfrm>
            <a:prstGeom prst="roundRect">
              <a:avLst>
                <a:gd name="adj" fmla="val 0"/>
              </a:avLst>
            </a:prstGeom>
            <a:solidFill>
              <a:schemeClr val="accent2"/>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mn-ea"/>
              </a:endParaRPr>
            </a:p>
          </p:txBody>
        </p:sp>
        <p:sp>
          <p:nvSpPr>
            <p:cNvPr id="27" name="圆角矩形 26"/>
            <p:cNvSpPr/>
            <p:nvPr/>
          </p:nvSpPr>
          <p:spPr>
            <a:xfrm>
              <a:off x="8145763" y="2198938"/>
              <a:ext cx="1692569" cy="1041976"/>
            </a:xfrm>
            <a:prstGeom prst="roundRect">
              <a:avLst>
                <a:gd name="adj" fmla="val 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444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28" name="原创设计师QQ598969553          _9"/>
          <p:cNvGrpSpPr/>
          <p:nvPr/>
        </p:nvGrpSpPr>
        <p:grpSpPr>
          <a:xfrm>
            <a:off x="3396836" y="2617699"/>
            <a:ext cx="4577272" cy="522222"/>
            <a:chOff x="8121873" y="2010009"/>
            <a:chExt cx="1739454" cy="1412819"/>
          </a:xfrm>
        </p:grpSpPr>
        <p:sp>
          <p:nvSpPr>
            <p:cNvPr id="29" name="圆角矩形 28"/>
            <p:cNvSpPr/>
            <p:nvPr/>
          </p:nvSpPr>
          <p:spPr>
            <a:xfrm>
              <a:off x="8121873" y="2010009"/>
              <a:ext cx="1739454" cy="1412819"/>
            </a:xfrm>
            <a:prstGeom prst="roundRect">
              <a:avLst>
                <a:gd name="adj" fmla="val 0"/>
              </a:avLst>
            </a:prstGeom>
            <a:solidFill>
              <a:schemeClr val="accent1"/>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30" name="圆角矩形 29"/>
            <p:cNvSpPr/>
            <p:nvPr/>
          </p:nvSpPr>
          <p:spPr>
            <a:xfrm>
              <a:off x="8145763" y="2198938"/>
              <a:ext cx="1692569" cy="1041976"/>
            </a:xfrm>
            <a:prstGeom prst="roundRect">
              <a:avLst>
                <a:gd name="adj" fmla="val 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444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31" name="原创设计师QQ598969553          _10"/>
          <p:cNvGrpSpPr/>
          <p:nvPr/>
        </p:nvGrpSpPr>
        <p:grpSpPr>
          <a:xfrm>
            <a:off x="3359215" y="3342768"/>
            <a:ext cx="4577272" cy="522222"/>
            <a:chOff x="8121873" y="2010009"/>
            <a:chExt cx="1739454" cy="1412819"/>
          </a:xfrm>
        </p:grpSpPr>
        <p:sp>
          <p:nvSpPr>
            <p:cNvPr id="32" name="圆角矩形 31"/>
            <p:cNvSpPr/>
            <p:nvPr/>
          </p:nvSpPr>
          <p:spPr>
            <a:xfrm>
              <a:off x="8121873" y="2010009"/>
              <a:ext cx="1739454" cy="1412819"/>
            </a:xfrm>
            <a:prstGeom prst="roundRect">
              <a:avLst>
                <a:gd name="adj" fmla="val 0"/>
              </a:avLst>
            </a:prstGeom>
            <a:solidFill>
              <a:schemeClr val="accent2"/>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33" name="圆角矩形 32"/>
            <p:cNvSpPr/>
            <p:nvPr/>
          </p:nvSpPr>
          <p:spPr>
            <a:xfrm>
              <a:off x="8145763" y="2198938"/>
              <a:ext cx="1692569" cy="1041976"/>
            </a:xfrm>
            <a:prstGeom prst="roundRect">
              <a:avLst>
                <a:gd name="adj" fmla="val 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444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34" name="原创设计师QQ598969553          _11"/>
          <p:cNvGrpSpPr/>
          <p:nvPr/>
        </p:nvGrpSpPr>
        <p:grpSpPr>
          <a:xfrm>
            <a:off x="3396919" y="4029012"/>
            <a:ext cx="4577272" cy="522222"/>
            <a:chOff x="8121873" y="2010009"/>
            <a:chExt cx="1739454" cy="1412819"/>
          </a:xfrm>
        </p:grpSpPr>
        <p:sp>
          <p:nvSpPr>
            <p:cNvPr id="35" name="圆角矩形 34"/>
            <p:cNvSpPr/>
            <p:nvPr/>
          </p:nvSpPr>
          <p:spPr>
            <a:xfrm>
              <a:off x="8121873" y="2010009"/>
              <a:ext cx="1739454" cy="1412819"/>
            </a:xfrm>
            <a:prstGeom prst="roundRect">
              <a:avLst>
                <a:gd name="adj" fmla="val 0"/>
              </a:avLst>
            </a:prstGeom>
            <a:solidFill>
              <a:schemeClr val="accent1"/>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36" name="圆角矩形 35"/>
            <p:cNvSpPr/>
            <p:nvPr/>
          </p:nvSpPr>
          <p:spPr>
            <a:xfrm>
              <a:off x="8145763" y="2198938"/>
              <a:ext cx="1692569" cy="1041976"/>
            </a:xfrm>
            <a:prstGeom prst="roundRect">
              <a:avLst>
                <a:gd name="adj" fmla="val 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444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sp>
        <p:nvSpPr>
          <p:cNvPr id="37" name="原创设计师QQ598969553          _12"/>
          <p:cNvSpPr txBox="1"/>
          <p:nvPr/>
        </p:nvSpPr>
        <p:spPr>
          <a:xfrm>
            <a:off x="3675004" y="1347046"/>
            <a:ext cx="3758504" cy="202812"/>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itchFamily="34" charset="-122"/>
                <a:ea typeface="微软雅黑" pitchFamily="34" charset="-122"/>
              </a:defRPr>
            </a:lvl1pPr>
          </a:lstStyle>
          <a:p>
            <a:pPr>
              <a:lnSpc>
                <a:spcPct val="120000"/>
              </a:lnSpc>
            </a:pPr>
            <a:r>
              <a:rPr lang="zh-CN" altLang="en-US" sz="1200" dirty="0">
                <a:solidFill>
                  <a:schemeClr val="tx1">
                    <a:lumMod val="75000"/>
                    <a:lumOff val="25000"/>
                  </a:schemeClr>
                </a:solidFill>
              </a:rPr>
              <a:t>点击输入本栏的具体文字，简明扼要的说明分项内容。</a:t>
            </a:r>
            <a:endParaRPr lang="en-US" altLang="zh-CN" sz="1200" dirty="0">
              <a:solidFill>
                <a:schemeClr val="tx1">
                  <a:lumMod val="75000"/>
                  <a:lumOff val="25000"/>
                </a:schemeClr>
              </a:solidFill>
            </a:endParaRPr>
          </a:p>
        </p:txBody>
      </p:sp>
      <p:sp>
        <p:nvSpPr>
          <p:cNvPr id="38" name="原创设计师QQ598969553          _13"/>
          <p:cNvSpPr txBox="1"/>
          <p:nvPr/>
        </p:nvSpPr>
        <p:spPr>
          <a:xfrm>
            <a:off x="3675004" y="2023491"/>
            <a:ext cx="3758504" cy="202812"/>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itchFamily="34" charset="-122"/>
                <a:ea typeface="微软雅黑" pitchFamily="34" charset="-122"/>
              </a:defRPr>
            </a:lvl1pPr>
          </a:lstStyle>
          <a:p>
            <a:pPr>
              <a:lnSpc>
                <a:spcPct val="120000"/>
              </a:lnSpc>
            </a:pPr>
            <a:r>
              <a:rPr lang="zh-CN" altLang="en-US" sz="1200" dirty="0">
                <a:solidFill>
                  <a:schemeClr val="tx1">
                    <a:lumMod val="75000"/>
                    <a:lumOff val="25000"/>
                  </a:schemeClr>
                </a:solidFill>
              </a:rPr>
              <a:t>点击输入本栏的具体文字，简明扼要的说明分项内容。</a:t>
            </a:r>
            <a:endParaRPr lang="en-US" altLang="zh-CN" sz="1200" dirty="0">
              <a:solidFill>
                <a:schemeClr val="tx1">
                  <a:lumMod val="75000"/>
                  <a:lumOff val="25000"/>
                </a:schemeClr>
              </a:solidFill>
            </a:endParaRPr>
          </a:p>
        </p:txBody>
      </p:sp>
      <p:sp>
        <p:nvSpPr>
          <p:cNvPr id="39" name="原创设计师QQ598969553          _14"/>
          <p:cNvSpPr txBox="1"/>
          <p:nvPr/>
        </p:nvSpPr>
        <p:spPr>
          <a:xfrm>
            <a:off x="3675004" y="2750197"/>
            <a:ext cx="3758504" cy="202812"/>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itchFamily="34" charset="-122"/>
                <a:ea typeface="微软雅黑" pitchFamily="34" charset="-122"/>
              </a:defRPr>
            </a:lvl1pPr>
          </a:lstStyle>
          <a:p>
            <a:pPr>
              <a:lnSpc>
                <a:spcPct val="120000"/>
              </a:lnSpc>
            </a:pPr>
            <a:r>
              <a:rPr lang="zh-CN" altLang="en-US" sz="1200" dirty="0">
                <a:solidFill>
                  <a:schemeClr val="tx1">
                    <a:lumMod val="75000"/>
                    <a:lumOff val="25000"/>
                  </a:schemeClr>
                </a:solidFill>
              </a:rPr>
              <a:t>点击输入本栏的具体文字，简明扼要的说明分项内容。</a:t>
            </a:r>
            <a:endParaRPr lang="en-US" altLang="zh-CN" sz="1200" dirty="0">
              <a:solidFill>
                <a:schemeClr val="tx1">
                  <a:lumMod val="75000"/>
                  <a:lumOff val="25000"/>
                </a:schemeClr>
              </a:solidFill>
            </a:endParaRPr>
          </a:p>
        </p:txBody>
      </p:sp>
      <p:sp>
        <p:nvSpPr>
          <p:cNvPr id="40" name="原创设计师QQ598969553          _15"/>
          <p:cNvSpPr txBox="1"/>
          <p:nvPr/>
        </p:nvSpPr>
        <p:spPr>
          <a:xfrm>
            <a:off x="3675004" y="3477257"/>
            <a:ext cx="3758504" cy="202812"/>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itchFamily="34" charset="-122"/>
                <a:ea typeface="微软雅黑" pitchFamily="34" charset="-122"/>
              </a:defRPr>
            </a:lvl1pPr>
          </a:lstStyle>
          <a:p>
            <a:pPr>
              <a:lnSpc>
                <a:spcPct val="120000"/>
              </a:lnSpc>
            </a:pPr>
            <a:r>
              <a:rPr lang="zh-CN" altLang="en-US" sz="1200" dirty="0">
                <a:solidFill>
                  <a:schemeClr val="tx1">
                    <a:lumMod val="75000"/>
                    <a:lumOff val="25000"/>
                  </a:schemeClr>
                </a:solidFill>
              </a:rPr>
              <a:t>点击输入本栏的具体文字，简明扼要的说明分项内容。</a:t>
            </a:r>
            <a:endParaRPr lang="en-US" altLang="zh-CN" sz="1200" dirty="0">
              <a:solidFill>
                <a:schemeClr val="tx1">
                  <a:lumMod val="75000"/>
                  <a:lumOff val="25000"/>
                </a:schemeClr>
              </a:solidFill>
            </a:endParaRPr>
          </a:p>
        </p:txBody>
      </p:sp>
      <p:sp>
        <p:nvSpPr>
          <p:cNvPr id="41" name="原创设计师QQ598969553          _16"/>
          <p:cNvSpPr txBox="1"/>
          <p:nvPr/>
        </p:nvSpPr>
        <p:spPr>
          <a:xfrm>
            <a:off x="3686493" y="4164887"/>
            <a:ext cx="3758504" cy="202812"/>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itchFamily="34" charset="-122"/>
                <a:ea typeface="微软雅黑" pitchFamily="34" charset="-122"/>
              </a:defRPr>
            </a:lvl1pPr>
          </a:lstStyle>
          <a:p>
            <a:pPr>
              <a:lnSpc>
                <a:spcPct val="120000"/>
              </a:lnSpc>
            </a:pPr>
            <a:r>
              <a:rPr lang="zh-CN" altLang="en-US" sz="1200" dirty="0">
                <a:solidFill>
                  <a:schemeClr val="tx1">
                    <a:lumMod val="75000"/>
                    <a:lumOff val="25000"/>
                  </a:schemeClr>
                </a:solidFill>
              </a:rPr>
              <a:t>点击输入本栏的具体文字，简明扼要的说明分项内容。</a:t>
            </a:r>
            <a:endParaRPr lang="en-US" altLang="zh-CN" sz="1200" dirty="0">
              <a:solidFill>
                <a:schemeClr val="tx1">
                  <a:lumMod val="75000"/>
                  <a:lumOff val="25000"/>
                </a:schemeClr>
              </a:solidFill>
            </a:endParaRPr>
          </a:p>
        </p:txBody>
      </p:sp>
      <p:pic>
        <p:nvPicPr>
          <p:cNvPr id="42" name="Picture 64"/>
          <p:cNvPicPr>
            <a:picLocks noGrp="1" noSelect="1" noRot="1" noChangeAspect="1" noMove="1" noResize="1" noChangeShapeType="1"/>
          </p:cNvPicPr>
          <p:nvPr/>
        </p:nvPicPr>
        <p:blipFill>
          <a:blip r:embed="rId3"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2045374628"/>
      </p:ext>
    </p:extLst>
  </p:cSld>
  <p:clrMapOvr>
    <a:masterClrMapping/>
  </p:clrMapOvr>
  <mc:AlternateContent xmlns:mc="http://schemas.openxmlformats.org/markup-compatibility/2006" xmlns:p14="http://schemas.microsoft.com/office/powerpoint/2010/main">
    <mc:Choice Requires="p14">
      <p:transition spd="slow" p14:dur="1250" advClick="0" advTm="0">
        <p:blinds dir="vert"/>
      </p:transition>
    </mc:Choice>
    <mc:Fallback xmlns="">
      <p:transition spd="slow" advClick="0" advTm="0">
        <p:blinds dir="vert"/>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par>
                                    <p:cTn id="10" presetID="21" presetClass="entr" presetSubtype="1" fill="hold" grpId="0" nodeType="withEffect">
                                      <p:stCondLst>
                                        <p:cond delay="400"/>
                                      </p:stCondLst>
                                      <p:childTnLst>
                                        <p:set>
                                          <p:cBhvr>
                                            <p:cTn id="11" dur="1" fill="hold">
                                              <p:stCondLst>
                                                <p:cond delay="0"/>
                                              </p:stCondLst>
                                            </p:cTn>
                                            <p:tgtEl>
                                              <p:spTgt spid="12"/>
                                            </p:tgtEl>
                                            <p:attrNameLst>
                                              <p:attrName>style.visibility</p:attrName>
                                            </p:attrNameLst>
                                          </p:cBhvr>
                                          <p:to>
                                            <p:strVal val="visible"/>
                                          </p:to>
                                        </p:set>
                                        <p:animEffect transition="in" filter="wheel(1)">
                                          <p:cBhvr>
                                            <p:cTn id="12" dur="500"/>
                                            <p:tgtEl>
                                              <p:spTgt spid="12"/>
                                            </p:tgtEl>
                                          </p:cBhvr>
                                        </p:animEffect>
                                      </p:childTnLst>
                                    </p:cTn>
                                  </p:par>
                                </p:childTnLst>
                              </p:cTn>
                            </p:par>
                            <p:par>
                              <p:cTn id="13" fill="hold">
                                <p:stCondLst>
                                  <p:cond delay="900"/>
                                </p:stCondLst>
                                <p:childTnLst>
                                  <p:par>
                                    <p:cTn id="14" presetID="45" presetClass="entr" presetSubtype="0" fill="hold" nodeType="after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anim calcmode="lin" valueType="num">
                                          <p:cBhvr>
                                            <p:cTn id="17" dur="500" fill="hold"/>
                                            <p:tgtEl>
                                              <p:spTgt spid="14"/>
                                            </p:tgtEl>
                                            <p:attrNameLst>
                                              <p:attrName>ppt_w</p:attrName>
                                            </p:attrNameLst>
                                          </p:cBhvr>
                                          <p:tavLst>
                                            <p:tav tm="0" fmla="#ppt_w*sin(2.5*pi*$)">
                                              <p:val>
                                                <p:fltVal val="0"/>
                                              </p:val>
                                            </p:tav>
                                            <p:tav tm="100000">
                                              <p:val>
                                                <p:fltVal val="1"/>
                                              </p:val>
                                            </p:tav>
                                          </p:tavLst>
                                        </p:anim>
                                        <p:anim calcmode="lin" valueType="num">
                                          <p:cBhvr>
                                            <p:cTn id="18" dur="500" fill="hold"/>
                                            <p:tgtEl>
                                              <p:spTgt spid="14"/>
                                            </p:tgtEl>
                                            <p:attrNameLst>
                                              <p:attrName>ppt_h</p:attrName>
                                            </p:attrNameLst>
                                          </p:cBhvr>
                                          <p:tavLst>
                                            <p:tav tm="0">
                                              <p:val>
                                                <p:strVal val="#ppt_h"/>
                                              </p:val>
                                            </p:tav>
                                            <p:tav tm="100000">
                                              <p:val>
                                                <p:strVal val="#ppt_h"/>
                                              </p:val>
                                            </p:tav>
                                          </p:tavLst>
                                        </p:anim>
                                      </p:childTnLst>
                                    </p:cTn>
                                  </p:par>
                                  <p:par>
                                    <p:cTn id="19" presetID="53" presetClass="entr" presetSubtype="16" fill="hold" grpId="0" nodeType="withEffect">
                                      <p:stCondLst>
                                        <p:cond delay="0"/>
                                      </p:stCondLst>
                                      <p:iterate type="lt">
                                        <p:tmPct val="10000"/>
                                      </p:iterate>
                                      <p:childTnLst>
                                        <p:set>
                                          <p:cBhvr>
                                            <p:cTn id="20" dur="1" fill="hold">
                                              <p:stCondLst>
                                                <p:cond delay="0"/>
                                              </p:stCondLst>
                                            </p:cTn>
                                            <p:tgtEl>
                                              <p:spTgt spid="13"/>
                                            </p:tgtEl>
                                            <p:attrNameLst>
                                              <p:attrName>style.visibility</p:attrName>
                                            </p:attrNameLst>
                                          </p:cBhvr>
                                          <p:to>
                                            <p:strVal val="visible"/>
                                          </p:to>
                                        </p:set>
                                        <p:anim calcmode="lin" valueType="num">
                                          <p:cBhvr>
                                            <p:cTn id="21" dur="500" fill="hold"/>
                                            <p:tgtEl>
                                              <p:spTgt spid="13"/>
                                            </p:tgtEl>
                                            <p:attrNameLst>
                                              <p:attrName>ppt_w</p:attrName>
                                            </p:attrNameLst>
                                          </p:cBhvr>
                                          <p:tavLst>
                                            <p:tav tm="0">
                                              <p:val>
                                                <p:fltVal val="0"/>
                                              </p:val>
                                            </p:tav>
                                            <p:tav tm="100000">
                                              <p:val>
                                                <p:strVal val="#ppt_w"/>
                                              </p:val>
                                            </p:tav>
                                          </p:tavLst>
                                        </p:anim>
                                        <p:anim calcmode="lin" valueType="num">
                                          <p:cBhvr>
                                            <p:cTn id="22" dur="500" fill="hold"/>
                                            <p:tgtEl>
                                              <p:spTgt spid="13"/>
                                            </p:tgtEl>
                                            <p:attrNameLst>
                                              <p:attrName>ppt_h</p:attrName>
                                            </p:attrNameLst>
                                          </p:cBhvr>
                                          <p:tavLst>
                                            <p:tav tm="0">
                                              <p:val>
                                                <p:fltVal val="0"/>
                                              </p:val>
                                            </p:tav>
                                            <p:tav tm="100000">
                                              <p:val>
                                                <p:strVal val="#ppt_h"/>
                                              </p:val>
                                            </p:tav>
                                          </p:tavLst>
                                        </p:anim>
                                        <p:animEffect transition="in" filter="fade">
                                          <p:cBhvr>
                                            <p:cTn id="23" dur="500"/>
                                            <p:tgtEl>
                                              <p:spTgt spid="13"/>
                                            </p:tgtEl>
                                          </p:cBhvr>
                                        </p:animEffect>
                                      </p:childTnLst>
                                    </p:cTn>
                                  </p:par>
                                </p:childTnLst>
                              </p:cTn>
                            </p:par>
                            <p:par>
                              <p:cTn id="24" fill="hold">
                                <p:stCondLst>
                                  <p:cond delay="1550"/>
                                </p:stCondLst>
                                <p:childTnLst>
                                  <p:par>
                                    <p:cTn id="25" presetID="16" presetClass="entr" presetSubtype="42" fill="hold" grpId="0"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arn(outHorizontal)">
                                          <p:cBhvr>
                                            <p:cTn id="27" dur="500"/>
                                            <p:tgtEl>
                                              <p:spTgt spid="10"/>
                                            </p:tgtEl>
                                          </p:cBhvr>
                                        </p:animEffect>
                                      </p:childTnLst>
                                    </p:cTn>
                                  </p:par>
                                </p:childTnLst>
                              </p:cTn>
                            </p:par>
                            <p:par>
                              <p:cTn id="28" fill="hold">
                                <p:stCondLst>
                                  <p:cond delay="2050"/>
                                </p:stCondLst>
                                <p:childTnLst>
                                  <p:par>
                                    <p:cTn id="29" presetID="2" presetClass="entr" presetSubtype="2" accel="60000" fill="hold" nodeType="afterEffect" p14:presetBounceEnd="40000">
                                      <p:stCondLst>
                                        <p:cond delay="0"/>
                                      </p:stCondLst>
                                      <p:childTnLst>
                                        <p:set>
                                          <p:cBhvr>
                                            <p:cTn id="30" dur="1" fill="hold">
                                              <p:stCondLst>
                                                <p:cond delay="0"/>
                                              </p:stCondLst>
                                            </p:cTn>
                                            <p:tgtEl>
                                              <p:spTgt spid="22"/>
                                            </p:tgtEl>
                                            <p:attrNameLst>
                                              <p:attrName>style.visibility</p:attrName>
                                            </p:attrNameLst>
                                          </p:cBhvr>
                                          <p:to>
                                            <p:strVal val="visible"/>
                                          </p:to>
                                        </p:set>
                                        <p:anim calcmode="lin" valueType="num" p14:bounceEnd="40000">
                                          <p:cBhvr additive="base">
                                            <p:cTn id="31" dur="500" fill="hold"/>
                                            <p:tgtEl>
                                              <p:spTgt spid="22"/>
                                            </p:tgtEl>
                                            <p:attrNameLst>
                                              <p:attrName>ppt_x</p:attrName>
                                            </p:attrNameLst>
                                          </p:cBhvr>
                                          <p:tavLst>
                                            <p:tav tm="0">
                                              <p:val>
                                                <p:strVal val="1+#ppt_w/2"/>
                                              </p:val>
                                            </p:tav>
                                            <p:tav tm="100000">
                                              <p:val>
                                                <p:strVal val="#ppt_x"/>
                                              </p:val>
                                            </p:tav>
                                          </p:tavLst>
                                        </p:anim>
                                        <p:anim calcmode="lin" valueType="num" p14:bounceEnd="40000">
                                          <p:cBhvr additive="base">
                                            <p:cTn id="32" dur="500" fill="hold"/>
                                            <p:tgtEl>
                                              <p:spTgt spid="22"/>
                                            </p:tgtEl>
                                            <p:attrNameLst>
                                              <p:attrName>ppt_y</p:attrName>
                                            </p:attrNameLst>
                                          </p:cBhvr>
                                          <p:tavLst>
                                            <p:tav tm="0">
                                              <p:val>
                                                <p:strVal val="#ppt_y"/>
                                              </p:val>
                                            </p:tav>
                                            <p:tav tm="100000">
                                              <p:val>
                                                <p:strVal val="#ppt_y"/>
                                              </p:val>
                                            </p:tav>
                                          </p:tavLst>
                                        </p:anim>
                                      </p:childTnLst>
                                    </p:cTn>
                                  </p:par>
                                </p:childTnLst>
                              </p:cTn>
                            </p:par>
                            <p:par>
                              <p:cTn id="33" fill="hold">
                                <p:stCondLst>
                                  <p:cond delay="2550"/>
                                </p:stCondLst>
                                <p:childTnLst>
                                  <p:par>
                                    <p:cTn id="34" presetID="22" presetClass="entr" presetSubtype="8" fill="hold" grpId="0" nodeType="afterEffect">
                                      <p:stCondLst>
                                        <p:cond delay="0"/>
                                      </p:stCondLst>
                                      <p:childTnLst>
                                        <p:set>
                                          <p:cBhvr>
                                            <p:cTn id="35" dur="1" fill="hold">
                                              <p:stCondLst>
                                                <p:cond delay="0"/>
                                              </p:stCondLst>
                                            </p:cTn>
                                            <p:tgtEl>
                                              <p:spTgt spid="37"/>
                                            </p:tgtEl>
                                            <p:attrNameLst>
                                              <p:attrName>style.visibility</p:attrName>
                                            </p:attrNameLst>
                                          </p:cBhvr>
                                          <p:to>
                                            <p:strVal val="visible"/>
                                          </p:to>
                                        </p:set>
                                        <p:animEffect transition="in" filter="wipe(left)">
                                          <p:cBhvr>
                                            <p:cTn id="36" dur="500"/>
                                            <p:tgtEl>
                                              <p:spTgt spid="37"/>
                                            </p:tgtEl>
                                          </p:cBhvr>
                                        </p:animEffect>
                                      </p:childTnLst>
                                    </p:cTn>
                                  </p:par>
                                </p:childTnLst>
                              </p:cTn>
                            </p:par>
                            <p:par>
                              <p:cTn id="37" fill="hold">
                                <p:stCondLst>
                                  <p:cond delay="3050"/>
                                </p:stCondLst>
                                <p:childTnLst>
                                  <p:par>
                                    <p:cTn id="38" presetID="2" presetClass="entr" presetSubtype="2" accel="60000" fill="hold" nodeType="afterEffect" p14:presetBounceEnd="40000">
                                      <p:stCondLst>
                                        <p:cond delay="0"/>
                                      </p:stCondLst>
                                      <p:childTnLst>
                                        <p:set>
                                          <p:cBhvr>
                                            <p:cTn id="39" dur="1" fill="hold">
                                              <p:stCondLst>
                                                <p:cond delay="0"/>
                                              </p:stCondLst>
                                            </p:cTn>
                                            <p:tgtEl>
                                              <p:spTgt spid="25"/>
                                            </p:tgtEl>
                                            <p:attrNameLst>
                                              <p:attrName>style.visibility</p:attrName>
                                            </p:attrNameLst>
                                          </p:cBhvr>
                                          <p:to>
                                            <p:strVal val="visible"/>
                                          </p:to>
                                        </p:set>
                                        <p:anim calcmode="lin" valueType="num" p14:bounceEnd="40000">
                                          <p:cBhvr additive="base">
                                            <p:cTn id="40" dur="500" fill="hold"/>
                                            <p:tgtEl>
                                              <p:spTgt spid="25"/>
                                            </p:tgtEl>
                                            <p:attrNameLst>
                                              <p:attrName>ppt_x</p:attrName>
                                            </p:attrNameLst>
                                          </p:cBhvr>
                                          <p:tavLst>
                                            <p:tav tm="0">
                                              <p:val>
                                                <p:strVal val="1+#ppt_w/2"/>
                                              </p:val>
                                            </p:tav>
                                            <p:tav tm="100000">
                                              <p:val>
                                                <p:strVal val="#ppt_x"/>
                                              </p:val>
                                            </p:tav>
                                          </p:tavLst>
                                        </p:anim>
                                        <p:anim calcmode="lin" valueType="num" p14:bounceEnd="40000">
                                          <p:cBhvr additive="base">
                                            <p:cTn id="41" dur="500" fill="hold"/>
                                            <p:tgtEl>
                                              <p:spTgt spid="25"/>
                                            </p:tgtEl>
                                            <p:attrNameLst>
                                              <p:attrName>ppt_y</p:attrName>
                                            </p:attrNameLst>
                                          </p:cBhvr>
                                          <p:tavLst>
                                            <p:tav tm="0">
                                              <p:val>
                                                <p:strVal val="#ppt_y"/>
                                              </p:val>
                                            </p:tav>
                                            <p:tav tm="100000">
                                              <p:val>
                                                <p:strVal val="#ppt_y"/>
                                              </p:val>
                                            </p:tav>
                                          </p:tavLst>
                                        </p:anim>
                                      </p:childTnLst>
                                    </p:cTn>
                                  </p:par>
                                </p:childTnLst>
                              </p:cTn>
                            </p:par>
                            <p:par>
                              <p:cTn id="42" fill="hold">
                                <p:stCondLst>
                                  <p:cond delay="3550"/>
                                </p:stCondLst>
                                <p:childTnLst>
                                  <p:par>
                                    <p:cTn id="43" presetID="22" presetClass="entr" presetSubtype="8" fill="hold" grpId="0" nodeType="afterEffect">
                                      <p:stCondLst>
                                        <p:cond delay="0"/>
                                      </p:stCondLst>
                                      <p:childTnLst>
                                        <p:set>
                                          <p:cBhvr>
                                            <p:cTn id="44" dur="1" fill="hold">
                                              <p:stCondLst>
                                                <p:cond delay="0"/>
                                              </p:stCondLst>
                                            </p:cTn>
                                            <p:tgtEl>
                                              <p:spTgt spid="38"/>
                                            </p:tgtEl>
                                            <p:attrNameLst>
                                              <p:attrName>style.visibility</p:attrName>
                                            </p:attrNameLst>
                                          </p:cBhvr>
                                          <p:to>
                                            <p:strVal val="visible"/>
                                          </p:to>
                                        </p:set>
                                        <p:animEffect transition="in" filter="wipe(left)">
                                          <p:cBhvr>
                                            <p:cTn id="45" dur="500"/>
                                            <p:tgtEl>
                                              <p:spTgt spid="38"/>
                                            </p:tgtEl>
                                          </p:cBhvr>
                                        </p:animEffect>
                                      </p:childTnLst>
                                    </p:cTn>
                                  </p:par>
                                </p:childTnLst>
                              </p:cTn>
                            </p:par>
                            <p:par>
                              <p:cTn id="46" fill="hold">
                                <p:stCondLst>
                                  <p:cond delay="4050"/>
                                </p:stCondLst>
                                <p:childTnLst>
                                  <p:par>
                                    <p:cTn id="47" presetID="2" presetClass="entr" presetSubtype="2" accel="60000" fill="hold" nodeType="afterEffect" p14:presetBounceEnd="40000">
                                      <p:stCondLst>
                                        <p:cond delay="0"/>
                                      </p:stCondLst>
                                      <p:childTnLst>
                                        <p:set>
                                          <p:cBhvr>
                                            <p:cTn id="48" dur="1" fill="hold">
                                              <p:stCondLst>
                                                <p:cond delay="0"/>
                                              </p:stCondLst>
                                            </p:cTn>
                                            <p:tgtEl>
                                              <p:spTgt spid="28"/>
                                            </p:tgtEl>
                                            <p:attrNameLst>
                                              <p:attrName>style.visibility</p:attrName>
                                            </p:attrNameLst>
                                          </p:cBhvr>
                                          <p:to>
                                            <p:strVal val="visible"/>
                                          </p:to>
                                        </p:set>
                                        <p:anim calcmode="lin" valueType="num" p14:bounceEnd="40000">
                                          <p:cBhvr additive="base">
                                            <p:cTn id="49" dur="500" fill="hold"/>
                                            <p:tgtEl>
                                              <p:spTgt spid="28"/>
                                            </p:tgtEl>
                                            <p:attrNameLst>
                                              <p:attrName>ppt_x</p:attrName>
                                            </p:attrNameLst>
                                          </p:cBhvr>
                                          <p:tavLst>
                                            <p:tav tm="0">
                                              <p:val>
                                                <p:strVal val="1+#ppt_w/2"/>
                                              </p:val>
                                            </p:tav>
                                            <p:tav tm="100000">
                                              <p:val>
                                                <p:strVal val="#ppt_x"/>
                                              </p:val>
                                            </p:tav>
                                          </p:tavLst>
                                        </p:anim>
                                        <p:anim calcmode="lin" valueType="num" p14:bounceEnd="40000">
                                          <p:cBhvr additive="base">
                                            <p:cTn id="50" dur="500" fill="hold"/>
                                            <p:tgtEl>
                                              <p:spTgt spid="28"/>
                                            </p:tgtEl>
                                            <p:attrNameLst>
                                              <p:attrName>ppt_y</p:attrName>
                                            </p:attrNameLst>
                                          </p:cBhvr>
                                          <p:tavLst>
                                            <p:tav tm="0">
                                              <p:val>
                                                <p:strVal val="#ppt_y"/>
                                              </p:val>
                                            </p:tav>
                                            <p:tav tm="100000">
                                              <p:val>
                                                <p:strVal val="#ppt_y"/>
                                              </p:val>
                                            </p:tav>
                                          </p:tavLst>
                                        </p:anim>
                                      </p:childTnLst>
                                    </p:cTn>
                                  </p:par>
                                </p:childTnLst>
                              </p:cTn>
                            </p:par>
                            <p:par>
                              <p:cTn id="51" fill="hold">
                                <p:stCondLst>
                                  <p:cond delay="4550"/>
                                </p:stCondLst>
                                <p:childTnLst>
                                  <p:par>
                                    <p:cTn id="52" presetID="22" presetClass="entr" presetSubtype="8" fill="hold" grpId="0" nodeType="afterEffect">
                                      <p:stCondLst>
                                        <p:cond delay="0"/>
                                      </p:stCondLst>
                                      <p:childTnLst>
                                        <p:set>
                                          <p:cBhvr>
                                            <p:cTn id="53" dur="1" fill="hold">
                                              <p:stCondLst>
                                                <p:cond delay="0"/>
                                              </p:stCondLst>
                                            </p:cTn>
                                            <p:tgtEl>
                                              <p:spTgt spid="39"/>
                                            </p:tgtEl>
                                            <p:attrNameLst>
                                              <p:attrName>style.visibility</p:attrName>
                                            </p:attrNameLst>
                                          </p:cBhvr>
                                          <p:to>
                                            <p:strVal val="visible"/>
                                          </p:to>
                                        </p:set>
                                        <p:animEffect transition="in" filter="wipe(left)">
                                          <p:cBhvr>
                                            <p:cTn id="54" dur="500"/>
                                            <p:tgtEl>
                                              <p:spTgt spid="39"/>
                                            </p:tgtEl>
                                          </p:cBhvr>
                                        </p:animEffect>
                                      </p:childTnLst>
                                    </p:cTn>
                                  </p:par>
                                </p:childTnLst>
                              </p:cTn>
                            </p:par>
                            <p:par>
                              <p:cTn id="55" fill="hold">
                                <p:stCondLst>
                                  <p:cond delay="5050"/>
                                </p:stCondLst>
                                <p:childTnLst>
                                  <p:par>
                                    <p:cTn id="56" presetID="2" presetClass="entr" presetSubtype="2" accel="60000" fill="hold" nodeType="afterEffect" p14:presetBounceEnd="40000">
                                      <p:stCondLst>
                                        <p:cond delay="0"/>
                                      </p:stCondLst>
                                      <p:childTnLst>
                                        <p:set>
                                          <p:cBhvr>
                                            <p:cTn id="57" dur="1" fill="hold">
                                              <p:stCondLst>
                                                <p:cond delay="0"/>
                                              </p:stCondLst>
                                            </p:cTn>
                                            <p:tgtEl>
                                              <p:spTgt spid="31"/>
                                            </p:tgtEl>
                                            <p:attrNameLst>
                                              <p:attrName>style.visibility</p:attrName>
                                            </p:attrNameLst>
                                          </p:cBhvr>
                                          <p:to>
                                            <p:strVal val="visible"/>
                                          </p:to>
                                        </p:set>
                                        <p:anim calcmode="lin" valueType="num" p14:bounceEnd="40000">
                                          <p:cBhvr additive="base">
                                            <p:cTn id="58" dur="500" fill="hold"/>
                                            <p:tgtEl>
                                              <p:spTgt spid="31"/>
                                            </p:tgtEl>
                                            <p:attrNameLst>
                                              <p:attrName>ppt_x</p:attrName>
                                            </p:attrNameLst>
                                          </p:cBhvr>
                                          <p:tavLst>
                                            <p:tav tm="0">
                                              <p:val>
                                                <p:strVal val="1+#ppt_w/2"/>
                                              </p:val>
                                            </p:tav>
                                            <p:tav tm="100000">
                                              <p:val>
                                                <p:strVal val="#ppt_x"/>
                                              </p:val>
                                            </p:tav>
                                          </p:tavLst>
                                        </p:anim>
                                        <p:anim calcmode="lin" valueType="num" p14:bounceEnd="40000">
                                          <p:cBhvr additive="base">
                                            <p:cTn id="59" dur="500" fill="hold"/>
                                            <p:tgtEl>
                                              <p:spTgt spid="31"/>
                                            </p:tgtEl>
                                            <p:attrNameLst>
                                              <p:attrName>ppt_y</p:attrName>
                                            </p:attrNameLst>
                                          </p:cBhvr>
                                          <p:tavLst>
                                            <p:tav tm="0">
                                              <p:val>
                                                <p:strVal val="#ppt_y"/>
                                              </p:val>
                                            </p:tav>
                                            <p:tav tm="100000">
                                              <p:val>
                                                <p:strVal val="#ppt_y"/>
                                              </p:val>
                                            </p:tav>
                                          </p:tavLst>
                                        </p:anim>
                                      </p:childTnLst>
                                    </p:cTn>
                                  </p:par>
                                </p:childTnLst>
                              </p:cTn>
                            </p:par>
                            <p:par>
                              <p:cTn id="60" fill="hold">
                                <p:stCondLst>
                                  <p:cond delay="5550"/>
                                </p:stCondLst>
                                <p:childTnLst>
                                  <p:par>
                                    <p:cTn id="61" presetID="22" presetClass="entr" presetSubtype="8" fill="hold" grpId="0" nodeType="afterEffect">
                                      <p:stCondLst>
                                        <p:cond delay="0"/>
                                      </p:stCondLst>
                                      <p:childTnLst>
                                        <p:set>
                                          <p:cBhvr>
                                            <p:cTn id="62" dur="1" fill="hold">
                                              <p:stCondLst>
                                                <p:cond delay="0"/>
                                              </p:stCondLst>
                                            </p:cTn>
                                            <p:tgtEl>
                                              <p:spTgt spid="40"/>
                                            </p:tgtEl>
                                            <p:attrNameLst>
                                              <p:attrName>style.visibility</p:attrName>
                                            </p:attrNameLst>
                                          </p:cBhvr>
                                          <p:to>
                                            <p:strVal val="visible"/>
                                          </p:to>
                                        </p:set>
                                        <p:animEffect transition="in" filter="wipe(left)">
                                          <p:cBhvr>
                                            <p:cTn id="63" dur="500"/>
                                            <p:tgtEl>
                                              <p:spTgt spid="40"/>
                                            </p:tgtEl>
                                          </p:cBhvr>
                                        </p:animEffect>
                                      </p:childTnLst>
                                    </p:cTn>
                                  </p:par>
                                </p:childTnLst>
                              </p:cTn>
                            </p:par>
                            <p:par>
                              <p:cTn id="64" fill="hold">
                                <p:stCondLst>
                                  <p:cond delay="6050"/>
                                </p:stCondLst>
                                <p:childTnLst>
                                  <p:par>
                                    <p:cTn id="65" presetID="2" presetClass="entr" presetSubtype="2" accel="60000" fill="hold" nodeType="afterEffect" p14:presetBounceEnd="40000">
                                      <p:stCondLst>
                                        <p:cond delay="0"/>
                                      </p:stCondLst>
                                      <p:childTnLst>
                                        <p:set>
                                          <p:cBhvr>
                                            <p:cTn id="66" dur="1" fill="hold">
                                              <p:stCondLst>
                                                <p:cond delay="0"/>
                                              </p:stCondLst>
                                            </p:cTn>
                                            <p:tgtEl>
                                              <p:spTgt spid="34"/>
                                            </p:tgtEl>
                                            <p:attrNameLst>
                                              <p:attrName>style.visibility</p:attrName>
                                            </p:attrNameLst>
                                          </p:cBhvr>
                                          <p:to>
                                            <p:strVal val="visible"/>
                                          </p:to>
                                        </p:set>
                                        <p:anim calcmode="lin" valueType="num" p14:bounceEnd="40000">
                                          <p:cBhvr additive="base">
                                            <p:cTn id="67" dur="500" fill="hold"/>
                                            <p:tgtEl>
                                              <p:spTgt spid="34"/>
                                            </p:tgtEl>
                                            <p:attrNameLst>
                                              <p:attrName>ppt_x</p:attrName>
                                            </p:attrNameLst>
                                          </p:cBhvr>
                                          <p:tavLst>
                                            <p:tav tm="0">
                                              <p:val>
                                                <p:strVal val="1+#ppt_w/2"/>
                                              </p:val>
                                            </p:tav>
                                            <p:tav tm="100000">
                                              <p:val>
                                                <p:strVal val="#ppt_x"/>
                                              </p:val>
                                            </p:tav>
                                          </p:tavLst>
                                        </p:anim>
                                        <p:anim calcmode="lin" valueType="num" p14:bounceEnd="40000">
                                          <p:cBhvr additive="base">
                                            <p:cTn id="68" dur="500" fill="hold"/>
                                            <p:tgtEl>
                                              <p:spTgt spid="34"/>
                                            </p:tgtEl>
                                            <p:attrNameLst>
                                              <p:attrName>ppt_y</p:attrName>
                                            </p:attrNameLst>
                                          </p:cBhvr>
                                          <p:tavLst>
                                            <p:tav tm="0">
                                              <p:val>
                                                <p:strVal val="#ppt_y"/>
                                              </p:val>
                                            </p:tav>
                                            <p:tav tm="100000">
                                              <p:val>
                                                <p:strVal val="#ppt_y"/>
                                              </p:val>
                                            </p:tav>
                                          </p:tavLst>
                                        </p:anim>
                                      </p:childTnLst>
                                    </p:cTn>
                                  </p:par>
                                </p:childTnLst>
                              </p:cTn>
                            </p:par>
                            <p:par>
                              <p:cTn id="69" fill="hold">
                                <p:stCondLst>
                                  <p:cond delay="6550"/>
                                </p:stCondLst>
                                <p:childTnLst>
                                  <p:par>
                                    <p:cTn id="70" presetID="22" presetClass="entr" presetSubtype="8" fill="hold" grpId="0" nodeType="afterEffect">
                                      <p:stCondLst>
                                        <p:cond delay="0"/>
                                      </p:stCondLst>
                                      <p:childTnLst>
                                        <p:set>
                                          <p:cBhvr>
                                            <p:cTn id="71" dur="1" fill="hold">
                                              <p:stCondLst>
                                                <p:cond delay="0"/>
                                              </p:stCondLst>
                                            </p:cTn>
                                            <p:tgtEl>
                                              <p:spTgt spid="41"/>
                                            </p:tgtEl>
                                            <p:attrNameLst>
                                              <p:attrName>style.visibility</p:attrName>
                                            </p:attrNameLst>
                                          </p:cBhvr>
                                          <p:to>
                                            <p:strVal val="visible"/>
                                          </p:to>
                                        </p:set>
                                        <p:animEffect transition="in" filter="wipe(left)">
                                          <p:cBhvr>
                                            <p:cTn id="72"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p:bldP spid="37" grpId="0"/>
          <p:bldP spid="38" grpId="0"/>
          <p:bldP spid="39" grpId="0"/>
          <p:bldP spid="40" grpId="0"/>
          <p:bldP spid="41"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par>
                                    <p:cTn id="10" presetID="21" presetClass="entr" presetSubtype="1" fill="hold" grpId="0" nodeType="withEffect">
                                      <p:stCondLst>
                                        <p:cond delay="400"/>
                                      </p:stCondLst>
                                      <p:childTnLst>
                                        <p:set>
                                          <p:cBhvr>
                                            <p:cTn id="11" dur="1" fill="hold">
                                              <p:stCondLst>
                                                <p:cond delay="0"/>
                                              </p:stCondLst>
                                            </p:cTn>
                                            <p:tgtEl>
                                              <p:spTgt spid="12"/>
                                            </p:tgtEl>
                                            <p:attrNameLst>
                                              <p:attrName>style.visibility</p:attrName>
                                            </p:attrNameLst>
                                          </p:cBhvr>
                                          <p:to>
                                            <p:strVal val="visible"/>
                                          </p:to>
                                        </p:set>
                                        <p:animEffect transition="in" filter="wheel(1)">
                                          <p:cBhvr>
                                            <p:cTn id="12" dur="500"/>
                                            <p:tgtEl>
                                              <p:spTgt spid="12"/>
                                            </p:tgtEl>
                                          </p:cBhvr>
                                        </p:animEffect>
                                      </p:childTnLst>
                                    </p:cTn>
                                  </p:par>
                                </p:childTnLst>
                              </p:cTn>
                            </p:par>
                            <p:par>
                              <p:cTn id="13" fill="hold">
                                <p:stCondLst>
                                  <p:cond delay="900"/>
                                </p:stCondLst>
                                <p:childTnLst>
                                  <p:par>
                                    <p:cTn id="14" presetID="45" presetClass="entr" presetSubtype="0" fill="hold" nodeType="after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anim calcmode="lin" valueType="num">
                                          <p:cBhvr>
                                            <p:cTn id="17" dur="500" fill="hold"/>
                                            <p:tgtEl>
                                              <p:spTgt spid="14"/>
                                            </p:tgtEl>
                                            <p:attrNameLst>
                                              <p:attrName>ppt_w</p:attrName>
                                            </p:attrNameLst>
                                          </p:cBhvr>
                                          <p:tavLst>
                                            <p:tav tm="0" fmla="#ppt_w*sin(2.5*pi*$)">
                                              <p:val>
                                                <p:fltVal val="0"/>
                                              </p:val>
                                            </p:tav>
                                            <p:tav tm="100000">
                                              <p:val>
                                                <p:fltVal val="1"/>
                                              </p:val>
                                            </p:tav>
                                          </p:tavLst>
                                        </p:anim>
                                        <p:anim calcmode="lin" valueType="num">
                                          <p:cBhvr>
                                            <p:cTn id="18" dur="500" fill="hold"/>
                                            <p:tgtEl>
                                              <p:spTgt spid="14"/>
                                            </p:tgtEl>
                                            <p:attrNameLst>
                                              <p:attrName>ppt_h</p:attrName>
                                            </p:attrNameLst>
                                          </p:cBhvr>
                                          <p:tavLst>
                                            <p:tav tm="0">
                                              <p:val>
                                                <p:strVal val="#ppt_h"/>
                                              </p:val>
                                            </p:tav>
                                            <p:tav tm="100000">
                                              <p:val>
                                                <p:strVal val="#ppt_h"/>
                                              </p:val>
                                            </p:tav>
                                          </p:tavLst>
                                        </p:anim>
                                      </p:childTnLst>
                                    </p:cTn>
                                  </p:par>
                                  <p:par>
                                    <p:cTn id="19" presetID="53" presetClass="entr" presetSubtype="16" fill="hold" grpId="0" nodeType="withEffect">
                                      <p:stCondLst>
                                        <p:cond delay="0"/>
                                      </p:stCondLst>
                                      <p:iterate type="lt">
                                        <p:tmPct val="10000"/>
                                      </p:iterate>
                                      <p:childTnLst>
                                        <p:set>
                                          <p:cBhvr>
                                            <p:cTn id="20" dur="1" fill="hold">
                                              <p:stCondLst>
                                                <p:cond delay="0"/>
                                              </p:stCondLst>
                                            </p:cTn>
                                            <p:tgtEl>
                                              <p:spTgt spid="13"/>
                                            </p:tgtEl>
                                            <p:attrNameLst>
                                              <p:attrName>style.visibility</p:attrName>
                                            </p:attrNameLst>
                                          </p:cBhvr>
                                          <p:to>
                                            <p:strVal val="visible"/>
                                          </p:to>
                                        </p:set>
                                        <p:anim calcmode="lin" valueType="num">
                                          <p:cBhvr>
                                            <p:cTn id="21" dur="500" fill="hold"/>
                                            <p:tgtEl>
                                              <p:spTgt spid="13"/>
                                            </p:tgtEl>
                                            <p:attrNameLst>
                                              <p:attrName>ppt_w</p:attrName>
                                            </p:attrNameLst>
                                          </p:cBhvr>
                                          <p:tavLst>
                                            <p:tav tm="0">
                                              <p:val>
                                                <p:fltVal val="0"/>
                                              </p:val>
                                            </p:tav>
                                            <p:tav tm="100000">
                                              <p:val>
                                                <p:strVal val="#ppt_w"/>
                                              </p:val>
                                            </p:tav>
                                          </p:tavLst>
                                        </p:anim>
                                        <p:anim calcmode="lin" valueType="num">
                                          <p:cBhvr>
                                            <p:cTn id="22" dur="500" fill="hold"/>
                                            <p:tgtEl>
                                              <p:spTgt spid="13"/>
                                            </p:tgtEl>
                                            <p:attrNameLst>
                                              <p:attrName>ppt_h</p:attrName>
                                            </p:attrNameLst>
                                          </p:cBhvr>
                                          <p:tavLst>
                                            <p:tav tm="0">
                                              <p:val>
                                                <p:fltVal val="0"/>
                                              </p:val>
                                            </p:tav>
                                            <p:tav tm="100000">
                                              <p:val>
                                                <p:strVal val="#ppt_h"/>
                                              </p:val>
                                            </p:tav>
                                          </p:tavLst>
                                        </p:anim>
                                        <p:animEffect transition="in" filter="fade">
                                          <p:cBhvr>
                                            <p:cTn id="23" dur="500"/>
                                            <p:tgtEl>
                                              <p:spTgt spid="13"/>
                                            </p:tgtEl>
                                          </p:cBhvr>
                                        </p:animEffect>
                                      </p:childTnLst>
                                    </p:cTn>
                                  </p:par>
                                </p:childTnLst>
                              </p:cTn>
                            </p:par>
                            <p:par>
                              <p:cTn id="24" fill="hold">
                                <p:stCondLst>
                                  <p:cond delay="1550"/>
                                </p:stCondLst>
                                <p:childTnLst>
                                  <p:par>
                                    <p:cTn id="25" presetID="16" presetClass="entr" presetSubtype="42" fill="hold" grpId="0"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arn(outHorizontal)">
                                          <p:cBhvr>
                                            <p:cTn id="27" dur="500"/>
                                            <p:tgtEl>
                                              <p:spTgt spid="10"/>
                                            </p:tgtEl>
                                          </p:cBhvr>
                                        </p:animEffect>
                                      </p:childTnLst>
                                    </p:cTn>
                                  </p:par>
                                </p:childTnLst>
                              </p:cTn>
                            </p:par>
                            <p:par>
                              <p:cTn id="28" fill="hold">
                                <p:stCondLst>
                                  <p:cond delay="2050"/>
                                </p:stCondLst>
                                <p:childTnLst>
                                  <p:par>
                                    <p:cTn id="29" presetID="2" presetClass="entr" presetSubtype="2" accel="60000" fill="hold" nodeType="afterEffect">
                                      <p:stCondLst>
                                        <p:cond delay="0"/>
                                      </p:stCondLst>
                                      <p:childTnLst>
                                        <p:set>
                                          <p:cBhvr>
                                            <p:cTn id="30" dur="1" fill="hold">
                                              <p:stCondLst>
                                                <p:cond delay="0"/>
                                              </p:stCondLst>
                                            </p:cTn>
                                            <p:tgtEl>
                                              <p:spTgt spid="22"/>
                                            </p:tgtEl>
                                            <p:attrNameLst>
                                              <p:attrName>style.visibility</p:attrName>
                                            </p:attrNameLst>
                                          </p:cBhvr>
                                          <p:to>
                                            <p:strVal val="visible"/>
                                          </p:to>
                                        </p:set>
                                        <p:anim calcmode="lin" valueType="num">
                                          <p:cBhvr additive="base">
                                            <p:cTn id="31" dur="500" fill="hold"/>
                                            <p:tgtEl>
                                              <p:spTgt spid="22"/>
                                            </p:tgtEl>
                                            <p:attrNameLst>
                                              <p:attrName>ppt_x</p:attrName>
                                            </p:attrNameLst>
                                          </p:cBhvr>
                                          <p:tavLst>
                                            <p:tav tm="0">
                                              <p:val>
                                                <p:strVal val="1+#ppt_w/2"/>
                                              </p:val>
                                            </p:tav>
                                            <p:tav tm="100000">
                                              <p:val>
                                                <p:strVal val="#ppt_x"/>
                                              </p:val>
                                            </p:tav>
                                          </p:tavLst>
                                        </p:anim>
                                        <p:anim calcmode="lin" valueType="num">
                                          <p:cBhvr additive="base">
                                            <p:cTn id="32" dur="500" fill="hold"/>
                                            <p:tgtEl>
                                              <p:spTgt spid="22"/>
                                            </p:tgtEl>
                                            <p:attrNameLst>
                                              <p:attrName>ppt_y</p:attrName>
                                            </p:attrNameLst>
                                          </p:cBhvr>
                                          <p:tavLst>
                                            <p:tav tm="0">
                                              <p:val>
                                                <p:strVal val="#ppt_y"/>
                                              </p:val>
                                            </p:tav>
                                            <p:tav tm="100000">
                                              <p:val>
                                                <p:strVal val="#ppt_y"/>
                                              </p:val>
                                            </p:tav>
                                          </p:tavLst>
                                        </p:anim>
                                      </p:childTnLst>
                                    </p:cTn>
                                  </p:par>
                                </p:childTnLst>
                              </p:cTn>
                            </p:par>
                            <p:par>
                              <p:cTn id="33" fill="hold">
                                <p:stCondLst>
                                  <p:cond delay="2550"/>
                                </p:stCondLst>
                                <p:childTnLst>
                                  <p:par>
                                    <p:cTn id="34" presetID="22" presetClass="entr" presetSubtype="8" fill="hold" grpId="0" nodeType="afterEffect">
                                      <p:stCondLst>
                                        <p:cond delay="0"/>
                                      </p:stCondLst>
                                      <p:childTnLst>
                                        <p:set>
                                          <p:cBhvr>
                                            <p:cTn id="35" dur="1" fill="hold">
                                              <p:stCondLst>
                                                <p:cond delay="0"/>
                                              </p:stCondLst>
                                            </p:cTn>
                                            <p:tgtEl>
                                              <p:spTgt spid="37"/>
                                            </p:tgtEl>
                                            <p:attrNameLst>
                                              <p:attrName>style.visibility</p:attrName>
                                            </p:attrNameLst>
                                          </p:cBhvr>
                                          <p:to>
                                            <p:strVal val="visible"/>
                                          </p:to>
                                        </p:set>
                                        <p:animEffect transition="in" filter="wipe(left)">
                                          <p:cBhvr>
                                            <p:cTn id="36" dur="500"/>
                                            <p:tgtEl>
                                              <p:spTgt spid="37"/>
                                            </p:tgtEl>
                                          </p:cBhvr>
                                        </p:animEffect>
                                      </p:childTnLst>
                                    </p:cTn>
                                  </p:par>
                                </p:childTnLst>
                              </p:cTn>
                            </p:par>
                            <p:par>
                              <p:cTn id="37" fill="hold">
                                <p:stCondLst>
                                  <p:cond delay="3050"/>
                                </p:stCondLst>
                                <p:childTnLst>
                                  <p:par>
                                    <p:cTn id="38" presetID="2" presetClass="entr" presetSubtype="2" accel="60000" fill="hold" nodeType="afterEffect">
                                      <p:stCondLst>
                                        <p:cond delay="0"/>
                                      </p:stCondLst>
                                      <p:childTnLst>
                                        <p:set>
                                          <p:cBhvr>
                                            <p:cTn id="39" dur="1" fill="hold">
                                              <p:stCondLst>
                                                <p:cond delay="0"/>
                                              </p:stCondLst>
                                            </p:cTn>
                                            <p:tgtEl>
                                              <p:spTgt spid="25"/>
                                            </p:tgtEl>
                                            <p:attrNameLst>
                                              <p:attrName>style.visibility</p:attrName>
                                            </p:attrNameLst>
                                          </p:cBhvr>
                                          <p:to>
                                            <p:strVal val="visible"/>
                                          </p:to>
                                        </p:set>
                                        <p:anim calcmode="lin" valueType="num">
                                          <p:cBhvr additive="base">
                                            <p:cTn id="40" dur="500" fill="hold"/>
                                            <p:tgtEl>
                                              <p:spTgt spid="25"/>
                                            </p:tgtEl>
                                            <p:attrNameLst>
                                              <p:attrName>ppt_x</p:attrName>
                                            </p:attrNameLst>
                                          </p:cBhvr>
                                          <p:tavLst>
                                            <p:tav tm="0">
                                              <p:val>
                                                <p:strVal val="1+#ppt_w/2"/>
                                              </p:val>
                                            </p:tav>
                                            <p:tav tm="100000">
                                              <p:val>
                                                <p:strVal val="#ppt_x"/>
                                              </p:val>
                                            </p:tav>
                                          </p:tavLst>
                                        </p:anim>
                                        <p:anim calcmode="lin" valueType="num">
                                          <p:cBhvr additive="base">
                                            <p:cTn id="41" dur="500" fill="hold"/>
                                            <p:tgtEl>
                                              <p:spTgt spid="25"/>
                                            </p:tgtEl>
                                            <p:attrNameLst>
                                              <p:attrName>ppt_y</p:attrName>
                                            </p:attrNameLst>
                                          </p:cBhvr>
                                          <p:tavLst>
                                            <p:tav tm="0">
                                              <p:val>
                                                <p:strVal val="#ppt_y"/>
                                              </p:val>
                                            </p:tav>
                                            <p:tav tm="100000">
                                              <p:val>
                                                <p:strVal val="#ppt_y"/>
                                              </p:val>
                                            </p:tav>
                                          </p:tavLst>
                                        </p:anim>
                                      </p:childTnLst>
                                    </p:cTn>
                                  </p:par>
                                </p:childTnLst>
                              </p:cTn>
                            </p:par>
                            <p:par>
                              <p:cTn id="42" fill="hold">
                                <p:stCondLst>
                                  <p:cond delay="3550"/>
                                </p:stCondLst>
                                <p:childTnLst>
                                  <p:par>
                                    <p:cTn id="43" presetID="22" presetClass="entr" presetSubtype="8" fill="hold" grpId="0" nodeType="afterEffect">
                                      <p:stCondLst>
                                        <p:cond delay="0"/>
                                      </p:stCondLst>
                                      <p:childTnLst>
                                        <p:set>
                                          <p:cBhvr>
                                            <p:cTn id="44" dur="1" fill="hold">
                                              <p:stCondLst>
                                                <p:cond delay="0"/>
                                              </p:stCondLst>
                                            </p:cTn>
                                            <p:tgtEl>
                                              <p:spTgt spid="38"/>
                                            </p:tgtEl>
                                            <p:attrNameLst>
                                              <p:attrName>style.visibility</p:attrName>
                                            </p:attrNameLst>
                                          </p:cBhvr>
                                          <p:to>
                                            <p:strVal val="visible"/>
                                          </p:to>
                                        </p:set>
                                        <p:animEffect transition="in" filter="wipe(left)">
                                          <p:cBhvr>
                                            <p:cTn id="45" dur="500"/>
                                            <p:tgtEl>
                                              <p:spTgt spid="38"/>
                                            </p:tgtEl>
                                          </p:cBhvr>
                                        </p:animEffect>
                                      </p:childTnLst>
                                    </p:cTn>
                                  </p:par>
                                </p:childTnLst>
                              </p:cTn>
                            </p:par>
                            <p:par>
                              <p:cTn id="46" fill="hold">
                                <p:stCondLst>
                                  <p:cond delay="4050"/>
                                </p:stCondLst>
                                <p:childTnLst>
                                  <p:par>
                                    <p:cTn id="47" presetID="2" presetClass="entr" presetSubtype="2" accel="60000" fill="hold" nodeType="afterEffect">
                                      <p:stCondLst>
                                        <p:cond delay="0"/>
                                      </p:stCondLst>
                                      <p:childTnLst>
                                        <p:set>
                                          <p:cBhvr>
                                            <p:cTn id="48" dur="1" fill="hold">
                                              <p:stCondLst>
                                                <p:cond delay="0"/>
                                              </p:stCondLst>
                                            </p:cTn>
                                            <p:tgtEl>
                                              <p:spTgt spid="28"/>
                                            </p:tgtEl>
                                            <p:attrNameLst>
                                              <p:attrName>style.visibility</p:attrName>
                                            </p:attrNameLst>
                                          </p:cBhvr>
                                          <p:to>
                                            <p:strVal val="visible"/>
                                          </p:to>
                                        </p:set>
                                        <p:anim calcmode="lin" valueType="num">
                                          <p:cBhvr additive="base">
                                            <p:cTn id="49" dur="500" fill="hold"/>
                                            <p:tgtEl>
                                              <p:spTgt spid="28"/>
                                            </p:tgtEl>
                                            <p:attrNameLst>
                                              <p:attrName>ppt_x</p:attrName>
                                            </p:attrNameLst>
                                          </p:cBhvr>
                                          <p:tavLst>
                                            <p:tav tm="0">
                                              <p:val>
                                                <p:strVal val="1+#ppt_w/2"/>
                                              </p:val>
                                            </p:tav>
                                            <p:tav tm="100000">
                                              <p:val>
                                                <p:strVal val="#ppt_x"/>
                                              </p:val>
                                            </p:tav>
                                          </p:tavLst>
                                        </p:anim>
                                        <p:anim calcmode="lin" valueType="num">
                                          <p:cBhvr additive="base">
                                            <p:cTn id="50" dur="500" fill="hold"/>
                                            <p:tgtEl>
                                              <p:spTgt spid="28"/>
                                            </p:tgtEl>
                                            <p:attrNameLst>
                                              <p:attrName>ppt_y</p:attrName>
                                            </p:attrNameLst>
                                          </p:cBhvr>
                                          <p:tavLst>
                                            <p:tav tm="0">
                                              <p:val>
                                                <p:strVal val="#ppt_y"/>
                                              </p:val>
                                            </p:tav>
                                            <p:tav tm="100000">
                                              <p:val>
                                                <p:strVal val="#ppt_y"/>
                                              </p:val>
                                            </p:tav>
                                          </p:tavLst>
                                        </p:anim>
                                      </p:childTnLst>
                                    </p:cTn>
                                  </p:par>
                                </p:childTnLst>
                              </p:cTn>
                            </p:par>
                            <p:par>
                              <p:cTn id="51" fill="hold">
                                <p:stCondLst>
                                  <p:cond delay="4550"/>
                                </p:stCondLst>
                                <p:childTnLst>
                                  <p:par>
                                    <p:cTn id="52" presetID="22" presetClass="entr" presetSubtype="8" fill="hold" grpId="0" nodeType="afterEffect">
                                      <p:stCondLst>
                                        <p:cond delay="0"/>
                                      </p:stCondLst>
                                      <p:childTnLst>
                                        <p:set>
                                          <p:cBhvr>
                                            <p:cTn id="53" dur="1" fill="hold">
                                              <p:stCondLst>
                                                <p:cond delay="0"/>
                                              </p:stCondLst>
                                            </p:cTn>
                                            <p:tgtEl>
                                              <p:spTgt spid="39"/>
                                            </p:tgtEl>
                                            <p:attrNameLst>
                                              <p:attrName>style.visibility</p:attrName>
                                            </p:attrNameLst>
                                          </p:cBhvr>
                                          <p:to>
                                            <p:strVal val="visible"/>
                                          </p:to>
                                        </p:set>
                                        <p:animEffect transition="in" filter="wipe(left)">
                                          <p:cBhvr>
                                            <p:cTn id="54" dur="500"/>
                                            <p:tgtEl>
                                              <p:spTgt spid="39"/>
                                            </p:tgtEl>
                                          </p:cBhvr>
                                        </p:animEffect>
                                      </p:childTnLst>
                                    </p:cTn>
                                  </p:par>
                                </p:childTnLst>
                              </p:cTn>
                            </p:par>
                            <p:par>
                              <p:cTn id="55" fill="hold">
                                <p:stCondLst>
                                  <p:cond delay="5050"/>
                                </p:stCondLst>
                                <p:childTnLst>
                                  <p:par>
                                    <p:cTn id="56" presetID="2" presetClass="entr" presetSubtype="2" accel="60000" fill="hold" nodeType="afterEffect">
                                      <p:stCondLst>
                                        <p:cond delay="0"/>
                                      </p:stCondLst>
                                      <p:childTnLst>
                                        <p:set>
                                          <p:cBhvr>
                                            <p:cTn id="57" dur="1" fill="hold">
                                              <p:stCondLst>
                                                <p:cond delay="0"/>
                                              </p:stCondLst>
                                            </p:cTn>
                                            <p:tgtEl>
                                              <p:spTgt spid="31"/>
                                            </p:tgtEl>
                                            <p:attrNameLst>
                                              <p:attrName>style.visibility</p:attrName>
                                            </p:attrNameLst>
                                          </p:cBhvr>
                                          <p:to>
                                            <p:strVal val="visible"/>
                                          </p:to>
                                        </p:set>
                                        <p:anim calcmode="lin" valueType="num">
                                          <p:cBhvr additive="base">
                                            <p:cTn id="58" dur="500" fill="hold"/>
                                            <p:tgtEl>
                                              <p:spTgt spid="31"/>
                                            </p:tgtEl>
                                            <p:attrNameLst>
                                              <p:attrName>ppt_x</p:attrName>
                                            </p:attrNameLst>
                                          </p:cBhvr>
                                          <p:tavLst>
                                            <p:tav tm="0">
                                              <p:val>
                                                <p:strVal val="1+#ppt_w/2"/>
                                              </p:val>
                                            </p:tav>
                                            <p:tav tm="100000">
                                              <p:val>
                                                <p:strVal val="#ppt_x"/>
                                              </p:val>
                                            </p:tav>
                                          </p:tavLst>
                                        </p:anim>
                                        <p:anim calcmode="lin" valueType="num">
                                          <p:cBhvr additive="base">
                                            <p:cTn id="59" dur="500" fill="hold"/>
                                            <p:tgtEl>
                                              <p:spTgt spid="31"/>
                                            </p:tgtEl>
                                            <p:attrNameLst>
                                              <p:attrName>ppt_y</p:attrName>
                                            </p:attrNameLst>
                                          </p:cBhvr>
                                          <p:tavLst>
                                            <p:tav tm="0">
                                              <p:val>
                                                <p:strVal val="#ppt_y"/>
                                              </p:val>
                                            </p:tav>
                                            <p:tav tm="100000">
                                              <p:val>
                                                <p:strVal val="#ppt_y"/>
                                              </p:val>
                                            </p:tav>
                                          </p:tavLst>
                                        </p:anim>
                                      </p:childTnLst>
                                    </p:cTn>
                                  </p:par>
                                </p:childTnLst>
                              </p:cTn>
                            </p:par>
                            <p:par>
                              <p:cTn id="60" fill="hold">
                                <p:stCondLst>
                                  <p:cond delay="5550"/>
                                </p:stCondLst>
                                <p:childTnLst>
                                  <p:par>
                                    <p:cTn id="61" presetID="22" presetClass="entr" presetSubtype="8" fill="hold" grpId="0" nodeType="afterEffect">
                                      <p:stCondLst>
                                        <p:cond delay="0"/>
                                      </p:stCondLst>
                                      <p:childTnLst>
                                        <p:set>
                                          <p:cBhvr>
                                            <p:cTn id="62" dur="1" fill="hold">
                                              <p:stCondLst>
                                                <p:cond delay="0"/>
                                              </p:stCondLst>
                                            </p:cTn>
                                            <p:tgtEl>
                                              <p:spTgt spid="40"/>
                                            </p:tgtEl>
                                            <p:attrNameLst>
                                              <p:attrName>style.visibility</p:attrName>
                                            </p:attrNameLst>
                                          </p:cBhvr>
                                          <p:to>
                                            <p:strVal val="visible"/>
                                          </p:to>
                                        </p:set>
                                        <p:animEffect transition="in" filter="wipe(left)">
                                          <p:cBhvr>
                                            <p:cTn id="63" dur="500"/>
                                            <p:tgtEl>
                                              <p:spTgt spid="40"/>
                                            </p:tgtEl>
                                          </p:cBhvr>
                                        </p:animEffect>
                                      </p:childTnLst>
                                    </p:cTn>
                                  </p:par>
                                </p:childTnLst>
                              </p:cTn>
                            </p:par>
                            <p:par>
                              <p:cTn id="64" fill="hold">
                                <p:stCondLst>
                                  <p:cond delay="6050"/>
                                </p:stCondLst>
                                <p:childTnLst>
                                  <p:par>
                                    <p:cTn id="65" presetID="2" presetClass="entr" presetSubtype="2" accel="60000" fill="hold" nodeType="afterEffect">
                                      <p:stCondLst>
                                        <p:cond delay="0"/>
                                      </p:stCondLst>
                                      <p:childTnLst>
                                        <p:set>
                                          <p:cBhvr>
                                            <p:cTn id="66" dur="1" fill="hold">
                                              <p:stCondLst>
                                                <p:cond delay="0"/>
                                              </p:stCondLst>
                                            </p:cTn>
                                            <p:tgtEl>
                                              <p:spTgt spid="34"/>
                                            </p:tgtEl>
                                            <p:attrNameLst>
                                              <p:attrName>style.visibility</p:attrName>
                                            </p:attrNameLst>
                                          </p:cBhvr>
                                          <p:to>
                                            <p:strVal val="visible"/>
                                          </p:to>
                                        </p:set>
                                        <p:anim calcmode="lin" valueType="num">
                                          <p:cBhvr additive="base">
                                            <p:cTn id="67" dur="500" fill="hold"/>
                                            <p:tgtEl>
                                              <p:spTgt spid="34"/>
                                            </p:tgtEl>
                                            <p:attrNameLst>
                                              <p:attrName>ppt_x</p:attrName>
                                            </p:attrNameLst>
                                          </p:cBhvr>
                                          <p:tavLst>
                                            <p:tav tm="0">
                                              <p:val>
                                                <p:strVal val="1+#ppt_w/2"/>
                                              </p:val>
                                            </p:tav>
                                            <p:tav tm="100000">
                                              <p:val>
                                                <p:strVal val="#ppt_x"/>
                                              </p:val>
                                            </p:tav>
                                          </p:tavLst>
                                        </p:anim>
                                        <p:anim calcmode="lin" valueType="num">
                                          <p:cBhvr additive="base">
                                            <p:cTn id="68" dur="500" fill="hold"/>
                                            <p:tgtEl>
                                              <p:spTgt spid="34"/>
                                            </p:tgtEl>
                                            <p:attrNameLst>
                                              <p:attrName>ppt_y</p:attrName>
                                            </p:attrNameLst>
                                          </p:cBhvr>
                                          <p:tavLst>
                                            <p:tav tm="0">
                                              <p:val>
                                                <p:strVal val="#ppt_y"/>
                                              </p:val>
                                            </p:tav>
                                            <p:tav tm="100000">
                                              <p:val>
                                                <p:strVal val="#ppt_y"/>
                                              </p:val>
                                            </p:tav>
                                          </p:tavLst>
                                        </p:anim>
                                      </p:childTnLst>
                                    </p:cTn>
                                  </p:par>
                                </p:childTnLst>
                              </p:cTn>
                            </p:par>
                            <p:par>
                              <p:cTn id="69" fill="hold">
                                <p:stCondLst>
                                  <p:cond delay="6550"/>
                                </p:stCondLst>
                                <p:childTnLst>
                                  <p:par>
                                    <p:cTn id="70" presetID="22" presetClass="entr" presetSubtype="8" fill="hold" grpId="0" nodeType="afterEffect">
                                      <p:stCondLst>
                                        <p:cond delay="0"/>
                                      </p:stCondLst>
                                      <p:childTnLst>
                                        <p:set>
                                          <p:cBhvr>
                                            <p:cTn id="71" dur="1" fill="hold">
                                              <p:stCondLst>
                                                <p:cond delay="0"/>
                                              </p:stCondLst>
                                            </p:cTn>
                                            <p:tgtEl>
                                              <p:spTgt spid="41"/>
                                            </p:tgtEl>
                                            <p:attrNameLst>
                                              <p:attrName>style.visibility</p:attrName>
                                            </p:attrNameLst>
                                          </p:cBhvr>
                                          <p:to>
                                            <p:strVal val="visible"/>
                                          </p:to>
                                        </p:set>
                                        <p:animEffect transition="in" filter="wipe(left)">
                                          <p:cBhvr>
                                            <p:cTn id="72"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p:bldP spid="37" grpId="0"/>
          <p:bldP spid="38" grpId="0"/>
          <p:bldP spid="39" grpId="0"/>
          <p:bldP spid="40" grpId="0"/>
          <p:bldP spid="41" grpId="0"/>
        </p:bldLst>
      </p:timing>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原创设计师QQ598969553          _1"/>
          <p:cNvSpPr/>
          <p:nvPr/>
        </p:nvSpPr>
        <p:spPr>
          <a:xfrm rot="5400000">
            <a:off x="4064958" y="5027049"/>
            <a:ext cx="1026239" cy="397895"/>
          </a:xfrm>
          <a:prstGeom prst="roundRect">
            <a:avLst>
              <a:gd name="adj" fmla="val 50000"/>
            </a:avLst>
          </a:prstGeom>
          <a:solidFill>
            <a:schemeClr val="accent1"/>
          </a:solidFill>
          <a:ln w="50800">
            <a:gradFill flip="none" rotWithShape="1">
              <a:gsLst>
                <a:gs pos="0">
                  <a:srgbClr val="CDCDCD"/>
                </a:gs>
                <a:gs pos="100000">
                  <a:schemeClr val="bg1"/>
                </a:gs>
              </a:gsLst>
              <a:lin ang="54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5" name="原创设计师QQ598969553          _2"/>
          <p:cNvSpPr txBox="1"/>
          <p:nvPr/>
        </p:nvSpPr>
        <p:spPr>
          <a:xfrm>
            <a:off x="2803736" y="299722"/>
            <a:ext cx="3523130" cy="377026"/>
          </a:xfrm>
          <a:prstGeom prst="rect">
            <a:avLst/>
          </a:prstGeom>
          <a:noFill/>
        </p:spPr>
        <p:txBody>
          <a:bodyPr wrap="square" lIns="68580" tIns="34290" rIns="68580" bIns="34290" rtlCol="0">
            <a:spAutoFit/>
          </a:bodyPr>
          <a:lstStyle/>
          <a:p>
            <a:pPr algn="ctr"/>
            <a:r>
              <a:rPr lang="zh-CN" altLang="en-US" sz="2000" b="1" dirty="0">
                <a:solidFill>
                  <a:schemeClr val="tx1">
                    <a:lumMod val="65000"/>
                    <a:lumOff val="35000"/>
                  </a:schemeClr>
                </a:solidFill>
                <a:latin typeface="+mn-ea"/>
              </a:rPr>
              <a:t>添加标题文本内容</a:t>
            </a:r>
            <a:endParaRPr lang="en-US" altLang="zh-CN" sz="2000" b="1" dirty="0">
              <a:solidFill>
                <a:schemeClr val="tx1">
                  <a:lumMod val="65000"/>
                  <a:lumOff val="35000"/>
                </a:schemeClr>
              </a:solidFill>
              <a:latin typeface="+mn-ea"/>
            </a:endParaRPr>
          </a:p>
        </p:txBody>
      </p:sp>
      <p:grpSp>
        <p:nvGrpSpPr>
          <p:cNvPr id="8" name="原创设计师QQ598969553          _3"/>
          <p:cNvGrpSpPr/>
          <p:nvPr/>
        </p:nvGrpSpPr>
        <p:grpSpPr>
          <a:xfrm>
            <a:off x="1425446" y="3234200"/>
            <a:ext cx="1458945" cy="1458945"/>
            <a:chOff x="4184106" y="2952206"/>
            <a:chExt cx="3823790" cy="3823790"/>
          </a:xfrm>
        </p:grpSpPr>
        <p:sp>
          <p:nvSpPr>
            <p:cNvPr id="9" name="椭圆 8"/>
            <p:cNvSpPr/>
            <p:nvPr/>
          </p:nvSpPr>
          <p:spPr>
            <a:xfrm>
              <a:off x="4184106" y="2952206"/>
              <a:ext cx="3823790" cy="3823790"/>
            </a:xfrm>
            <a:prstGeom prst="ellipse">
              <a:avLst/>
            </a:prstGeom>
            <a:gradFill>
              <a:gsLst>
                <a:gs pos="100000">
                  <a:schemeClr val="bg1">
                    <a:lumMod val="75000"/>
                  </a:schemeClr>
                </a:gs>
                <a:gs pos="0">
                  <a:schemeClr val="bg1"/>
                </a:gs>
              </a:gsLst>
              <a:lin ang="5400000" scaled="0"/>
            </a:gradFill>
            <a:ln w="9525">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pSp>
          <p:nvGrpSpPr>
            <p:cNvPr id="10" name="组合 9"/>
            <p:cNvGrpSpPr/>
            <p:nvPr/>
          </p:nvGrpSpPr>
          <p:grpSpPr>
            <a:xfrm>
              <a:off x="4710169" y="3478269"/>
              <a:ext cx="2771663" cy="2771663"/>
              <a:chOff x="2193191" y="1899415"/>
              <a:chExt cx="2421376" cy="2421376"/>
            </a:xfrm>
            <a:effectLst/>
          </p:grpSpPr>
          <p:sp>
            <p:nvSpPr>
              <p:cNvPr id="11" name="椭圆 10"/>
              <p:cNvSpPr/>
              <p:nvPr/>
            </p:nvSpPr>
            <p:spPr>
              <a:xfrm>
                <a:off x="2193191" y="1899415"/>
                <a:ext cx="2421376" cy="2421376"/>
              </a:xfrm>
              <a:prstGeom prst="ellipse">
                <a:avLst/>
              </a:prstGeom>
              <a:solidFill>
                <a:schemeClr val="accent1"/>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1">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sp>
            <p:nvSpPr>
              <p:cNvPr id="12" name="椭圆 11"/>
              <p:cNvSpPr/>
              <p:nvPr/>
            </p:nvSpPr>
            <p:spPr>
              <a:xfrm>
                <a:off x="2386802" y="2093026"/>
                <a:ext cx="2034160" cy="2034160"/>
              </a:xfrm>
              <a:prstGeom prst="ellipse">
                <a:avLst/>
              </a:prstGeom>
              <a:solidFill>
                <a:schemeClr val="bg1">
                  <a:lumMod val="95000"/>
                </a:schemeClr>
              </a:solidFill>
              <a:ln w="50800">
                <a:noFill/>
              </a:ln>
              <a:effectLst>
                <a:outerShdw blurRad="76200" dist="38100" dir="2700000" algn="tl" rotWithShape="0">
                  <a:schemeClr val="accent1">
                    <a:lumMod val="50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pSp>
      </p:grpSp>
      <p:grpSp>
        <p:nvGrpSpPr>
          <p:cNvPr id="13" name="原创设计师QQ598969553          _4"/>
          <p:cNvGrpSpPr/>
          <p:nvPr/>
        </p:nvGrpSpPr>
        <p:grpSpPr>
          <a:xfrm>
            <a:off x="2084663" y="1514640"/>
            <a:ext cx="1458945" cy="1458945"/>
            <a:chOff x="4184106" y="2952206"/>
            <a:chExt cx="3823790" cy="3823790"/>
          </a:xfrm>
        </p:grpSpPr>
        <p:sp>
          <p:nvSpPr>
            <p:cNvPr id="14" name="椭圆 13"/>
            <p:cNvSpPr/>
            <p:nvPr/>
          </p:nvSpPr>
          <p:spPr>
            <a:xfrm>
              <a:off x="4184106" y="2952206"/>
              <a:ext cx="3823790" cy="3823790"/>
            </a:xfrm>
            <a:prstGeom prst="ellipse">
              <a:avLst/>
            </a:prstGeom>
            <a:gradFill>
              <a:gsLst>
                <a:gs pos="100000">
                  <a:schemeClr val="bg1">
                    <a:lumMod val="75000"/>
                  </a:schemeClr>
                </a:gs>
                <a:gs pos="0">
                  <a:schemeClr val="bg1"/>
                </a:gs>
              </a:gsLst>
              <a:lin ang="5400000" scaled="0"/>
            </a:gradFill>
            <a:ln w="9525">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pSp>
          <p:nvGrpSpPr>
            <p:cNvPr id="15" name="组合 14"/>
            <p:cNvGrpSpPr/>
            <p:nvPr/>
          </p:nvGrpSpPr>
          <p:grpSpPr>
            <a:xfrm>
              <a:off x="4710169" y="3478269"/>
              <a:ext cx="2771663" cy="2771663"/>
              <a:chOff x="2193191" y="1899415"/>
              <a:chExt cx="2421376" cy="2421376"/>
            </a:xfrm>
            <a:effectLst/>
          </p:grpSpPr>
          <p:sp>
            <p:nvSpPr>
              <p:cNvPr id="16" name="椭圆 15"/>
              <p:cNvSpPr/>
              <p:nvPr/>
            </p:nvSpPr>
            <p:spPr>
              <a:xfrm>
                <a:off x="2193191" y="1899415"/>
                <a:ext cx="2421376" cy="2421376"/>
              </a:xfrm>
              <a:prstGeom prst="ellipse">
                <a:avLst/>
              </a:prstGeom>
              <a:solidFill>
                <a:schemeClr val="accent2"/>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2">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sp>
            <p:nvSpPr>
              <p:cNvPr id="17" name="椭圆 16"/>
              <p:cNvSpPr/>
              <p:nvPr/>
            </p:nvSpPr>
            <p:spPr>
              <a:xfrm>
                <a:off x="2386802" y="2093026"/>
                <a:ext cx="2034160" cy="2034160"/>
              </a:xfrm>
              <a:prstGeom prst="ellipse">
                <a:avLst/>
              </a:prstGeom>
              <a:solidFill>
                <a:schemeClr val="bg1">
                  <a:lumMod val="95000"/>
                </a:schemeClr>
              </a:solidFill>
              <a:ln w="50800">
                <a:noFill/>
              </a:ln>
              <a:effectLst>
                <a:outerShdw blurRad="76200" dist="38100" dir="2700000" algn="tl" rotWithShape="0">
                  <a:schemeClr val="accent2">
                    <a:lumMod val="50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pSp>
      </p:grpSp>
      <p:grpSp>
        <p:nvGrpSpPr>
          <p:cNvPr id="18" name="原创设计师QQ598969553          _5"/>
          <p:cNvGrpSpPr/>
          <p:nvPr/>
        </p:nvGrpSpPr>
        <p:grpSpPr>
          <a:xfrm>
            <a:off x="3834470" y="868090"/>
            <a:ext cx="1458945" cy="1458945"/>
            <a:chOff x="4184106" y="2952206"/>
            <a:chExt cx="3823790" cy="3823790"/>
          </a:xfrm>
        </p:grpSpPr>
        <p:sp>
          <p:nvSpPr>
            <p:cNvPr id="19" name="椭圆 18"/>
            <p:cNvSpPr/>
            <p:nvPr/>
          </p:nvSpPr>
          <p:spPr>
            <a:xfrm>
              <a:off x="4184106" y="2952206"/>
              <a:ext cx="3823790" cy="3823790"/>
            </a:xfrm>
            <a:prstGeom prst="ellipse">
              <a:avLst/>
            </a:prstGeom>
            <a:gradFill>
              <a:gsLst>
                <a:gs pos="100000">
                  <a:schemeClr val="bg1">
                    <a:lumMod val="75000"/>
                  </a:schemeClr>
                </a:gs>
                <a:gs pos="0">
                  <a:schemeClr val="bg1"/>
                </a:gs>
              </a:gsLst>
              <a:lin ang="5400000" scaled="0"/>
            </a:gradFill>
            <a:ln w="9525">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pSp>
          <p:nvGrpSpPr>
            <p:cNvPr id="20" name="组合 19"/>
            <p:cNvGrpSpPr/>
            <p:nvPr/>
          </p:nvGrpSpPr>
          <p:grpSpPr>
            <a:xfrm>
              <a:off x="4710169" y="3478269"/>
              <a:ext cx="2771663" cy="2771663"/>
              <a:chOff x="2193191" y="1899415"/>
              <a:chExt cx="2421376" cy="2421376"/>
            </a:xfrm>
            <a:effectLst/>
          </p:grpSpPr>
          <p:sp>
            <p:nvSpPr>
              <p:cNvPr id="21" name="椭圆 20"/>
              <p:cNvSpPr/>
              <p:nvPr/>
            </p:nvSpPr>
            <p:spPr>
              <a:xfrm>
                <a:off x="2193191" y="1899415"/>
                <a:ext cx="2421376" cy="2421376"/>
              </a:xfrm>
              <a:prstGeom prst="ellipse">
                <a:avLst/>
              </a:prstGeom>
              <a:solidFill>
                <a:schemeClr val="accent1"/>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3">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sp>
            <p:nvSpPr>
              <p:cNvPr id="22" name="椭圆 21"/>
              <p:cNvSpPr/>
              <p:nvPr/>
            </p:nvSpPr>
            <p:spPr>
              <a:xfrm>
                <a:off x="2386802" y="2093026"/>
                <a:ext cx="2034160" cy="2034160"/>
              </a:xfrm>
              <a:prstGeom prst="ellipse">
                <a:avLst/>
              </a:prstGeom>
              <a:solidFill>
                <a:schemeClr val="bg1">
                  <a:lumMod val="95000"/>
                </a:schemeClr>
              </a:solidFill>
              <a:ln w="50800">
                <a:noFill/>
              </a:ln>
              <a:effectLst>
                <a:outerShdw blurRad="76200" dist="38100" dir="2700000" algn="tl" rotWithShape="0">
                  <a:schemeClr val="accent3">
                    <a:lumMod val="50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pSp>
      </p:grpSp>
      <p:grpSp>
        <p:nvGrpSpPr>
          <p:cNvPr id="23" name="原创设计师QQ598969553          _6"/>
          <p:cNvGrpSpPr/>
          <p:nvPr/>
        </p:nvGrpSpPr>
        <p:grpSpPr>
          <a:xfrm>
            <a:off x="5455018" y="1505034"/>
            <a:ext cx="1458945" cy="1458945"/>
            <a:chOff x="4184106" y="2952206"/>
            <a:chExt cx="3823790" cy="3823790"/>
          </a:xfrm>
        </p:grpSpPr>
        <p:sp>
          <p:nvSpPr>
            <p:cNvPr id="24" name="椭圆 23"/>
            <p:cNvSpPr/>
            <p:nvPr/>
          </p:nvSpPr>
          <p:spPr>
            <a:xfrm>
              <a:off x="4184106" y="2952206"/>
              <a:ext cx="3823790" cy="3823790"/>
            </a:xfrm>
            <a:prstGeom prst="ellipse">
              <a:avLst/>
            </a:prstGeom>
            <a:gradFill>
              <a:gsLst>
                <a:gs pos="100000">
                  <a:schemeClr val="bg1">
                    <a:lumMod val="75000"/>
                  </a:schemeClr>
                </a:gs>
                <a:gs pos="0">
                  <a:schemeClr val="bg1"/>
                </a:gs>
              </a:gsLst>
              <a:lin ang="5400000" scaled="0"/>
            </a:gradFill>
            <a:ln w="9525">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pSp>
          <p:nvGrpSpPr>
            <p:cNvPr id="25" name="组合 24"/>
            <p:cNvGrpSpPr/>
            <p:nvPr/>
          </p:nvGrpSpPr>
          <p:grpSpPr>
            <a:xfrm>
              <a:off x="4710167" y="3478267"/>
              <a:ext cx="2771663" cy="2771663"/>
              <a:chOff x="2193190" y="1899413"/>
              <a:chExt cx="2421376" cy="2421376"/>
            </a:xfrm>
            <a:effectLst/>
          </p:grpSpPr>
          <p:sp>
            <p:nvSpPr>
              <p:cNvPr id="26" name="椭圆 25"/>
              <p:cNvSpPr/>
              <p:nvPr/>
            </p:nvSpPr>
            <p:spPr>
              <a:xfrm>
                <a:off x="2193190" y="1899413"/>
                <a:ext cx="2421376" cy="2421376"/>
              </a:xfrm>
              <a:prstGeom prst="ellipse">
                <a:avLst/>
              </a:prstGeom>
              <a:solidFill>
                <a:schemeClr val="accent2"/>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4">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sp>
            <p:nvSpPr>
              <p:cNvPr id="27" name="椭圆 26"/>
              <p:cNvSpPr/>
              <p:nvPr/>
            </p:nvSpPr>
            <p:spPr>
              <a:xfrm>
                <a:off x="2386802" y="2093027"/>
                <a:ext cx="2034160" cy="2034159"/>
              </a:xfrm>
              <a:prstGeom prst="ellipse">
                <a:avLst/>
              </a:prstGeom>
              <a:solidFill>
                <a:schemeClr val="bg1">
                  <a:lumMod val="95000"/>
                </a:schemeClr>
              </a:solidFill>
              <a:ln w="50800">
                <a:noFill/>
              </a:ln>
              <a:effectLst>
                <a:outerShdw blurRad="76200" dist="38100" dir="2700000" algn="tl" rotWithShape="0">
                  <a:schemeClr val="accent4">
                    <a:lumMod val="50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pSp>
      </p:grpSp>
      <p:grpSp>
        <p:nvGrpSpPr>
          <p:cNvPr id="28" name="原创设计师QQ598969553          _7"/>
          <p:cNvGrpSpPr/>
          <p:nvPr/>
        </p:nvGrpSpPr>
        <p:grpSpPr>
          <a:xfrm>
            <a:off x="6246364" y="3227264"/>
            <a:ext cx="1458945" cy="1458945"/>
            <a:chOff x="4184106" y="2952206"/>
            <a:chExt cx="3823790" cy="3823790"/>
          </a:xfrm>
        </p:grpSpPr>
        <p:sp>
          <p:nvSpPr>
            <p:cNvPr id="29" name="椭圆 28"/>
            <p:cNvSpPr/>
            <p:nvPr/>
          </p:nvSpPr>
          <p:spPr>
            <a:xfrm>
              <a:off x="4184106" y="2952206"/>
              <a:ext cx="3823790" cy="3823790"/>
            </a:xfrm>
            <a:prstGeom prst="ellipse">
              <a:avLst/>
            </a:prstGeom>
            <a:gradFill>
              <a:gsLst>
                <a:gs pos="100000">
                  <a:schemeClr val="bg1">
                    <a:lumMod val="75000"/>
                  </a:schemeClr>
                </a:gs>
                <a:gs pos="0">
                  <a:schemeClr val="bg1"/>
                </a:gs>
              </a:gsLst>
              <a:lin ang="5400000" scaled="0"/>
            </a:gradFill>
            <a:ln w="9525">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pSp>
          <p:nvGrpSpPr>
            <p:cNvPr id="30" name="组合 29"/>
            <p:cNvGrpSpPr/>
            <p:nvPr/>
          </p:nvGrpSpPr>
          <p:grpSpPr>
            <a:xfrm>
              <a:off x="4710169" y="3478269"/>
              <a:ext cx="2771663" cy="2771663"/>
              <a:chOff x="2193191" y="1899415"/>
              <a:chExt cx="2421376" cy="2421376"/>
            </a:xfrm>
            <a:effectLst/>
          </p:grpSpPr>
          <p:sp>
            <p:nvSpPr>
              <p:cNvPr id="31" name="椭圆 30"/>
              <p:cNvSpPr/>
              <p:nvPr/>
            </p:nvSpPr>
            <p:spPr>
              <a:xfrm>
                <a:off x="2193191" y="1899415"/>
                <a:ext cx="2421376" cy="2421376"/>
              </a:xfrm>
              <a:prstGeom prst="ellipse">
                <a:avLst/>
              </a:prstGeom>
              <a:solidFill>
                <a:schemeClr val="accent1"/>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5">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sp>
            <p:nvSpPr>
              <p:cNvPr id="32" name="椭圆 31"/>
              <p:cNvSpPr/>
              <p:nvPr/>
            </p:nvSpPr>
            <p:spPr>
              <a:xfrm>
                <a:off x="2386802" y="2093026"/>
                <a:ext cx="2034160" cy="2034160"/>
              </a:xfrm>
              <a:prstGeom prst="ellipse">
                <a:avLst/>
              </a:prstGeom>
              <a:solidFill>
                <a:schemeClr val="bg1">
                  <a:lumMod val="95000"/>
                </a:schemeClr>
              </a:solidFill>
              <a:ln w="50800">
                <a:noFill/>
              </a:ln>
              <a:effectLst>
                <a:outerShdw blurRad="76200" dist="38100" dir="2700000" algn="tl" rotWithShape="0">
                  <a:schemeClr val="accent5">
                    <a:lumMod val="50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pSp>
      </p:grpSp>
      <p:cxnSp>
        <p:nvCxnSpPr>
          <p:cNvPr id="33" name="原创设计师QQ598969553          _8"/>
          <p:cNvCxnSpPr/>
          <p:nvPr/>
        </p:nvCxnSpPr>
        <p:spPr>
          <a:xfrm flipH="1">
            <a:off x="2822029" y="3972243"/>
            <a:ext cx="1756048" cy="0"/>
          </a:xfrm>
          <a:prstGeom prst="line">
            <a:avLst/>
          </a:prstGeom>
          <a:ln w="12700">
            <a:solidFill>
              <a:schemeClr val="bg1">
                <a:lumMod val="65000"/>
              </a:schemeClr>
            </a:solidFill>
            <a:prstDash val="dash"/>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34" name="原创设计师QQ598969553          _9"/>
          <p:cNvCxnSpPr/>
          <p:nvPr/>
        </p:nvCxnSpPr>
        <p:spPr>
          <a:xfrm>
            <a:off x="4578077" y="3972243"/>
            <a:ext cx="1756048" cy="0"/>
          </a:xfrm>
          <a:prstGeom prst="line">
            <a:avLst/>
          </a:prstGeom>
          <a:ln w="12700">
            <a:solidFill>
              <a:schemeClr val="bg1">
                <a:lumMod val="65000"/>
              </a:schemeClr>
            </a:solidFill>
            <a:prstDash val="dash"/>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35" name="原创设计师QQ598969553          _10"/>
          <p:cNvCxnSpPr/>
          <p:nvPr/>
        </p:nvCxnSpPr>
        <p:spPr>
          <a:xfrm rot="16200000" flipV="1">
            <a:off x="3700055" y="3094220"/>
            <a:ext cx="1756045" cy="0"/>
          </a:xfrm>
          <a:prstGeom prst="line">
            <a:avLst/>
          </a:prstGeom>
          <a:ln w="12700">
            <a:solidFill>
              <a:schemeClr val="bg1">
                <a:lumMod val="65000"/>
              </a:schemeClr>
            </a:solidFill>
            <a:prstDash val="dash"/>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36" name="原创设计师QQ598969553          _11"/>
          <p:cNvCxnSpPr/>
          <p:nvPr/>
        </p:nvCxnSpPr>
        <p:spPr>
          <a:xfrm rot="2700000" flipH="1">
            <a:off x="3079195" y="3351386"/>
            <a:ext cx="1756048" cy="0"/>
          </a:xfrm>
          <a:prstGeom prst="line">
            <a:avLst/>
          </a:prstGeom>
          <a:ln w="12700">
            <a:solidFill>
              <a:schemeClr val="bg1">
                <a:lumMod val="65000"/>
              </a:schemeClr>
            </a:solidFill>
            <a:prstDash val="dash"/>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37" name="原创设计师QQ598969553          _12"/>
          <p:cNvCxnSpPr/>
          <p:nvPr/>
        </p:nvCxnSpPr>
        <p:spPr>
          <a:xfrm rot="18900000">
            <a:off x="4320911" y="3351386"/>
            <a:ext cx="1756048" cy="0"/>
          </a:xfrm>
          <a:prstGeom prst="line">
            <a:avLst/>
          </a:prstGeom>
          <a:ln w="12700">
            <a:solidFill>
              <a:schemeClr val="bg1">
                <a:lumMod val="65000"/>
              </a:schemeClr>
            </a:solidFill>
            <a:prstDash val="dash"/>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38" name="原创设计师QQ598969553          _13"/>
          <p:cNvSpPr txBox="1"/>
          <p:nvPr/>
        </p:nvSpPr>
        <p:spPr>
          <a:xfrm>
            <a:off x="1689817" y="3630578"/>
            <a:ext cx="890944" cy="605811"/>
          </a:xfrm>
          <a:prstGeom prst="rect">
            <a:avLst/>
          </a:prstGeom>
          <a:noFill/>
        </p:spPr>
        <p:txBody>
          <a:bodyPr wrap="square" lIns="112274" tIns="56136" rIns="112274" bIns="56136" rtlCol="0">
            <a:spAutoFit/>
          </a:bodyPr>
          <a:lstStyle/>
          <a:p>
            <a:pPr algn="ct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rPr>
              <a:t>添加</a:t>
            </a:r>
            <a:endParaRPr lang="en-US" altLang="zh-CN" sz="1600" b="1"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rPr>
              <a:t>关键字</a:t>
            </a:r>
          </a:p>
        </p:txBody>
      </p:sp>
      <p:sp>
        <p:nvSpPr>
          <p:cNvPr id="39" name="原创设计师QQ598969553          _14"/>
          <p:cNvSpPr txBox="1"/>
          <p:nvPr/>
        </p:nvSpPr>
        <p:spPr>
          <a:xfrm>
            <a:off x="2384912" y="1923228"/>
            <a:ext cx="890944" cy="605811"/>
          </a:xfrm>
          <a:prstGeom prst="rect">
            <a:avLst/>
          </a:prstGeom>
          <a:noFill/>
        </p:spPr>
        <p:txBody>
          <a:bodyPr wrap="square" lIns="112274" tIns="56136" rIns="112274" bIns="56136" rtlCol="0">
            <a:spAutoFit/>
          </a:bodyPr>
          <a:lstStyle/>
          <a:p>
            <a:pPr algn="ct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rPr>
              <a:t>添加</a:t>
            </a:r>
            <a:endParaRPr lang="en-US" altLang="zh-CN" sz="1600" b="1"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rPr>
              <a:t>关键字</a:t>
            </a:r>
          </a:p>
        </p:txBody>
      </p:sp>
      <p:sp>
        <p:nvSpPr>
          <p:cNvPr id="40" name="原创设计师QQ598969553          _15"/>
          <p:cNvSpPr txBox="1"/>
          <p:nvPr/>
        </p:nvSpPr>
        <p:spPr>
          <a:xfrm>
            <a:off x="4132606" y="1275606"/>
            <a:ext cx="890944" cy="605811"/>
          </a:xfrm>
          <a:prstGeom prst="rect">
            <a:avLst/>
          </a:prstGeom>
          <a:noFill/>
        </p:spPr>
        <p:txBody>
          <a:bodyPr wrap="square" lIns="112274" tIns="56136" rIns="112274" bIns="56136" rtlCol="0">
            <a:spAutoFit/>
          </a:bodyPr>
          <a:lstStyle/>
          <a:p>
            <a:pPr algn="ct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rPr>
              <a:t>添加</a:t>
            </a:r>
            <a:endParaRPr lang="en-US" altLang="zh-CN" sz="1600" b="1"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rPr>
              <a:t>关键字</a:t>
            </a:r>
          </a:p>
        </p:txBody>
      </p:sp>
      <p:sp>
        <p:nvSpPr>
          <p:cNvPr id="41" name="原创设计师QQ598969553          _16"/>
          <p:cNvSpPr txBox="1"/>
          <p:nvPr/>
        </p:nvSpPr>
        <p:spPr>
          <a:xfrm>
            <a:off x="5724128" y="1941208"/>
            <a:ext cx="890944" cy="605811"/>
          </a:xfrm>
          <a:prstGeom prst="rect">
            <a:avLst/>
          </a:prstGeom>
          <a:noFill/>
        </p:spPr>
        <p:txBody>
          <a:bodyPr wrap="square" lIns="112274" tIns="56136" rIns="112274" bIns="56136" rtlCol="0">
            <a:spAutoFit/>
          </a:bodyPr>
          <a:lstStyle/>
          <a:p>
            <a:pPr algn="ct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rPr>
              <a:t>添加</a:t>
            </a:r>
            <a:endParaRPr lang="en-US" altLang="zh-CN" sz="1600" b="1"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rPr>
              <a:t>关键字</a:t>
            </a:r>
          </a:p>
        </p:txBody>
      </p:sp>
      <p:sp>
        <p:nvSpPr>
          <p:cNvPr id="42" name="原创设计师QQ598969553          _17"/>
          <p:cNvSpPr txBox="1"/>
          <p:nvPr/>
        </p:nvSpPr>
        <p:spPr>
          <a:xfrm>
            <a:off x="6548712" y="3631402"/>
            <a:ext cx="890944" cy="605811"/>
          </a:xfrm>
          <a:prstGeom prst="rect">
            <a:avLst/>
          </a:prstGeom>
          <a:noFill/>
        </p:spPr>
        <p:txBody>
          <a:bodyPr wrap="square" lIns="112274" tIns="56136" rIns="112274" bIns="56136" rtlCol="0">
            <a:spAutoFit/>
          </a:bodyPr>
          <a:lstStyle/>
          <a:p>
            <a:pPr algn="ct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rPr>
              <a:t>添加</a:t>
            </a:r>
            <a:endParaRPr lang="en-US" altLang="zh-CN" sz="1600" b="1"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rPr>
              <a:t>关键字</a:t>
            </a:r>
          </a:p>
        </p:txBody>
      </p:sp>
      <p:grpSp>
        <p:nvGrpSpPr>
          <p:cNvPr id="3" name="原创设计师QQ598969553          _18"/>
          <p:cNvGrpSpPr/>
          <p:nvPr/>
        </p:nvGrpSpPr>
        <p:grpSpPr>
          <a:xfrm>
            <a:off x="3475768" y="2689177"/>
            <a:ext cx="2176351" cy="2176351"/>
            <a:chOff x="2193191" y="1899415"/>
            <a:chExt cx="2421376" cy="2421376"/>
          </a:xfrm>
          <a:effectLst/>
        </p:grpSpPr>
        <p:sp>
          <p:nvSpPr>
            <p:cNvPr id="4" name="椭圆 3"/>
            <p:cNvSpPr/>
            <p:nvPr/>
          </p:nvSpPr>
          <p:spPr>
            <a:xfrm>
              <a:off x="2193191" y="1899415"/>
              <a:ext cx="2421376" cy="2421376"/>
            </a:xfrm>
            <a:prstGeom prst="ellipse">
              <a:avLst/>
            </a:prstGeom>
            <a:solidFill>
              <a:schemeClr val="accent1"/>
            </a:solidFill>
            <a:ln w="31750">
              <a:gradFill flip="none" rotWithShape="1">
                <a:gsLst>
                  <a:gs pos="0">
                    <a:schemeClr val="bg1">
                      <a:lumMod val="65000"/>
                    </a:schemeClr>
                  </a:gs>
                  <a:gs pos="100000">
                    <a:schemeClr val="bg1"/>
                  </a:gs>
                </a:gsLst>
                <a:lin ang="2700000" scaled="1"/>
                <a:tileRect/>
              </a:gradFill>
            </a:ln>
            <a:effectLst>
              <a:innerShdw blurRad="127000" dist="63500" dir="13500000">
                <a:schemeClr val="accent3">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sp>
          <p:nvSpPr>
            <p:cNvPr id="6" name="椭圆 5"/>
            <p:cNvSpPr/>
            <p:nvPr/>
          </p:nvSpPr>
          <p:spPr>
            <a:xfrm>
              <a:off x="2345502" y="2051726"/>
              <a:ext cx="2116756" cy="2116756"/>
            </a:xfrm>
            <a:prstGeom prst="ellipse">
              <a:avLst/>
            </a:prstGeom>
            <a:solidFill>
              <a:schemeClr val="bg1">
                <a:lumMod val="95000"/>
              </a:schemeClr>
            </a:solidFill>
            <a:ln w="50800">
              <a:noFill/>
            </a:ln>
            <a:effectLst>
              <a:outerShdw blurRad="165100" dist="88900" dir="2700000" algn="tl" rotWithShape="0">
                <a:schemeClr val="accent3">
                  <a:lumMod val="50000"/>
                  <a:alpha val="64000"/>
                </a:schemeClr>
              </a:outerShdw>
            </a:effectLst>
            <a:scene3d>
              <a:camera prst="orthographicFront"/>
              <a:lightRig rig="threePt" dir="t"/>
            </a:scene3d>
            <a:sp3d prstMaterial="softEdge">
              <a:bevelT w="82550" h="317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pSp>
      <p:sp>
        <p:nvSpPr>
          <p:cNvPr id="7" name="原创设计师QQ598969553          _19"/>
          <p:cNvSpPr/>
          <p:nvPr/>
        </p:nvSpPr>
        <p:spPr>
          <a:xfrm>
            <a:off x="3723290" y="3425136"/>
            <a:ext cx="1630868" cy="707886"/>
          </a:xfrm>
          <a:prstGeom prst="rect">
            <a:avLst/>
          </a:prstGeom>
        </p:spPr>
        <p:txBody>
          <a:bodyPr wrap="square">
            <a:spAutoFit/>
          </a:bodyPr>
          <a:lstStyle/>
          <a:p>
            <a:pPr algn="ct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年度工作</a:t>
            </a:r>
            <a:endPar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内容概述</a:t>
            </a:r>
          </a:p>
        </p:txBody>
      </p:sp>
      <p:grpSp>
        <p:nvGrpSpPr>
          <p:cNvPr id="46" name="原创设计师QQ598969553          _20"/>
          <p:cNvGrpSpPr/>
          <p:nvPr/>
        </p:nvGrpSpPr>
        <p:grpSpPr>
          <a:xfrm>
            <a:off x="742128" y="1059582"/>
            <a:ext cx="2913592" cy="500137"/>
            <a:chOff x="539552" y="1182027"/>
            <a:chExt cx="2913592" cy="500137"/>
          </a:xfrm>
        </p:grpSpPr>
        <p:sp>
          <p:nvSpPr>
            <p:cNvPr id="47" name="TextBox 46"/>
            <p:cNvSpPr txBox="1"/>
            <p:nvPr/>
          </p:nvSpPr>
          <p:spPr>
            <a:xfrm>
              <a:off x="728900" y="1182027"/>
              <a:ext cx="2724244" cy="500137"/>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itchFamily="34" charset="-122"/>
                  <a:ea typeface="微软雅黑" pitchFamily="34" charset="-122"/>
                </a:defRPr>
              </a:lvl1pPr>
            </a:lstStyle>
            <a:p>
              <a:r>
                <a:rPr lang="zh-CN" altLang="en-US" dirty="0">
                  <a:solidFill>
                    <a:schemeClr val="tx1">
                      <a:lumMod val="75000"/>
                      <a:lumOff val="25000"/>
                    </a:schemeClr>
                  </a:solidFill>
                </a:rPr>
                <a:t>详写内容</a:t>
              </a:r>
              <a:r>
                <a:rPr lang="en-US" altLang="zh-CN" dirty="0">
                  <a:solidFill>
                    <a:schemeClr val="tx1">
                      <a:lumMod val="75000"/>
                      <a:lumOff val="25000"/>
                    </a:schemeClr>
                  </a:solidFill>
                </a:rPr>
                <a:t>……</a:t>
              </a:r>
              <a:r>
                <a:rPr lang="zh-CN" altLang="en-US" dirty="0">
                  <a:solidFill>
                    <a:schemeClr val="tx1">
                      <a:lumMod val="75000"/>
                      <a:lumOff val="25000"/>
                    </a:schemeClr>
                  </a:solidFill>
                </a:rPr>
                <a:t>点击输入本页需要详写的文字内容，简明扼要，此为概念图解，根据您的具体内容酌情修改。</a:t>
              </a:r>
              <a:endParaRPr lang="en-US" altLang="zh-CN" dirty="0">
                <a:solidFill>
                  <a:schemeClr val="tx1">
                    <a:lumMod val="75000"/>
                    <a:lumOff val="25000"/>
                  </a:schemeClr>
                </a:solidFill>
              </a:endParaRPr>
            </a:p>
          </p:txBody>
        </p:sp>
        <p:sp>
          <p:nvSpPr>
            <p:cNvPr id="48" name="矩形 47"/>
            <p:cNvSpPr/>
            <p:nvPr/>
          </p:nvSpPr>
          <p:spPr>
            <a:xfrm>
              <a:off x="539552" y="1203485"/>
              <a:ext cx="120566" cy="1205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9" name="Picture 64"/>
          <p:cNvPicPr>
            <a:picLocks noGrp="1" noSelect="1" noRot="1" noChangeAspect="1" noMove="1" noResize="1" noChangeShapeType="1"/>
          </p:cNvPicPr>
          <p:nvPr/>
        </p:nvPicPr>
        <p:blipFill>
          <a:blip r:embed="rId3"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1971440494"/>
      </p:ext>
    </p:extLst>
  </p:cSld>
  <p:clrMapOvr>
    <a:masterClrMapping/>
  </p:clrMapOvr>
  <p:transition spd="slow" advClick="0"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44"/>
                                        </p:tgtEl>
                                        <p:attrNameLst>
                                          <p:attrName>style.visibility</p:attrName>
                                        </p:attrNameLst>
                                      </p:cBhvr>
                                      <p:to>
                                        <p:strVal val="visible"/>
                                      </p:to>
                                    </p:set>
                                    <p:anim calcmode="lin" valueType="num">
                                      <p:cBhvr additive="base">
                                        <p:cTn id="7" dur="500" fill="hold"/>
                                        <p:tgtEl>
                                          <p:spTgt spid="44"/>
                                        </p:tgtEl>
                                        <p:attrNameLst>
                                          <p:attrName>ppt_x</p:attrName>
                                        </p:attrNameLst>
                                      </p:cBhvr>
                                      <p:tavLst>
                                        <p:tav tm="0">
                                          <p:val>
                                            <p:strVal val="#ppt_x"/>
                                          </p:val>
                                        </p:tav>
                                        <p:tav tm="100000">
                                          <p:val>
                                            <p:strVal val="#ppt_x"/>
                                          </p:val>
                                        </p:tav>
                                      </p:tavLst>
                                    </p:anim>
                                    <p:anim calcmode="lin" valueType="num">
                                      <p:cBhvr additive="base">
                                        <p:cTn id="8" dur="500" fill="hold"/>
                                        <p:tgtEl>
                                          <p:spTgt spid="4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1" presetClass="entr" presetSubtype="1"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heel(1)">
                                      <p:cBhvr>
                                        <p:cTn id="12" dur="500"/>
                                        <p:tgtEl>
                                          <p:spTgt spid="3"/>
                                        </p:tgtEl>
                                      </p:cBhvr>
                                    </p:animEffect>
                                  </p:childTnLst>
                                </p:cTn>
                              </p:par>
                            </p:childTnLst>
                          </p:cTn>
                        </p:par>
                        <p:par>
                          <p:cTn id="13" fill="hold">
                            <p:stCondLst>
                              <p:cond delay="1000"/>
                            </p:stCondLst>
                            <p:childTnLst>
                              <p:par>
                                <p:cTn id="14" presetID="10" presetClass="entr" presetSubtype="0"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par>
                          <p:cTn id="17" fill="hold">
                            <p:stCondLst>
                              <p:cond delay="1500"/>
                            </p:stCondLst>
                            <p:childTnLst>
                              <p:par>
                                <p:cTn id="18" presetID="53" presetClass="entr" presetSubtype="16" fill="hold" nodeType="afterEffect">
                                  <p:stCondLst>
                                    <p:cond delay="0"/>
                                  </p:stCondLst>
                                  <p:childTnLst>
                                    <p:set>
                                      <p:cBhvr>
                                        <p:cTn id="19" dur="1" fill="hold">
                                          <p:stCondLst>
                                            <p:cond delay="0"/>
                                          </p:stCondLst>
                                        </p:cTn>
                                        <p:tgtEl>
                                          <p:spTgt spid="33"/>
                                        </p:tgtEl>
                                        <p:attrNameLst>
                                          <p:attrName>style.visibility</p:attrName>
                                        </p:attrNameLst>
                                      </p:cBhvr>
                                      <p:to>
                                        <p:strVal val="visible"/>
                                      </p:to>
                                    </p:set>
                                    <p:anim calcmode="lin" valueType="num">
                                      <p:cBhvr>
                                        <p:cTn id="20" dur="500" fill="hold"/>
                                        <p:tgtEl>
                                          <p:spTgt spid="33"/>
                                        </p:tgtEl>
                                        <p:attrNameLst>
                                          <p:attrName>ppt_w</p:attrName>
                                        </p:attrNameLst>
                                      </p:cBhvr>
                                      <p:tavLst>
                                        <p:tav tm="0">
                                          <p:val>
                                            <p:fltVal val="0"/>
                                          </p:val>
                                        </p:tav>
                                        <p:tav tm="100000">
                                          <p:val>
                                            <p:strVal val="#ppt_w"/>
                                          </p:val>
                                        </p:tav>
                                      </p:tavLst>
                                    </p:anim>
                                    <p:anim calcmode="lin" valueType="num">
                                      <p:cBhvr>
                                        <p:cTn id="21" dur="500" fill="hold"/>
                                        <p:tgtEl>
                                          <p:spTgt spid="33"/>
                                        </p:tgtEl>
                                        <p:attrNameLst>
                                          <p:attrName>ppt_h</p:attrName>
                                        </p:attrNameLst>
                                      </p:cBhvr>
                                      <p:tavLst>
                                        <p:tav tm="0">
                                          <p:val>
                                            <p:fltVal val="0"/>
                                          </p:val>
                                        </p:tav>
                                        <p:tav tm="100000">
                                          <p:val>
                                            <p:strVal val="#ppt_h"/>
                                          </p:val>
                                        </p:tav>
                                      </p:tavLst>
                                    </p:anim>
                                    <p:animEffect transition="in" filter="fade">
                                      <p:cBhvr>
                                        <p:cTn id="22" dur="500"/>
                                        <p:tgtEl>
                                          <p:spTgt spid="33"/>
                                        </p:tgtEl>
                                      </p:cBhvr>
                                    </p:animEffect>
                                  </p:childTnLst>
                                </p:cTn>
                              </p:par>
                              <p:par>
                                <p:cTn id="23" presetID="53" presetClass="entr" presetSubtype="16" fill="hold" nodeType="withEffect">
                                  <p:stCondLst>
                                    <p:cond delay="0"/>
                                  </p:stCondLst>
                                  <p:childTnLst>
                                    <p:set>
                                      <p:cBhvr>
                                        <p:cTn id="24" dur="1" fill="hold">
                                          <p:stCondLst>
                                            <p:cond delay="0"/>
                                          </p:stCondLst>
                                        </p:cTn>
                                        <p:tgtEl>
                                          <p:spTgt spid="34"/>
                                        </p:tgtEl>
                                        <p:attrNameLst>
                                          <p:attrName>style.visibility</p:attrName>
                                        </p:attrNameLst>
                                      </p:cBhvr>
                                      <p:to>
                                        <p:strVal val="visible"/>
                                      </p:to>
                                    </p:set>
                                    <p:anim calcmode="lin" valueType="num">
                                      <p:cBhvr>
                                        <p:cTn id="25" dur="500" fill="hold"/>
                                        <p:tgtEl>
                                          <p:spTgt spid="34"/>
                                        </p:tgtEl>
                                        <p:attrNameLst>
                                          <p:attrName>ppt_w</p:attrName>
                                        </p:attrNameLst>
                                      </p:cBhvr>
                                      <p:tavLst>
                                        <p:tav tm="0">
                                          <p:val>
                                            <p:fltVal val="0"/>
                                          </p:val>
                                        </p:tav>
                                        <p:tav tm="100000">
                                          <p:val>
                                            <p:strVal val="#ppt_w"/>
                                          </p:val>
                                        </p:tav>
                                      </p:tavLst>
                                    </p:anim>
                                    <p:anim calcmode="lin" valueType="num">
                                      <p:cBhvr>
                                        <p:cTn id="26" dur="500" fill="hold"/>
                                        <p:tgtEl>
                                          <p:spTgt spid="34"/>
                                        </p:tgtEl>
                                        <p:attrNameLst>
                                          <p:attrName>ppt_h</p:attrName>
                                        </p:attrNameLst>
                                      </p:cBhvr>
                                      <p:tavLst>
                                        <p:tav tm="0">
                                          <p:val>
                                            <p:fltVal val="0"/>
                                          </p:val>
                                        </p:tav>
                                        <p:tav tm="100000">
                                          <p:val>
                                            <p:strVal val="#ppt_h"/>
                                          </p:val>
                                        </p:tav>
                                      </p:tavLst>
                                    </p:anim>
                                    <p:animEffect transition="in" filter="fade">
                                      <p:cBhvr>
                                        <p:cTn id="27" dur="500"/>
                                        <p:tgtEl>
                                          <p:spTgt spid="34"/>
                                        </p:tgtEl>
                                      </p:cBhvr>
                                    </p:animEffect>
                                  </p:childTnLst>
                                </p:cTn>
                              </p:par>
                              <p:par>
                                <p:cTn id="28" presetID="53" presetClass="entr" presetSubtype="16" fill="hold" nodeType="withEffect">
                                  <p:stCondLst>
                                    <p:cond delay="0"/>
                                  </p:stCondLst>
                                  <p:childTnLst>
                                    <p:set>
                                      <p:cBhvr>
                                        <p:cTn id="29" dur="1" fill="hold">
                                          <p:stCondLst>
                                            <p:cond delay="0"/>
                                          </p:stCondLst>
                                        </p:cTn>
                                        <p:tgtEl>
                                          <p:spTgt spid="35"/>
                                        </p:tgtEl>
                                        <p:attrNameLst>
                                          <p:attrName>style.visibility</p:attrName>
                                        </p:attrNameLst>
                                      </p:cBhvr>
                                      <p:to>
                                        <p:strVal val="visible"/>
                                      </p:to>
                                    </p:set>
                                    <p:anim calcmode="lin" valueType="num">
                                      <p:cBhvr>
                                        <p:cTn id="30" dur="500" fill="hold"/>
                                        <p:tgtEl>
                                          <p:spTgt spid="35"/>
                                        </p:tgtEl>
                                        <p:attrNameLst>
                                          <p:attrName>ppt_w</p:attrName>
                                        </p:attrNameLst>
                                      </p:cBhvr>
                                      <p:tavLst>
                                        <p:tav tm="0">
                                          <p:val>
                                            <p:fltVal val="0"/>
                                          </p:val>
                                        </p:tav>
                                        <p:tav tm="100000">
                                          <p:val>
                                            <p:strVal val="#ppt_w"/>
                                          </p:val>
                                        </p:tav>
                                      </p:tavLst>
                                    </p:anim>
                                    <p:anim calcmode="lin" valueType="num">
                                      <p:cBhvr>
                                        <p:cTn id="31" dur="500" fill="hold"/>
                                        <p:tgtEl>
                                          <p:spTgt spid="35"/>
                                        </p:tgtEl>
                                        <p:attrNameLst>
                                          <p:attrName>ppt_h</p:attrName>
                                        </p:attrNameLst>
                                      </p:cBhvr>
                                      <p:tavLst>
                                        <p:tav tm="0">
                                          <p:val>
                                            <p:fltVal val="0"/>
                                          </p:val>
                                        </p:tav>
                                        <p:tav tm="100000">
                                          <p:val>
                                            <p:strVal val="#ppt_h"/>
                                          </p:val>
                                        </p:tav>
                                      </p:tavLst>
                                    </p:anim>
                                    <p:animEffect transition="in" filter="fade">
                                      <p:cBhvr>
                                        <p:cTn id="32" dur="500"/>
                                        <p:tgtEl>
                                          <p:spTgt spid="35"/>
                                        </p:tgtEl>
                                      </p:cBhvr>
                                    </p:animEffect>
                                  </p:childTnLst>
                                </p:cTn>
                              </p:par>
                              <p:par>
                                <p:cTn id="33" presetID="53" presetClass="entr" presetSubtype="16" fill="hold" nodeType="withEffect">
                                  <p:stCondLst>
                                    <p:cond delay="0"/>
                                  </p:stCondLst>
                                  <p:childTnLst>
                                    <p:set>
                                      <p:cBhvr>
                                        <p:cTn id="34" dur="1" fill="hold">
                                          <p:stCondLst>
                                            <p:cond delay="0"/>
                                          </p:stCondLst>
                                        </p:cTn>
                                        <p:tgtEl>
                                          <p:spTgt spid="36"/>
                                        </p:tgtEl>
                                        <p:attrNameLst>
                                          <p:attrName>style.visibility</p:attrName>
                                        </p:attrNameLst>
                                      </p:cBhvr>
                                      <p:to>
                                        <p:strVal val="visible"/>
                                      </p:to>
                                    </p:set>
                                    <p:anim calcmode="lin" valueType="num">
                                      <p:cBhvr>
                                        <p:cTn id="35" dur="500" fill="hold"/>
                                        <p:tgtEl>
                                          <p:spTgt spid="36"/>
                                        </p:tgtEl>
                                        <p:attrNameLst>
                                          <p:attrName>ppt_w</p:attrName>
                                        </p:attrNameLst>
                                      </p:cBhvr>
                                      <p:tavLst>
                                        <p:tav tm="0">
                                          <p:val>
                                            <p:fltVal val="0"/>
                                          </p:val>
                                        </p:tav>
                                        <p:tav tm="100000">
                                          <p:val>
                                            <p:strVal val="#ppt_w"/>
                                          </p:val>
                                        </p:tav>
                                      </p:tavLst>
                                    </p:anim>
                                    <p:anim calcmode="lin" valueType="num">
                                      <p:cBhvr>
                                        <p:cTn id="36" dur="500" fill="hold"/>
                                        <p:tgtEl>
                                          <p:spTgt spid="36"/>
                                        </p:tgtEl>
                                        <p:attrNameLst>
                                          <p:attrName>ppt_h</p:attrName>
                                        </p:attrNameLst>
                                      </p:cBhvr>
                                      <p:tavLst>
                                        <p:tav tm="0">
                                          <p:val>
                                            <p:fltVal val="0"/>
                                          </p:val>
                                        </p:tav>
                                        <p:tav tm="100000">
                                          <p:val>
                                            <p:strVal val="#ppt_h"/>
                                          </p:val>
                                        </p:tav>
                                      </p:tavLst>
                                    </p:anim>
                                    <p:animEffect transition="in" filter="fade">
                                      <p:cBhvr>
                                        <p:cTn id="37" dur="500"/>
                                        <p:tgtEl>
                                          <p:spTgt spid="36"/>
                                        </p:tgtEl>
                                      </p:cBhvr>
                                    </p:animEffect>
                                  </p:childTnLst>
                                </p:cTn>
                              </p:par>
                              <p:par>
                                <p:cTn id="38" presetID="53" presetClass="entr" presetSubtype="16" fill="hold" nodeType="withEffect">
                                  <p:stCondLst>
                                    <p:cond delay="0"/>
                                  </p:stCondLst>
                                  <p:childTnLst>
                                    <p:set>
                                      <p:cBhvr>
                                        <p:cTn id="39" dur="1" fill="hold">
                                          <p:stCondLst>
                                            <p:cond delay="0"/>
                                          </p:stCondLst>
                                        </p:cTn>
                                        <p:tgtEl>
                                          <p:spTgt spid="37"/>
                                        </p:tgtEl>
                                        <p:attrNameLst>
                                          <p:attrName>style.visibility</p:attrName>
                                        </p:attrNameLst>
                                      </p:cBhvr>
                                      <p:to>
                                        <p:strVal val="visible"/>
                                      </p:to>
                                    </p:set>
                                    <p:anim calcmode="lin" valueType="num">
                                      <p:cBhvr>
                                        <p:cTn id="40" dur="500" fill="hold"/>
                                        <p:tgtEl>
                                          <p:spTgt spid="37"/>
                                        </p:tgtEl>
                                        <p:attrNameLst>
                                          <p:attrName>ppt_w</p:attrName>
                                        </p:attrNameLst>
                                      </p:cBhvr>
                                      <p:tavLst>
                                        <p:tav tm="0">
                                          <p:val>
                                            <p:fltVal val="0"/>
                                          </p:val>
                                        </p:tav>
                                        <p:tav tm="100000">
                                          <p:val>
                                            <p:strVal val="#ppt_w"/>
                                          </p:val>
                                        </p:tav>
                                      </p:tavLst>
                                    </p:anim>
                                    <p:anim calcmode="lin" valueType="num">
                                      <p:cBhvr>
                                        <p:cTn id="41" dur="500" fill="hold"/>
                                        <p:tgtEl>
                                          <p:spTgt spid="37"/>
                                        </p:tgtEl>
                                        <p:attrNameLst>
                                          <p:attrName>ppt_h</p:attrName>
                                        </p:attrNameLst>
                                      </p:cBhvr>
                                      <p:tavLst>
                                        <p:tav tm="0">
                                          <p:val>
                                            <p:fltVal val="0"/>
                                          </p:val>
                                        </p:tav>
                                        <p:tav tm="100000">
                                          <p:val>
                                            <p:strVal val="#ppt_h"/>
                                          </p:val>
                                        </p:tav>
                                      </p:tavLst>
                                    </p:anim>
                                    <p:animEffect transition="in" filter="fade">
                                      <p:cBhvr>
                                        <p:cTn id="42" dur="500"/>
                                        <p:tgtEl>
                                          <p:spTgt spid="37"/>
                                        </p:tgtEl>
                                      </p:cBhvr>
                                    </p:animEffect>
                                  </p:childTnLst>
                                </p:cTn>
                              </p:par>
                            </p:childTnLst>
                          </p:cTn>
                        </p:par>
                        <p:par>
                          <p:cTn id="43" fill="hold">
                            <p:stCondLst>
                              <p:cond delay="2000"/>
                            </p:stCondLst>
                            <p:childTnLst>
                              <p:par>
                                <p:cTn id="44" presetID="53" presetClass="entr" presetSubtype="16" fill="hold" nodeType="afterEffect">
                                  <p:stCondLst>
                                    <p:cond delay="0"/>
                                  </p:stCondLst>
                                  <p:childTnLst>
                                    <p:set>
                                      <p:cBhvr>
                                        <p:cTn id="45" dur="1" fill="hold">
                                          <p:stCondLst>
                                            <p:cond delay="0"/>
                                          </p:stCondLst>
                                        </p:cTn>
                                        <p:tgtEl>
                                          <p:spTgt spid="8"/>
                                        </p:tgtEl>
                                        <p:attrNameLst>
                                          <p:attrName>style.visibility</p:attrName>
                                        </p:attrNameLst>
                                      </p:cBhvr>
                                      <p:to>
                                        <p:strVal val="visible"/>
                                      </p:to>
                                    </p:set>
                                    <p:anim calcmode="lin" valueType="num">
                                      <p:cBhvr>
                                        <p:cTn id="46" dur="500" fill="hold"/>
                                        <p:tgtEl>
                                          <p:spTgt spid="8"/>
                                        </p:tgtEl>
                                        <p:attrNameLst>
                                          <p:attrName>ppt_w</p:attrName>
                                        </p:attrNameLst>
                                      </p:cBhvr>
                                      <p:tavLst>
                                        <p:tav tm="0">
                                          <p:val>
                                            <p:fltVal val="0"/>
                                          </p:val>
                                        </p:tav>
                                        <p:tav tm="100000">
                                          <p:val>
                                            <p:strVal val="#ppt_w"/>
                                          </p:val>
                                        </p:tav>
                                      </p:tavLst>
                                    </p:anim>
                                    <p:anim calcmode="lin" valueType="num">
                                      <p:cBhvr>
                                        <p:cTn id="47" dur="500" fill="hold"/>
                                        <p:tgtEl>
                                          <p:spTgt spid="8"/>
                                        </p:tgtEl>
                                        <p:attrNameLst>
                                          <p:attrName>ppt_h</p:attrName>
                                        </p:attrNameLst>
                                      </p:cBhvr>
                                      <p:tavLst>
                                        <p:tav tm="0">
                                          <p:val>
                                            <p:fltVal val="0"/>
                                          </p:val>
                                        </p:tav>
                                        <p:tav tm="100000">
                                          <p:val>
                                            <p:strVal val="#ppt_h"/>
                                          </p:val>
                                        </p:tav>
                                      </p:tavLst>
                                    </p:anim>
                                    <p:animEffect transition="in" filter="fade">
                                      <p:cBhvr>
                                        <p:cTn id="48" dur="500"/>
                                        <p:tgtEl>
                                          <p:spTgt spid="8"/>
                                        </p:tgtEl>
                                      </p:cBhvr>
                                    </p:animEffect>
                                  </p:childTnLst>
                                </p:cTn>
                              </p:par>
                              <p:par>
                                <p:cTn id="49" presetID="53" presetClass="entr" presetSubtype="16" fill="hold" grpId="0" nodeType="withEffect">
                                  <p:stCondLst>
                                    <p:cond delay="0"/>
                                  </p:stCondLst>
                                  <p:childTnLst>
                                    <p:set>
                                      <p:cBhvr>
                                        <p:cTn id="50" dur="1" fill="hold">
                                          <p:stCondLst>
                                            <p:cond delay="0"/>
                                          </p:stCondLst>
                                        </p:cTn>
                                        <p:tgtEl>
                                          <p:spTgt spid="38"/>
                                        </p:tgtEl>
                                        <p:attrNameLst>
                                          <p:attrName>style.visibility</p:attrName>
                                        </p:attrNameLst>
                                      </p:cBhvr>
                                      <p:to>
                                        <p:strVal val="visible"/>
                                      </p:to>
                                    </p:set>
                                    <p:anim calcmode="lin" valueType="num">
                                      <p:cBhvr>
                                        <p:cTn id="51" dur="500" fill="hold"/>
                                        <p:tgtEl>
                                          <p:spTgt spid="38"/>
                                        </p:tgtEl>
                                        <p:attrNameLst>
                                          <p:attrName>ppt_w</p:attrName>
                                        </p:attrNameLst>
                                      </p:cBhvr>
                                      <p:tavLst>
                                        <p:tav tm="0">
                                          <p:val>
                                            <p:fltVal val="0"/>
                                          </p:val>
                                        </p:tav>
                                        <p:tav tm="100000">
                                          <p:val>
                                            <p:strVal val="#ppt_w"/>
                                          </p:val>
                                        </p:tav>
                                      </p:tavLst>
                                    </p:anim>
                                    <p:anim calcmode="lin" valueType="num">
                                      <p:cBhvr>
                                        <p:cTn id="52" dur="500" fill="hold"/>
                                        <p:tgtEl>
                                          <p:spTgt spid="38"/>
                                        </p:tgtEl>
                                        <p:attrNameLst>
                                          <p:attrName>ppt_h</p:attrName>
                                        </p:attrNameLst>
                                      </p:cBhvr>
                                      <p:tavLst>
                                        <p:tav tm="0">
                                          <p:val>
                                            <p:fltVal val="0"/>
                                          </p:val>
                                        </p:tav>
                                        <p:tav tm="100000">
                                          <p:val>
                                            <p:strVal val="#ppt_h"/>
                                          </p:val>
                                        </p:tav>
                                      </p:tavLst>
                                    </p:anim>
                                    <p:animEffect transition="in" filter="fade">
                                      <p:cBhvr>
                                        <p:cTn id="53" dur="500"/>
                                        <p:tgtEl>
                                          <p:spTgt spid="38"/>
                                        </p:tgtEl>
                                      </p:cBhvr>
                                    </p:animEffect>
                                  </p:childTnLst>
                                </p:cTn>
                              </p:par>
                            </p:childTnLst>
                          </p:cTn>
                        </p:par>
                        <p:par>
                          <p:cTn id="54" fill="hold">
                            <p:stCondLst>
                              <p:cond delay="2500"/>
                            </p:stCondLst>
                            <p:childTnLst>
                              <p:par>
                                <p:cTn id="55" presetID="53" presetClass="entr" presetSubtype="16" fill="hold" nodeType="afterEffect">
                                  <p:stCondLst>
                                    <p:cond delay="0"/>
                                  </p:stCondLst>
                                  <p:childTnLst>
                                    <p:set>
                                      <p:cBhvr>
                                        <p:cTn id="56" dur="1" fill="hold">
                                          <p:stCondLst>
                                            <p:cond delay="0"/>
                                          </p:stCondLst>
                                        </p:cTn>
                                        <p:tgtEl>
                                          <p:spTgt spid="13"/>
                                        </p:tgtEl>
                                        <p:attrNameLst>
                                          <p:attrName>style.visibility</p:attrName>
                                        </p:attrNameLst>
                                      </p:cBhvr>
                                      <p:to>
                                        <p:strVal val="visible"/>
                                      </p:to>
                                    </p:set>
                                    <p:anim calcmode="lin" valueType="num">
                                      <p:cBhvr>
                                        <p:cTn id="57" dur="500" fill="hold"/>
                                        <p:tgtEl>
                                          <p:spTgt spid="13"/>
                                        </p:tgtEl>
                                        <p:attrNameLst>
                                          <p:attrName>ppt_w</p:attrName>
                                        </p:attrNameLst>
                                      </p:cBhvr>
                                      <p:tavLst>
                                        <p:tav tm="0">
                                          <p:val>
                                            <p:fltVal val="0"/>
                                          </p:val>
                                        </p:tav>
                                        <p:tav tm="100000">
                                          <p:val>
                                            <p:strVal val="#ppt_w"/>
                                          </p:val>
                                        </p:tav>
                                      </p:tavLst>
                                    </p:anim>
                                    <p:anim calcmode="lin" valueType="num">
                                      <p:cBhvr>
                                        <p:cTn id="58" dur="500" fill="hold"/>
                                        <p:tgtEl>
                                          <p:spTgt spid="13"/>
                                        </p:tgtEl>
                                        <p:attrNameLst>
                                          <p:attrName>ppt_h</p:attrName>
                                        </p:attrNameLst>
                                      </p:cBhvr>
                                      <p:tavLst>
                                        <p:tav tm="0">
                                          <p:val>
                                            <p:fltVal val="0"/>
                                          </p:val>
                                        </p:tav>
                                        <p:tav tm="100000">
                                          <p:val>
                                            <p:strVal val="#ppt_h"/>
                                          </p:val>
                                        </p:tav>
                                      </p:tavLst>
                                    </p:anim>
                                    <p:animEffect transition="in" filter="fade">
                                      <p:cBhvr>
                                        <p:cTn id="59" dur="500"/>
                                        <p:tgtEl>
                                          <p:spTgt spid="13"/>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39"/>
                                        </p:tgtEl>
                                        <p:attrNameLst>
                                          <p:attrName>style.visibility</p:attrName>
                                        </p:attrNameLst>
                                      </p:cBhvr>
                                      <p:to>
                                        <p:strVal val="visible"/>
                                      </p:to>
                                    </p:set>
                                    <p:anim calcmode="lin" valueType="num">
                                      <p:cBhvr>
                                        <p:cTn id="62" dur="500" fill="hold"/>
                                        <p:tgtEl>
                                          <p:spTgt spid="39"/>
                                        </p:tgtEl>
                                        <p:attrNameLst>
                                          <p:attrName>ppt_w</p:attrName>
                                        </p:attrNameLst>
                                      </p:cBhvr>
                                      <p:tavLst>
                                        <p:tav tm="0">
                                          <p:val>
                                            <p:fltVal val="0"/>
                                          </p:val>
                                        </p:tav>
                                        <p:tav tm="100000">
                                          <p:val>
                                            <p:strVal val="#ppt_w"/>
                                          </p:val>
                                        </p:tav>
                                      </p:tavLst>
                                    </p:anim>
                                    <p:anim calcmode="lin" valueType="num">
                                      <p:cBhvr>
                                        <p:cTn id="63" dur="500" fill="hold"/>
                                        <p:tgtEl>
                                          <p:spTgt spid="39"/>
                                        </p:tgtEl>
                                        <p:attrNameLst>
                                          <p:attrName>ppt_h</p:attrName>
                                        </p:attrNameLst>
                                      </p:cBhvr>
                                      <p:tavLst>
                                        <p:tav tm="0">
                                          <p:val>
                                            <p:fltVal val="0"/>
                                          </p:val>
                                        </p:tav>
                                        <p:tav tm="100000">
                                          <p:val>
                                            <p:strVal val="#ppt_h"/>
                                          </p:val>
                                        </p:tav>
                                      </p:tavLst>
                                    </p:anim>
                                    <p:animEffect transition="in" filter="fade">
                                      <p:cBhvr>
                                        <p:cTn id="64" dur="500"/>
                                        <p:tgtEl>
                                          <p:spTgt spid="39"/>
                                        </p:tgtEl>
                                      </p:cBhvr>
                                    </p:animEffect>
                                  </p:childTnLst>
                                </p:cTn>
                              </p:par>
                            </p:childTnLst>
                          </p:cTn>
                        </p:par>
                        <p:par>
                          <p:cTn id="65" fill="hold">
                            <p:stCondLst>
                              <p:cond delay="3000"/>
                            </p:stCondLst>
                            <p:childTnLst>
                              <p:par>
                                <p:cTn id="66" presetID="53" presetClass="entr" presetSubtype="16" fill="hold" nodeType="afterEffect">
                                  <p:stCondLst>
                                    <p:cond delay="0"/>
                                  </p:stCondLst>
                                  <p:childTnLst>
                                    <p:set>
                                      <p:cBhvr>
                                        <p:cTn id="67" dur="1" fill="hold">
                                          <p:stCondLst>
                                            <p:cond delay="0"/>
                                          </p:stCondLst>
                                        </p:cTn>
                                        <p:tgtEl>
                                          <p:spTgt spid="18"/>
                                        </p:tgtEl>
                                        <p:attrNameLst>
                                          <p:attrName>style.visibility</p:attrName>
                                        </p:attrNameLst>
                                      </p:cBhvr>
                                      <p:to>
                                        <p:strVal val="visible"/>
                                      </p:to>
                                    </p:set>
                                    <p:anim calcmode="lin" valueType="num">
                                      <p:cBhvr>
                                        <p:cTn id="68" dur="500" fill="hold"/>
                                        <p:tgtEl>
                                          <p:spTgt spid="18"/>
                                        </p:tgtEl>
                                        <p:attrNameLst>
                                          <p:attrName>ppt_w</p:attrName>
                                        </p:attrNameLst>
                                      </p:cBhvr>
                                      <p:tavLst>
                                        <p:tav tm="0">
                                          <p:val>
                                            <p:fltVal val="0"/>
                                          </p:val>
                                        </p:tav>
                                        <p:tav tm="100000">
                                          <p:val>
                                            <p:strVal val="#ppt_w"/>
                                          </p:val>
                                        </p:tav>
                                      </p:tavLst>
                                    </p:anim>
                                    <p:anim calcmode="lin" valueType="num">
                                      <p:cBhvr>
                                        <p:cTn id="69" dur="500" fill="hold"/>
                                        <p:tgtEl>
                                          <p:spTgt spid="18"/>
                                        </p:tgtEl>
                                        <p:attrNameLst>
                                          <p:attrName>ppt_h</p:attrName>
                                        </p:attrNameLst>
                                      </p:cBhvr>
                                      <p:tavLst>
                                        <p:tav tm="0">
                                          <p:val>
                                            <p:fltVal val="0"/>
                                          </p:val>
                                        </p:tav>
                                        <p:tav tm="100000">
                                          <p:val>
                                            <p:strVal val="#ppt_h"/>
                                          </p:val>
                                        </p:tav>
                                      </p:tavLst>
                                    </p:anim>
                                    <p:animEffect transition="in" filter="fade">
                                      <p:cBhvr>
                                        <p:cTn id="70" dur="500"/>
                                        <p:tgtEl>
                                          <p:spTgt spid="18"/>
                                        </p:tgtEl>
                                      </p:cBhvr>
                                    </p:animEffect>
                                  </p:childTnLst>
                                </p:cTn>
                              </p:par>
                              <p:par>
                                <p:cTn id="71" presetID="53" presetClass="entr" presetSubtype="16" fill="hold" grpId="0" nodeType="withEffect">
                                  <p:stCondLst>
                                    <p:cond delay="0"/>
                                  </p:stCondLst>
                                  <p:childTnLst>
                                    <p:set>
                                      <p:cBhvr>
                                        <p:cTn id="72" dur="1" fill="hold">
                                          <p:stCondLst>
                                            <p:cond delay="0"/>
                                          </p:stCondLst>
                                        </p:cTn>
                                        <p:tgtEl>
                                          <p:spTgt spid="40"/>
                                        </p:tgtEl>
                                        <p:attrNameLst>
                                          <p:attrName>style.visibility</p:attrName>
                                        </p:attrNameLst>
                                      </p:cBhvr>
                                      <p:to>
                                        <p:strVal val="visible"/>
                                      </p:to>
                                    </p:set>
                                    <p:anim calcmode="lin" valueType="num">
                                      <p:cBhvr>
                                        <p:cTn id="73" dur="500" fill="hold"/>
                                        <p:tgtEl>
                                          <p:spTgt spid="40"/>
                                        </p:tgtEl>
                                        <p:attrNameLst>
                                          <p:attrName>ppt_w</p:attrName>
                                        </p:attrNameLst>
                                      </p:cBhvr>
                                      <p:tavLst>
                                        <p:tav tm="0">
                                          <p:val>
                                            <p:fltVal val="0"/>
                                          </p:val>
                                        </p:tav>
                                        <p:tav tm="100000">
                                          <p:val>
                                            <p:strVal val="#ppt_w"/>
                                          </p:val>
                                        </p:tav>
                                      </p:tavLst>
                                    </p:anim>
                                    <p:anim calcmode="lin" valueType="num">
                                      <p:cBhvr>
                                        <p:cTn id="74" dur="500" fill="hold"/>
                                        <p:tgtEl>
                                          <p:spTgt spid="40"/>
                                        </p:tgtEl>
                                        <p:attrNameLst>
                                          <p:attrName>ppt_h</p:attrName>
                                        </p:attrNameLst>
                                      </p:cBhvr>
                                      <p:tavLst>
                                        <p:tav tm="0">
                                          <p:val>
                                            <p:fltVal val="0"/>
                                          </p:val>
                                        </p:tav>
                                        <p:tav tm="100000">
                                          <p:val>
                                            <p:strVal val="#ppt_h"/>
                                          </p:val>
                                        </p:tav>
                                      </p:tavLst>
                                    </p:anim>
                                    <p:animEffect transition="in" filter="fade">
                                      <p:cBhvr>
                                        <p:cTn id="75" dur="500"/>
                                        <p:tgtEl>
                                          <p:spTgt spid="40"/>
                                        </p:tgtEl>
                                      </p:cBhvr>
                                    </p:animEffect>
                                  </p:childTnLst>
                                </p:cTn>
                              </p:par>
                            </p:childTnLst>
                          </p:cTn>
                        </p:par>
                        <p:par>
                          <p:cTn id="76" fill="hold">
                            <p:stCondLst>
                              <p:cond delay="3500"/>
                            </p:stCondLst>
                            <p:childTnLst>
                              <p:par>
                                <p:cTn id="77" presetID="53" presetClass="entr" presetSubtype="16" fill="hold" nodeType="afterEffect">
                                  <p:stCondLst>
                                    <p:cond delay="0"/>
                                  </p:stCondLst>
                                  <p:childTnLst>
                                    <p:set>
                                      <p:cBhvr>
                                        <p:cTn id="78" dur="1" fill="hold">
                                          <p:stCondLst>
                                            <p:cond delay="0"/>
                                          </p:stCondLst>
                                        </p:cTn>
                                        <p:tgtEl>
                                          <p:spTgt spid="23"/>
                                        </p:tgtEl>
                                        <p:attrNameLst>
                                          <p:attrName>style.visibility</p:attrName>
                                        </p:attrNameLst>
                                      </p:cBhvr>
                                      <p:to>
                                        <p:strVal val="visible"/>
                                      </p:to>
                                    </p:set>
                                    <p:anim calcmode="lin" valueType="num">
                                      <p:cBhvr>
                                        <p:cTn id="79" dur="500" fill="hold"/>
                                        <p:tgtEl>
                                          <p:spTgt spid="23"/>
                                        </p:tgtEl>
                                        <p:attrNameLst>
                                          <p:attrName>ppt_w</p:attrName>
                                        </p:attrNameLst>
                                      </p:cBhvr>
                                      <p:tavLst>
                                        <p:tav tm="0">
                                          <p:val>
                                            <p:fltVal val="0"/>
                                          </p:val>
                                        </p:tav>
                                        <p:tav tm="100000">
                                          <p:val>
                                            <p:strVal val="#ppt_w"/>
                                          </p:val>
                                        </p:tav>
                                      </p:tavLst>
                                    </p:anim>
                                    <p:anim calcmode="lin" valueType="num">
                                      <p:cBhvr>
                                        <p:cTn id="80" dur="500" fill="hold"/>
                                        <p:tgtEl>
                                          <p:spTgt spid="23"/>
                                        </p:tgtEl>
                                        <p:attrNameLst>
                                          <p:attrName>ppt_h</p:attrName>
                                        </p:attrNameLst>
                                      </p:cBhvr>
                                      <p:tavLst>
                                        <p:tav tm="0">
                                          <p:val>
                                            <p:fltVal val="0"/>
                                          </p:val>
                                        </p:tav>
                                        <p:tav tm="100000">
                                          <p:val>
                                            <p:strVal val="#ppt_h"/>
                                          </p:val>
                                        </p:tav>
                                      </p:tavLst>
                                    </p:anim>
                                    <p:animEffect transition="in" filter="fade">
                                      <p:cBhvr>
                                        <p:cTn id="81" dur="500"/>
                                        <p:tgtEl>
                                          <p:spTgt spid="23"/>
                                        </p:tgtEl>
                                      </p:cBhvr>
                                    </p:animEffect>
                                  </p:childTnLst>
                                </p:cTn>
                              </p:par>
                              <p:par>
                                <p:cTn id="82" presetID="53" presetClass="entr" presetSubtype="16" fill="hold" grpId="0" nodeType="withEffect">
                                  <p:stCondLst>
                                    <p:cond delay="0"/>
                                  </p:stCondLst>
                                  <p:childTnLst>
                                    <p:set>
                                      <p:cBhvr>
                                        <p:cTn id="83" dur="1" fill="hold">
                                          <p:stCondLst>
                                            <p:cond delay="0"/>
                                          </p:stCondLst>
                                        </p:cTn>
                                        <p:tgtEl>
                                          <p:spTgt spid="41"/>
                                        </p:tgtEl>
                                        <p:attrNameLst>
                                          <p:attrName>style.visibility</p:attrName>
                                        </p:attrNameLst>
                                      </p:cBhvr>
                                      <p:to>
                                        <p:strVal val="visible"/>
                                      </p:to>
                                    </p:set>
                                    <p:anim calcmode="lin" valueType="num">
                                      <p:cBhvr>
                                        <p:cTn id="84" dur="500" fill="hold"/>
                                        <p:tgtEl>
                                          <p:spTgt spid="41"/>
                                        </p:tgtEl>
                                        <p:attrNameLst>
                                          <p:attrName>ppt_w</p:attrName>
                                        </p:attrNameLst>
                                      </p:cBhvr>
                                      <p:tavLst>
                                        <p:tav tm="0">
                                          <p:val>
                                            <p:fltVal val="0"/>
                                          </p:val>
                                        </p:tav>
                                        <p:tav tm="100000">
                                          <p:val>
                                            <p:strVal val="#ppt_w"/>
                                          </p:val>
                                        </p:tav>
                                      </p:tavLst>
                                    </p:anim>
                                    <p:anim calcmode="lin" valueType="num">
                                      <p:cBhvr>
                                        <p:cTn id="85" dur="500" fill="hold"/>
                                        <p:tgtEl>
                                          <p:spTgt spid="41"/>
                                        </p:tgtEl>
                                        <p:attrNameLst>
                                          <p:attrName>ppt_h</p:attrName>
                                        </p:attrNameLst>
                                      </p:cBhvr>
                                      <p:tavLst>
                                        <p:tav tm="0">
                                          <p:val>
                                            <p:fltVal val="0"/>
                                          </p:val>
                                        </p:tav>
                                        <p:tav tm="100000">
                                          <p:val>
                                            <p:strVal val="#ppt_h"/>
                                          </p:val>
                                        </p:tav>
                                      </p:tavLst>
                                    </p:anim>
                                    <p:animEffect transition="in" filter="fade">
                                      <p:cBhvr>
                                        <p:cTn id="86" dur="500"/>
                                        <p:tgtEl>
                                          <p:spTgt spid="41"/>
                                        </p:tgtEl>
                                      </p:cBhvr>
                                    </p:animEffect>
                                  </p:childTnLst>
                                </p:cTn>
                              </p:par>
                            </p:childTnLst>
                          </p:cTn>
                        </p:par>
                        <p:par>
                          <p:cTn id="87" fill="hold">
                            <p:stCondLst>
                              <p:cond delay="4000"/>
                            </p:stCondLst>
                            <p:childTnLst>
                              <p:par>
                                <p:cTn id="88" presetID="53" presetClass="entr" presetSubtype="16" fill="hold" nodeType="afterEffect">
                                  <p:stCondLst>
                                    <p:cond delay="0"/>
                                  </p:stCondLst>
                                  <p:childTnLst>
                                    <p:set>
                                      <p:cBhvr>
                                        <p:cTn id="89" dur="1" fill="hold">
                                          <p:stCondLst>
                                            <p:cond delay="0"/>
                                          </p:stCondLst>
                                        </p:cTn>
                                        <p:tgtEl>
                                          <p:spTgt spid="28"/>
                                        </p:tgtEl>
                                        <p:attrNameLst>
                                          <p:attrName>style.visibility</p:attrName>
                                        </p:attrNameLst>
                                      </p:cBhvr>
                                      <p:to>
                                        <p:strVal val="visible"/>
                                      </p:to>
                                    </p:set>
                                    <p:anim calcmode="lin" valueType="num">
                                      <p:cBhvr>
                                        <p:cTn id="90" dur="500" fill="hold"/>
                                        <p:tgtEl>
                                          <p:spTgt spid="28"/>
                                        </p:tgtEl>
                                        <p:attrNameLst>
                                          <p:attrName>ppt_w</p:attrName>
                                        </p:attrNameLst>
                                      </p:cBhvr>
                                      <p:tavLst>
                                        <p:tav tm="0">
                                          <p:val>
                                            <p:fltVal val="0"/>
                                          </p:val>
                                        </p:tav>
                                        <p:tav tm="100000">
                                          <p:val>
                                            <p:strVal val="#ppt_w"/>
                                          </p:val>
                                        </p:tav>
                                      </p:tavLst>
                                    </p:anim>
                                    <p:anim calcmode="lin" valueType="num">
                                      <p:cBhvr>
                                        <p:cTn id="91" dur="500" fill="hold"/>
                                        <p:tgtEl>
                                          <p:spTgt spid="28"/>
                                        </p:tgtEl>
                                        <p:attrNameLst>
                                          <p:attrName>ppt_h</p:attrName>
                                        </p:attrNameLst>
                                      </p:cBhvr>
                                      <p:tavLst>
                                        <p:tav tm="0">
                                          <p:val>
                                            <p:fltVal val="0"/>
                                          </p:val>
                                        </p:tav>
                                        <p:tav tm="100000">
                                          <p:val>
                                            <p:strVal val="#ppt_h"/>
                                          </p:val>
                                        </p:tav>
                                      </p:tavLst>
                                    </p:anim>
                                    <p:animEffect transition="in" filter="fade">
                                      <p:cBhvr>
                                        <p:cTn id="92" dur="500"/>
                                        <p:tgtEl>
                                          <p:spTgt spid="28"/>
                                        </p:tgtEl>
                                      </p:cBhvr>
                                    </p:animEffect>
                                  </p:childTnLst>
                                </p:cTn>
                              </p:par>
                              <p:par>
                                <p:cTn id="93" presetID="53" presetClass="entr" presetSubtype="16" fill="hold" grpId="0" nodeType="withEffect">
                                  <p:stCondLst>
                                    <p:cond delay="0"/>
                                  </p:stCondLst>
                                  <p:childTnLst>
                                    <p:set>
                                      <p:cBhvr>
                                        <p:cTn id="94" dur="1" fill="hold">
                                          <p:stCondLst>
                                            <p:cond delay="0"/>
                                          </p:stCondLst>
                                        </p:cTn>
                                        <p:tgtEl>
                                          <p:spTgt spid="42"/>
                                        </p:tgtEl>
                                        <p:attrNameLst>
                                          <p:attrName>style.visibility</p:attrName>
                                        </p:attrNameLst>
                                      </p:cBhvr>
                                      <p:to>
                                        <p:strVal val="visible"/>
                                      </p:to>
                                    </p:set>
                                    <p:anim calcmode="lin" valueType="num">
                                      <p:cBhvr>
                                        <p:cTn id="95" dur="500" fill="hold"/>
                                        <p:tgtEl>
                                          <p:spTgt spid="42"/>
                                        </p:tgtEl>
                                        <p:attrNameLst>
                                          <p:attrName>ppt_w</p:attrName>
                                        </p:attrNameLst>
                                      </p:cBhvr>
                                      <p:tavLst>
                                        <p:tav tm="0">
                                          <p:val>
                                            <p:fltVal val="0"/>
                                          </p:val>
                                        </p:tav>
                                        <p:tav tm="100000">
                                          <p:val>
                                            <p:strVal val="#ppt_w"/>
                                          </p:val>
                                        </p:tav>
                                      </p:tavLst>
                                    </p:anim>
                                    <p:anim calcmode="lin" valueType="num">
                                      <p:cBhvr>
                                        <p:cTn id="96" dur="500" fill="hold"/>
                                        <p:tgtEl>
                                          <p:spTgt spid="42"/>
                                        </p:tgtEl>
                                        <p:attrNameLst>
                                          <p:attrName>ppt_h</p:attrName>
                                        </p:attrNameLst>
                                      </p:cBhvr>
                                      <p:tavLst>
                                        <p:tav tm="0">
                                          <p:val>
                                            <p:fltVal val="0"/>
                                          </p:val>
                                        </p:tav>
                                        <p:tav tm="100000">
                                          <p:val>
                                            <p:strVal val="#ppt_h"/>
                                          </p:val>
                                        </p:tav>
                                      </p:tavLst>
                                    </p:anim>
                                    <p:animEffect transition="in" filter="fade">
                                      <p:cBhvr>
                                        <p:cTn id="97" dur="500"/>
                                        <p:tgtEl>
                                          <p:spTgt spid="42"/>
                                        </p:tgtEl>
                                      </p:cBhvr>
                                    </p:animEffect>
                                  </p:childTnLst>
                                </p:cTn>
                              </p:par>
                            </p:childTnLst>
                          </p:cTn>
                        </p:par>
                        <p:par>
                          <p:cTn id="98" fill="hold">
                            <p:stCondLst>
                              <p:cond delay="4500"/>
                            </p:stCondLst>
                            <p:childTnLst>
                              <p:par>
                                <p:cTn id="99" presetID="22" presetClass="entr" presetSubtype="8" fill="hold" nodeType="afterEffect">
                                  <p:stCondLst>
                                    <p:cond delay="0"/>
                                  </p:stCondLst>
                                  <p:childTnLst>
                                    <p:set>
                                      <p:cBhvr>
                                        <p:cTn id="100" dur="1" fill="hold">
                                          <p:stCondLst>
                                            <p:cond delay="0"/>
                                          </p:stCondLst>
                                        </p:cTn>
                                        <p:tgtEl>
                                          <p:spTgt spid="46"/>
                                        </p:tgtEl>
                                        <p:attrNameLst>
                                          <p:attrName>style.visibility</p:attrName>
                                        </p:attrNameLst>
                                      </p:cBhvr>
                                      <p:to>
                                        <p:strVal val="visible"/>
                                      </p:to>
                                    </p:set>
                                    <p:animEffect transition="in" filter="wipe(left)">
                                      <p:cBhvr>
                                        <p:cTn id="101"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38" grpId="0"/>
      <p:bldP spid="39" grpId="0"/>
      <p:bldP spid="40" grpId="0"/>
      <p:bldP spid="41" grpId="0"/>
      <p:bldP spid="42" grpId="0"/>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原创设计师QQ598969553          _1"/>
          <p:cNvSpPr txBox="1"/>
          <p:nvPr/>
        </p:nvSpPr>
        <p:spPr>
          <a:xfrm>
            <a:off x="2803736" y="299722"/>
            <a:ext cx="3523130" cy="377026"/>
          </a:xfrm>
          <a:prstGeom prst="rect">
            <a:avLst/>
          </a:prstGeom>
          <a:noFill/>
        </p:spPr>
        <p:txBody>
          <a:bodyPr wrap="square" lIns="68580" tIns="34290" rIns="68580" bIns="34290" rtlCol="0">
            <a:spAutoFit/>
          </a:bodyPr>
          <a:lstStyle/>
          <a:p>
            <a:pPr algn="ctr"/>
            <a:r>
              <a:rPr lang="zh-CN" altLang="en-US" sz="2000" b="1" dirty="0">
                <a:solidFill>
                  <a:schemeClr val="tx1">
                    <a:lumMod val="65000"/>
                    <a:lumOff val="35000"/>
                  </a:schemeClr>
                </a:solidFill>
                <a:latin typeface="+mn-ea"/>
              </a:rPr>
              <a:t>添加标题文本内容</a:t>
            </a:r>
            <a:endParaRPr lang="en-US" altLang="zh-CN" sz="2000" b="1" dirty="0">
              <a:solidFill>
                <a:schemeClr val="tx1">
                  <a:lumMod val="65000"/>
                  <a:lumOff val="35000"/>
                </a:schemeClr>
              </a:solidFill>
              <a:latin typeface="+mn-ea"/>
            </a:endParaRPr>
          </a:p>
        </p:txBody>
      </p:sp>
      <p:sp>
        <p:nvSpPr>
          <p:cNvPr id="3" name="原创设计师QQ598969553          _2"/>
          <p:cNvSpPr>
            <a:spLocks noChangeArrowheads="1"/>
          </p:cNvSpPr>
          <p:nvPr/>
        </p:nvSpPr>
        <p:spPr bwMode="auto">
          <a:xfrm rot="16200000">
            <a:off x="3851825" y="-1160148"/>
            <a:ext cx="1258728" cy="7940395"/>
          </a:xfrm>
          <a:prstGeom prst="downArrow">
            <a:avLst>
              <a:gd name="adj1" fmla="val 49074"/>
              <a:gd name="adj2" fmla="val 44819"/>
            </a:avLst>
          </a:prstGeom>
          <a:solidFill>
            <a:schemeClr val="bg1">
              <a:lumMod val="65000"/>
            </a:schemeClr>
          </a:solidFill>
          <a:ln>
            <a:noFill/>
          </a:ln>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fontAlgn="base" hangingPunct="1">
              <a:spcBef>
                <a:spcPct val="0"/>
              </a:spcBef>
              <a:spcAft>
                <a:spcPct val="0"/>
              </a:spcAft>
              <a:buFont typeface="Arial" pitchFamily="34" charset="0"/>
              <a:buNone/>
            </a:pPr>
            <a:endParaRPr lang="zh-CN" altLang="zh-CN" sz="2000">
              <a:solidFill>
                <a:srgbClr val="000000"/>
              </a:solidFill>
              <a:latin typeface="微软雅黑" pitchFamily="34" charset="-122"/>
              <a:ea typeface="微软雅黑" pitchFamily="34" charset="-122"/>
              <a:sym typeface="微软雅黑" pitchFamily="34" charset="-122"/>
            </a:endParaRPr>
          </a:p>
        </p:txBody>
      </p:sp>
      <p:sp>
        <p:nvSpPr>
          <p:cNvPr id="4" name="原创设计师QQ598969553          _3"/>
          <p:cNvSpPr>
            <a:spLocks noChangeArrowheads="1"/>
          </p:cNvSpPr>
          <p:nvPr/>
        </p:nvSpPr>
        <p:spPr bwMode="auto">
          <a:xfrm>
            <a:off x="2894105" y="3785171"/>
            <a:ext cx="1477963" cy="41434"/>
          </a:xfrm>
          <a:prstGeom prst="wedgeRectCallout">
            <a:avLst>
              <a:gd name="adj1" fmla="val -17528"/>
              <a:gd name="adj2" fmla="val -509463"/>
            </a:avLst>
          </a:prstGeom>
          <a:solidFill>
            <a:schemeClr val="accent2"/>
          </a:solidFill>
          <a:ln>
            <a:noFill/>
          </a:ln>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fontAlgn="base" hangingPunct="1">
              <a:spcBef>
                <a:spcPct val="0"/>
              </a:spcBef>
              <a:spcAft>
                <a:spcPct val="0"/>
              </a:spcAft>
              <a:buFont typeface="Arial" pitchFamily="34" charset="0"/>
              <a:buNone/>
            </a:pPr>
            <a:endParaRPr lang="zh-CN" altLang="zh-CN">
              <a:solidFill>
                <a:prstClr val="black">
                  <a:lumMod val="75000"/>
                  <a:lumOff val="25000"/>
                </a:prstClr>
              </a:solidFill>
              <a:latin typeface="宋体" pitchFamily="2" charset="-122"/>
              <a:sym typeface="宋体" pitchFamily="2" charset="-122"/>
            </a:endParaRPr>
          </a:p>
        </p:txBody>
      </p:sp>
      <p:sp>
        <p:nvSpPr>
          <p:cNvPr id="6" name="原创设计师QQ598969553          _4"/>
          <p:cNvSpPr>
            <a:spLocks noChangeArrowheads="1"/>
          </p:cNvSpPr>
          <p:nvPr/>
        </p:nvSpPr>
        <p:spPr bwMode="auto">
          <a:xfrm>
            <a:off x="1196694" y="1837785"/>
            <a:ext cx="1584325" cy="57150"/>
          </a:xfrm>
          <a:prstGeom prst="wedgeRectCallout">
            <a:avLst>
              <a:gd name="adj1" fmla="val -23398"/>
              <a:gd name="adj2" fmla="val 403287"/>
            </a:avLst>
          </a:prstGeom>
          <a:solidFill>
            <a:schemeClr val="accent1"/>
          </a:solidFill>
          <a:ln>
            <a:noFill/>
          </a:ln>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fontAlgn="base" hangingPunct="1">
              <a:spcBef>
                <a:spcPct val="0"/>
              </a:spcBef>
              <a:spcAft>
                <a:spcPct val="0"/>
              </a:spcAft>
              <a:buFont typeface="Arial" pitchFamily="34" charset="0"/>
              <a:buNone/>
            </a:pPr>
            <a:endParaRPr lang="zh-CN" altLang="zh-CN">
              <a:solidFill>
                <a:prstClr val="black">
                  <a:lumMod val="75000"/>
                  <a:lumOff val="25000"/>
                </a:prstClr>
              </a:solidFill>
              <a:latin typeface="宋体" pitchFamily="2" charset="-122"/>
              <a:sym typeface="宋体" pitchFamily="2" charset="-122"/>
            </a:endParaRPr>
          </a:p>
        </p:txBody>
      </p:sp>
      <p:sp>
        <p:nvSpPr>
          <p:cNvPr id="7" name="原创设计师QQ598969553          _5"/>
          <p:cNvSpPr>
            <a:spLocks noChangeArrowheads="1"/>
          </p:cNvSpPr>
          <p:nvPr/>
        </p:nvSpPr>
        <p:spPr bwMode="auto">
          <a:xfrm>
            <a:off x="2727127" y="3846356"/>
            <a:ext cx="2275098" cy="6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nSpc>
                <a:spcPct val="130000"/>
              </a:lnSpc>
              <a:defRPr/>
            </a:pPr>
            <a:r>
              <a:rPr lang="zh-CN" altLang="en-US" sz="1000" dirty="0">
                <a:solidFill>
                  <a:schemeClr val="tx1">
                    <a:lumMod val="75000"/>
                    <a:lumOff val="25000"/>
                  </a:schemeClr>
                </a:solidFill>
                <a:latin typeface="微软雅黑" pitchFamily="34" charset="-122"/>
                <a:ea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点击输入本栏的具体文字，简明扼要的说明分项内容，此为概念图解，根据您的内容酌情修改。</a:t>
            </a:r>
            <a:endParaRPr lang="zh-CN" altLang="en-US" sz="1000" spc="75" dirty="0">
              <a:solidFill>
                <a:schemeClr val="tx1">
                  <a:lumMod val="65000"/>
                  <a:lumOff val="35000"/>
                </a:schemeClr>
              </a:solidFill>
              <a:latin typeface="+mn-ea"/>
            </a:endParaRPr>
          </a:p>
        </p:txBody>
      </p:sp>
      <p:sp>
        <p:nvSpPr>
          <p:cNvPr id="8" name="原创设计师QQ598969553          _6"/>
          <p:cNvSpPr>
            <a:spLocks noChangeArrowheads="1"/>
          </p:cNvSpPr>
          <p:nvPr/>
        </p:nvSpPr>
        <p:spPr bwMode="auto">
          <a:xfrm>
            <a:off x="1115442" y="1107089"/>
            <a:ext cx="2275096" cy="6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nSpc>
                <a:spcPct val="130000"/>
              </a:lnSpc>
              <a:defRPr/>
            </a:pPr>
            <a:r>
              <a:rPr lang="zh-CN" altLang="en-US" sz="1000" dirty="0">
                <a:solidFill>
                  <a:schemeClr val="tx1">
                    <a:lumMod val="75000"/>
                    <a:lumOff val="25000"/>
                  </a:schemeClr>
                </a:solidFill>
                <a:latin typeface="微软雅黑" pitchFamily="34" charset="-122"/>
                <a:ea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点击输入本栏的具体文字，简明扼要的说明分项内容，此为概念图解，根据您的内容酌情修改。</a:t>
            </a:r>
            <a:endParaRPr lang="zh-CN" altLang="en-US" sz="1000" spc="75" dirty="0">
              <a:solidFill>
                <a:schemeClr val="tx1">
                  <a:lumMod val="65000"/>
                  <a:lumOff val="35000"/>
                </a:schemeClr>
              </a:solidFill>
              <a:latin typeface="+mn-ea"/>
            </a:endParaRPr>
          </a:p>
        </p:txBody>
      </p:sp>
      <p:sp>
        <p:nvSpPr>
          <p:cNvPr id="9" name="原创设计师QQ598969553          _7"/>
          <p:cNvSpPr>
            <a:spLocks noChangeArrowheads="1"/>
          </p:cNvSpPr>
          <p:nvPr/>
        </p:nvSpPr>
        <p:spPr bwMode="auto">
          <a:xfrm>
            <a:off x="4603942" y="1837785"/>
            <a:ext cx="1584325" cy="57150"/>
          </a:xfrm>
          <a:prstGeom prst="wedgeRectCallout">
            <a:avLst>
              <a:gd name="adj1" fmla="val -23398"/>
              <a:gd name="adj2" fmla="val 403287"/>
            </a:avLst>
          </a:prstGeom>
          <a:solidFill>
            <a:schemeClr val="accent1"/>
          </a:solidFill>
          <a:ln>
            <a:noFill/>
          </a:ln>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fontAlgn="base" hangingPunct="1">
              <a:spcBef>
                <a:spcPct val="0"/>
              </a:spcBef>
              <a:spcAft>
                <a:spcPct val="0"/>
              </a:spcAft>
              <a:buFont typeface="Arial" pitchFamily="34" charset="0"/>
              <a:buNone/>
            </a:pPr>
            <a:endParaRPr lang="zh-CN" altLang="zh-CN">
              <a:solidFill>
                <a:prstClr val="black">
                  <a:lumMod val="75000"/>
                  <a:lumOff val="25000"/>
                </a:prstClr>
              </a:solidFill>
              <a:latin typeface="宋体" pitchFamily="2" charset="-122"/>
              <a:sym typeface="宋体" pitchFamily="2" charset="-122"/>
            </a:endParaRPr>
          </a:p>
        </p:txBody>
      </p:sp>
      <p:sp>
        <p:nvSpPr>
          <p:cNvPr id="10" name="原创设计师QQ598969553          _8"/>
          <p:cNvSpPr>
            <a:spLocks noChangeArrowheads="1"/>
          </p:cNvSpPr>
          <p:nvPr/>
        </p:nvSpPr>
        <p:spPr bwMode="auto">
          <a:xfrm>
            <a:off x="4522689" y="1107088"/>
            <a:ext cx="2275098" cy="6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nSpc>
                <a:spcPct val="130000"/>
              </a:lnSpc>
              <a:defRPr/>
            </a:pPr>
            <a:r>
              <a:rPr lang="zh-CN" altLang="en-US" sz="1000" dirty="0">
                <a:solidFill>
                  <a:schemeClr val="tx1">
                    <a:lumMod val="75000"/>
                    <a:lumOff val="25000"/>
                  </a:schemeClr>
                </a:solidFill>
                <a:latin typeface="微软雅黑" pitchFamily="34" charset="-122"/>
                <a:ea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点击输入本栏的具体文字，简明扼要的说明分项内容，此为概念图解，根据您的内容酌情修改。</a:t>
            </a:r>
            <a:endParaRPr lang="zh-CN" altLang="en-US" sz="1000" spc="75" dirty="0">
              <a:solidFill>
                <a:schemeClr val="tx1">
                  <a:lumMod val="65000"/>
                  <a:lumOff val="35000"/>
                </a:schemeClr>
              </a:solidFill>
              <a:latin typeface="+mn-ea"/>
            </a:endParaRPr>
          </a:p>
        </p:txBody>
      </p:sp>
      <p:sp>
        <p:nvSpPr>
          <p:cNvPr id="11" name="原创设计师QQ598969553          _9"/>
          <p:cNvSpPr>
            <a:spLocks noChangeArrowheads="1"/>
          </p:cNvSpPr>
          <p:nvPr/>
        </p:nvSpPr>
        <p:spPr bwMode="auto">
          <a:xfrm>
            <a:off x="6210476" y="3785171"/>
            <a:ext cx="1476375" cy="41434"/>
          </a:xfrm>
          <a:prstGeom prst="wedgeRectCallout">
            <a:avLst>
              <a:gd name="adj1" fmla="val -17528"/>
              <a:gd name="adj2" fmla="val -509463"/>
            </a:avLst>
          </a:prstGeom>
          <a:solidFill>
            <a:schemeClr val="accent2"/>
          </a:solidFill>
          <a:ln>
            <a:noFill/>
          </a:ln>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fontAlgn="base" hangingPunct="1">
              <a:spcBef>
                <a:spcPct val="0"/>
              </a:spcBef>
              <a:spcAft>
                <a:spcPct val="0"/>
              </a:spcAft>
              <a:buFont typeface="Arial" pitchFamily="34" charset="0"/>
              <a:buNone/>
            </a:pPr>
            <a:endParaRPr lang="zh-CN" altLang="zh-CN">
              <a:solidFill>
                <a:prstClr val="black">
                  <a:lumMod val="75000"/>
                  <a:lumOff val="25000"/>
                </a:prstClr>
              </a:solidFill>
              <a:latin typeface="宋体" pitchFamily="2" charset="-122"/>
              <a:sym typeface="宋体" pitchFamily="2" charset="-122"/>
            </a:endParaRPr>
          </a:p>
        </p:txBody>
      </p:sp>
      <p:sp>
        <p:nvSpPr>
          <p:cNvPr id="12" name="原创设计师QQ598969553          _10"/>
          <p:cNvSpPr>
            <a:spLocks noChangeArrowheads="1"/>
          </p:cNvSpPr>
          <p:nvPr/>
        </p:nvSpPr>
        <p:spPr bwMode="auto">
          <a:xfrm>
            <a:off x="6041912" y="3846356"/>
            <a:ext cx="2275096" cy="6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nSpc>
                <a:spcPct val="130000"/>
              </a:lnSpc>
              <a:defRPr/>
            </a:pPr>
            <a:r>
              <a:rPr lang="zh-CN" altLang="en-US" sz="1000" dirty="0">
                <a:solidFill>
                  <a:schemeClr val="tx1">
                    <a:lumMod val="75000"/>
                    <a:lumOff val="25000"/>
                  </a:schemeClr>
                </a:solidFill>
                <a:latin typeface="微软雅黑" pitchFamily="34" charset="-122"/>
                <a:ea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点击输入本栏的具体文字，简明扼要的说明分项内容，此为概念图解，根据您的内容酌情修改。</a:t>
            </a:r>
            <a:endParaRPr lang="zh-CN" altLang="en-US" sz="1000" spc="75" dirty="0">
              <a:solidFill>
                <a:schemeClr val="tx1">
                  <a:lumMod val="65000"/>
                  <a:lumOff val="35000"/>
                </a:schemeClr>
              </a:solidFill>
              <a:latin typeface="+mn-ea"/>
            </a:endParaRPr>
          </a:p>
        </p:txBody>
      </p:sp>
      <p:sp>
        <p:nvSpPr>
          <p:cNvPr id="13" name="原创设计师QQ598969553          _11"/>
          <p:cNvSpPr>
            <a:spLocks/>
          </p:cNvSpPr>
          <p:nvPr/>
        </p:nvSpPr>
        <p:spPr bwMode="auto">
          <a:xfrm>
            <a:off x="1002345" y="2216544"/>
            <a:ext cx="1333350" cy="118173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1"/>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1">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14" name="原创设计师QQ598969553          _12"/>
          <p:cNvSpPr>
            <a:spLocks/>
          </p:cNvSpPr>
          <p:nvPr/>
        </p:nvSpPr>
        <p:spPr bwMode="auto">
          <a:xfrm>
            <a:off x="1083216" y="2273468"/>
            <a:ext cx="1188253" cy="1053138"/>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95000"/>
            </a:schemeClr>
          </a:solidFill>
          <a:ln w="50800">
            <a:noFill/>
          </a:ln>
          <a:effectLst>
            <a:outerShdw blurRad="101600" dist="50800" dir="2700000" algn="tl" rotWithShape="0">
              <a:schemeClr val="accent1">
                <a:lumMod val="50000"/>
                <a:alpha val="64000"/>
              </a:schemeClr>
            </a:outerShdw>
          </a:effectLst>
          <a:scene3d>
            <a:camera prst="orthographicFront"/>
            <a:lightRig rig="threePt" dir="t"/>
          </a:scene3d>
          <a:sp3d prstMaterial="softEdge">
            <a:bevelT w="63500" h="19050" prst="angle"/>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15" name="原创设计师QQ598969553          _13"/>
          <p:cNvSpPr>
            <a:spLocks/>
          </p:cNvSpPr>
          <p:nvPr/>
        </p:nvSpPr>
        <p:spPr bwMode="auto">
          <a:xfrm>
            <a:off x="2738052" y="2216544"/>
            <a:ext cx="1333350" cy="118173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2"/>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2">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16" name="原创设计师QQ598969553          _14"/>
          <p:cNvSpPr>
            <a:spLocks/>
          </p:cNvSpPr>
          <p:nvPr/>
        </p:nvSpPr>
        <p:spPr bwMode="auto">
          <a:xfrm>
            <a:off x="2818923" y="2273468"/>
            <a:ext cx="1188253" cy="1053138"/>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95000"/>
            </a:schemeClr>
          </a:solidFill>
          <a:ln w="50800">
            <a:noFill/>
          </a:ln>
          <a:effectLst>
            <a:outerShdw blurRad="101600" dist="50800" dir="2700000" algn="tl" rotWithShape="0">
              <a:schemeClr val="accent2">
                <a:lumMod val="50000"/>
                <a:alpha val="64000"/>
              </a:schemeClr>
            </a:outerShdw>
          </a:effectLst>
          <a:scene3d>
            <a:camera prst="orthographicFront"/>
            <a:lightRig rig="threePt" dir="t"/>
          </a:scene3d>
          <a:sp3d prstMaterial="softEdge">
            <a:bevelT w="63500" h="19050" prst="angle"/>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17" name="原创设计师QQ598969553          _15"/>
          <p:cNvSpPr>
            <a:spLocks/>
          </p:cNvSpPr>
          <p:nvPr/>
        </p:nvSpPr>
        <p:spPr bwMode="auto">
          <a:xfrm>
            <a:off x="4384536" y="2216544"/>
            <a:ext cx="1333350" cy="118173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1"/>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3">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18" name="原创设计师QQ598969553          _16"/>
          <p:cNvSpPr>
            <a:spLocks/>
          </p:cNvSpPr>
          <p:nvPr/>
        </p:nvSpPr>
        <p:spPr bwMode="auto">
          <a:xfrm>
            <a:off x="4465406" y="2273468"/>
            <a:ext cx="1188253" cy="1053138"/>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95000"/>
            </a:schemeClr>
          </a:solidFill>
          <a:ln w="50800">
            <a:noFill/>
          </a:ln>
          <a:effectLst>
            <a:outerShdw blurRad="101600" dist="50800" dir="2700000" algn="tl" rotWithShape="0">
              <a:schemeClr val="accent3">
                <a:lumMod val="50000"/>
                <a:alpha val="64000"/>
              </a:schemeClr>
            </a:outerShdw>
          </a:effectLst>
          <a:scene3d>
            <a:camera prst="orthographicFront"/>
            <a:lightRig rig="threePt" dir="t"/>
          </a:scene3d>
          <a:sp3d prstMaterial="softEdge">
            <a:bevelT w="63500" h="19050" prst="angle"/>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19" name="原创设计师QQ598969553          _17"/>
          <p:cNvSpPr/>
          <p:nvPr/>
        </p:nvSpPr>
        <p:spPr>
          <a:xfrm>
            <a:off x="1228551" y="2694236"/>
            <a:ext cx="929555" cy="500137"/>
          </a:xfrm>
          <a:prstGeom prst="rect">
            <a:avLst/>
          </a:prstGeom>
        </p:spPr>
        <p:txBody>
          <a:bodyPr wrap="square" lIns="68580" tIns="34290" rIns="68580" bIns="34290">
            <a:spAutoFit/>
          </a:bodyPr>
          <a:lstStyle/>
          <a:p>
            <a:pPr algn="ctr"/>
            <a:r>
              <a:rPr lang="zh-CN" altLang="en-US" b="1" dirty="0">
                <a:solidFill>
                  <a:schemeClr val="tx1">
                    <a:lumMod val="65000"/>
                    <a:lumOff val="35000"/>
                  </a:schemeClr>
                </a:solidFill>
                <a:latin typeface="ITC Avant Garde Std Bk" panose="020B0502020202020204" pitchFamily="34" charset="0"/>
              </a:rPr>
              <a:t>添加关键字</a:t>
            </a:r>
            <a:endParaRPr lang="zh-CN" altLang="en-US" sz="100" b="1" dirty="0">
              <a:solidFill>
                <a:schemeClr val="tx1">
                  <a:lumMod val="65000"/>
                  <a:lumOff val="35000"/>
                </a:schemeClr>
              </a:solidFill>
              <a:latin typeface="ITC Avant Garde Std Bk" panose="020B0502020202020204" pitchFamily="34" charset="0"/>
            </a:endParaRPr>
          </a:p>
        </p:txBody>
      </p:sp>
      <p:sp>
        <p:nvSpPr>
          <p:cNvPr id="20" name="原创设计师QQ598969553          _18"/>
          <p:cNvSpPr/>
          <p:nvPr/>
        </p:nvSpPr>
        <p:spPr>
          <a:xfrm>
            <a:off x="4610741" y="2694236"/>
            <a:ext cx="929555" cy="500137"/>
          </a:xfrm>
          <a:prstGeom prst="rect">
            <a:avLst/>
          </a:prstGeom>
        </p:spPr>
        <p:txBody>
          <a:bodyPr wrap="square" lIns="68580" tIns="34290" rIns="68580" bIns="34290">
            <a:spAutoFit/>
          </a:bodyPr>
          <a:lstStyle/>
          <a:p>
            <a:pPr algn="ctr"/>
            <a:r>
              <a:rPr lang="zh-CN" altLang="en-US" b="1" dirty="0">
                <a:solidFill>
                  <a:schemeClr val="tx1">
                    <a:lumMod val="65000"/>
                    <a:lumOff val="35000"/>
                  </a:schemeClr>
                </a:solidFill>
                <a:latin typeface="ITC Avant Garde Std Bk" panose="020B0502020202020204" pitchFamily="34" charset="0"/>
              </a:rPr>
              <a:t>添加关键字</a:t>
            </a:r>
            <a:endParaRPr lang="zh-CN" altLang="en-US" sz="100" b="1" dirty="0">
              <a:solidFill>
                <a:schemeClr val="tx1">
                  <a:lumMod val="65000"/>
                  <a:lumOff val="35000"/>
                </a:schemeClr>
              </a:solidFill>
              <a:latin typeface="ITC Avant Garde Std Bk" panose="020B0502020202020204" pitchFamily="34" charset="0"/>
            </a:endParaRPr>
          </a:p>
        </p:txBody>
      </p:sp>
      <p:sp>
        <p:nvSpPr>
          <p:cNvPr id="21" name="原创设计师QQ598969553          _19"/>
          <p:cNvSpPr/>
          <p:nvPr/>
        </p:nvSpPr>
        <p:spPr>
          <a:xfrm>
            <a:off x="2964258" y="2694236"/>
            <a:ext cx="929555" cy="500137"/>
          </a:xfrm>
          <a:prstGeom prst="rect">
            <a:avLst/>
          </a:prstGeom>
        </p:spPr>
        <p:txBody>
          <a:bodyPr wrap="square" lIns="68580" tIns="34290" rIns="68580" bIns="34290">
            <a:spAutoFit/>
          </a:bodyPr>
          <a:lstStyle/>
          <a:p>
            <a:pPr algn="ctr"/>
            <a:r>
              <a:rPr lang="zh-CN" altLang="en-US" b="1" dirty="0">
                <a:solidFill>
                  <a:schemeClr val="tx1">
                    <a:lumMod val="65000"/>
                    <a:lumOff val="35000"/>
                  </a:schemeClr>
                </a:solidFill>
                <a:latin typeface="ITC Avant Garde Std Bk" panose="020B0502020202020204" pitchFamily="34" charset="0"/>
              </a:rPr>
              <a:t>添加关键字</a:t>
            </a:r>
            <a:endParaRPr lang="zh-CN" altLang="en-US" sz="100" b="1" dirty="0">
              <a:solidFill>
                <a:schemeClr val="tx1">
                  <a:lumMod val="65000"/>
                  <a:lumOff val="35000"/>
                </a:schemeClr>
              </a:solidFill>
              <a:latin typeface="ITC Avant Garde Std Bk" panose="020B0502020202020204" pitchFamily="34" charset="0"/>
            </a:endParaRPr>
          </a:p>
        </p:txBody>
      </p:sp>
      <p:grpSp>
        <p:nvGrpSpPr>
          <p:cNvPr id="22" name="原创设计师QQ598969553          _20"/>
          <p:cNvGrpSpPr/>
          <p:nvPr/>
        </p:nvGrpSpPr>
        <p:grpSpPr>
          <a:xfrm>
            <a:off x="4897898" y="2398167"/>
            <a:ext cx="207186" cy="206089"/>
            <a:chOff x="3856417" y="4248125"/>
            <a:chExt cx="409860" cy="407692"/>
          </a:xfrm>
          <a:solidFill>
            <a:schemeClr val="accent1"/>
          </a:solidFill>
        </p:grpSpPr>
        <p:sp>
          <p:nvSpPr>
            <p:cNvPr id="23" name="Freeform 187"/>
            <p:cNvSpPr>
              <a:spLocks/>
            </p:cNvSpPr>
            <p:nvPr/>
          </p:nvSpPr>
          <p:spPr bwMode="auto">
            <a:xfrm>
              <a:off x="3969183" y="4489921"/>
              <a:ext cx="279745" cy="165896"/>
            </a:xfrm>
            <a:custGeom>
              <a:avLst/>
              <a:gdLst>
                <a:gd name="T0" fmla="*/ 76 w 109"/>
                <a:gd name="T1" fmla="*/ 0 h 65"/>
                <a:gd name="T2" fmla="*/ 54 w 109"/>
                <a:gd name="T3" fmla="*/ 0 h 65"/>
                <a:gd name="T4" fmla="*/ 69 w 109"/>
                <a:gd name="T5" fmla="*/ 17 h 65"/>
                <a:gd name="T6" fmla="*/ 76 w 109"/>
                <a:gd name="T7" fmla="*/ 17 h 65"/>
                <a:gd name="T8" fmla="*/ 91 w 109"/>
                <a:gd name="T9" fmla="*/ 32 h 65"/>
                <a:gd name="T10" fmla="*/ 76 w 109"/>
                <a:gd name="T11" fmla="*/ 48 h 65"/>
                <a:gd name="T12" fmla="*/ 32 w 109"/>
                <a:gd name="T13" fmla="*/ 48 h 65"/>
                <a:gd name="T14" fmla="*/ 17 w 109"/>
                <a:gd name="T15" fmla="*/ 32 h 65"/>
                <a:gd name="T16" fmla="*/ 20 w 109"/>
                <a:gd name="T17" fmla="*/ 24 h 65"/>
                <a:gd name="T18" fmla="*/ 1 w 109"/>
                <a:gd name="T19" fmla="*/ 24 h 65"/>
                <a:gd name="T20" fmla="*/ 0 w 109"/>
                <a:gd name="T21" fmla="*/ 32 h 65"/>
                <a:gd name="T22" fmla="*/ 32 w 109"/>
                <a:gd name="T23" fmla="*/ 65 h 65"/>
                <a:gd name="T24" fmla="*/ 76 w 109"/>
                <a:gd name="T25" fmla="*/ 65 h 65"/>
                <a:gd name="T26" fmla="*/ 109 w 109"/>
                <a:gd name="T27" fmla="*/ 32 h 65"/>
                <a:gd name="T28" fmla="*/ 76 w 109"/>
                <a:gd name="T29"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9" h="65">
                  <a:moveTo>
                    <a:pt x="76" y="0"/>
                  </a:moveTo>
                  <a:cubicBezTo>
                    <a:pt x="54" y="0"/>
                    <a:pt x="54" y="0"/>
                    <a:pt x="54" y="0"/>
                  </a:cubicBezTo>
                  <a:cubicBezTo>
                    <a:pt x="61" y="4"/>
                    <a:pt x="66" y="10"/>
                    <a:pt x="69" y="17"/>
                  </a:cubicBezTo>
                  <a:cubicBezTo>
                    <a:pt x="76" y="17"/>
                    <a:pt x="76" y="17"/>
                    <a:pt x="76" y="17"/>
                  </a:cubicBezTo>
                  <a:cubicBezTo>
                    <a:pt x="85" y="17"/>
                    <a:pt x="91" y="24"/>
                    <a:pt x="91" y="32"/>
                  </a:cubicBezTo>
                  <a:cubicBezTo>
                    <a:pt x="91" y="41"/>
                    <a:pt x="85" y="48"/>
                    <a:pt x="76" y="48"/>
                  </a:cubicBezTo>
                  <a:cubicBezTo>
                    <a:pt x="32" y="48"/>
                    <a:pt x="32" y="48"/>
                    <a:pt x="32" y="48"/>
                  </a:cubicBezTo>
                  <a:cubicBezTo>
                    <a:pt x="24" y="48"/>
                    <a:pt x="17" y="41"/>
                    <a:pt x="17" y="32"/>
                  </a:cubicBezTo>
                  <a:cubicBezTo>
                    <a:pt x="17" y="29"/>
                    <a:pt x="18" y="26"/>
                    <a:pt x="20" y="24"/>
                  </a:cubicBezTo>
                  <a:cubicBezTo>
                    <a:pt x="1" y="24"/>
                    <a:pt x="1" y="24"/>
                    <a:pt x="1" y="24"/>
                  </a:cubicBezTo>
                  <a:cubicBezTo>
                    <a:pt x="0" y="27"/>
                    <a:pt x="0" y="30"/>
                    <a:pt x="0" y="32"/>
                  </a:cubicBezTo>
                  <a:cubicBezTo>
                    <a:pt x="0" y="50"/>
                    <a:pt x="14" y="65"/>
                    <a:pt x="32" y="65"/>
                  </a:cubicBezTo>
                  <a:cubicBezTo>
                    <a:pt x="76" y="65"/>
                    <a:pt x="76" y="65"/>
                    <a:pt x="76" y="65"/>
                  </a:cubicBezTo>
                  <a:cubicBezTo>
                    <a:pt x="94" y="65"/>
                    <a:pt x="109" y="50"/>
                    <a:pt x="109" y="32"/>
                  </a:cubicBezTo>
                  <a:cubicBezTo>
                    <a:pt x="109" y="15"/>
                    <a:pt x="94"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24" name="Freeform 188"/>
            <p:cNvSpPr>
              <a:spLocks/>
            </p:cNvSpPr>
            <p:nvPr/>
          </p:nvSpPr>
          <p:spPr bwMode="auto">
            <a:xfrm>
              <a:off x="3856417" y="4489921"/>
              <a:ext cx="279745" cy="165896"/>
            </a:xfrm>
            <a:custGeom>
              <a:avLst/>
              <a:gdLst>
                <a:gd name="T0" fmla="*/ 41 w 109"/>
                <a:gd name="T1" fmla="*/ 48 h 65"/>
                <a:gd name="T2" fmla="*/ 33 w 109"/>
                <a:gd name="T3" fmla="*/ 48 h 65"/>
                <a:gd name="T4" fmla="*/ 18 w 109"/>
                <a:gd name="T5" fmla="*/ 32 h 65"/>
                <a:gd name="T6" fmla="*/ 33 w 109"/>
                <a:gd name="T7" fmla="*/ 17 h 65"/>
                <a:gd name="T8" fmla="*/ 37 w 109"/>
                <a:gd name="T9" fmla="*/ 17 h 65"/>
                <a:gd name="T10" fmla="*/ 77 w 109"/>
                <a:gd name="T11" fmla="*/ 17 h 65"/>
                <a:gd name="T12" fmla="*/ 92 w 109"/>
                <a:gd name="T13" fmla="*/ 32 h 65"/>
                <a:gd name="T14" fmla="*/ 92 w 109"/>
                <a:gd name="T15" fmla="*/ 35 h 65"/>
                <a:gd name="T16" fmla="*/ 89 w 109"/>
                <a:gd name="T17" fmla="*/ 42 h 65"/>
                <a:gd name="T18" fmla="*/ 108 w 109"/>
                <a:gd name="T19" fmla="*/ 42 h 65"/>
                <a:gd name="T20" fmla="*/ 109 w 109"/>
                <a:gd name="T21" fmla="*/ 35 h 65"/>
                <a:gd name="T22" fmla="*/ 109 w 109"/>
                <a:gd name="T23" fmla="*/ 35 h 65"/>
                <a:gd name="T24" fmla="*/ 109 w 109"/>
                <a:gd name="T25" fmla="*/ 32 h 65"/>
                <a:gd name="T26" fmla="*/ 77 w 109"/>
                <a:gd name="T27" fmla="*/ 0 h 65"/>
                <a:gd name="T28" fmla="*/ 37 w 109"/>
                <a:gd name="T29" fmla="*/ 0 h 65"/>
                <a:gd name="T30" fmla="*/ 33 w 109"/>
                <a:gd name="T31" fmla="*/ 0 h 65"/>
                <a:gd name="T32" fmla="*/ 0 w 109"/>
                <a:gd name="T33" fmla="*/ 32 h 65"/>
                <a:gd name="T34" fmla="*/ 33 w 109"/>
                <a:gd name="T35" fmla="*/ 65 h 65"/>
                <a:gd name="T36" fmla="*/ 56 w 109"/>
                <a:gd name="T37" fmla="*/ 65 h 65"/>
                <a:gd name="T38" fmla="*/ 41 w 109"/>
                <a:gd name="T39" fmla="*/ 48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9" h="65">
                  <a:moveTo>
                    <a:pt x="41" y="48"/>
                  </a:moveTo>
                  <a:cubicBezTo>
                    <a:pt x="33" y="48"/>
                    <a:pt x="33" y="48"/>
                    <a:pt x="33" y="48"/>
                  </a:cubicBezTo>
                  <a:cubicBezTo>
                    <a:pt x="24" y="48"/>
                    <a:pt x="18" y="41"/>
                    <a:pt x="18" y="32"/>
                  </a:cubicBezTo>
                  <a:cubicBezTo>
                    <a:pt x="18" y="24"/>
                    <a:pt x="24" y="17"/>
                    <a:pt x="33" y="17"/>
                  </a:cubicBezTo>
                  <a:cubicBezTo>
                    <a:pt x="37" y="17"/>
                    <a:pt x="37" y="17"/>
                    <a:pt x="37" y="17"/>
                  </a:cubicBezTo>
                  <a:cubicBezTo>
                    <a:pt x="77" y="17"/>
                    <a:pt x="77" y="17"/>
                    <a:pt x="77" y="17"/>
                  </a:cubicBezTo>
                  <a:cubicBezTo>
                    <a:pt x="85" y="17"/>
                    <a:pt x="92" y="24"/>
                    <a:pt x="92" y="32"/>
                  </a:cubicBezTo>
                  <a:cubicBezTo>
                    <a:pt x="92" y="33"/>
                    <a:pt x="92" y="34"/>
                    <a:pt x="92" y="35"/>
                  </a:cubicBezTo>
                  <a:cubicBezTo>
                    <a:pt x="91" y="38"/>
                    <a:pt x="90" y="40"/>
                    <a:pt x="89" y="42"/>
                  </a:cubicBezTo>
                  <a:cubicBezTo>
                    <a:pt x="108" y="42"/>
                    <a:pt x="108" y="42"/>
                    <a:pt x="108" y="42"/>
                  </a:cubicBezTo>
                  <a:cubicBezTo>
                    <a:pt x="108" y="40"/>
                    <a:pt x="109" y="38"/>
                    <a:pt x="109" y="35"/>
                  </a:cubicBezTo>
                  <a:cubicBezTo>
                    <a:pt x="109" y="35"/>
                    <a:pt x="109" y="35"/>
                    <a:pt x="109" y="35"/>
                  </a:cubicBezTo>
                  <a:cubicBezTo>
                    <a:pt x="109" y="34"/>
                    <a:pt x="109" y="33"/>
                    <a:pt x="109" y="32"/>
                  </a:cubicBezTo>
                  <a:cubicBezTo>
                    <a:pt x="109" y="15"/>
                    <a:pt x="95" y="0"/>
                    <a:pt x="77" y="0"/>
                  </a:cubicBezTo>
                  <a:cubicBezTo>
                    <a:pt x="37" y="0"/>
                    <a:pt x="37" y="0"/>
                    <a:pt x="37" y="0"/>
                  </a:cubicBezTo>
                  <a:cubicBezTo>
                    <a:pt x="33" y="0"/>
                    <a:pt x="33" y="0"/>
                    <a:pt x="33" y="0"/>
                  </a:cubicBezTo>
                  <a:cubicBezTo>
                    <a:pt x="15" y="0"/>
                    <a:pt x="0" y="15"/>
                    <a:pt x="0" y="32"/>
                  </a:cubicBezTo>
                  <a:cubicBezTo>
                    <a:pt x="0" y="50"/>
                    <a:pt x="15" y="65"/>
                    <a:pt x="33" y="65"/>
                  </a:cubicBezTo>
                  <a:cubicBezTo>
                    <a:pt x="56" y="65"/>
                    <a:pt x="56" y="65"/>
                    <a:pt x="56" y="65"/>
                  </a:cubicBezTo>
                  <a:cubicBezTo>
                    <a:pt x="50" y="61"/>
                    <a:pt x="44" y="55"/>
                    <a:pt x="41"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25" name="Freeform 189"/>
            <p:cNvSpPr>
              <a:spLocks noEditPoints="1"/>
            </p:cNvSpPr>
            <p:nvPr/>
          </p:nvSpPr>
          <p:spPr bwMode="auto">
            <a:xfrm>
              <a:off x="3950749" y="4248125"/>
              <a:ext cx="202761" cy="204930"/>
            </a:xfrm>
            <a:custGeom>
              <a:avLst/>
              <a:gdLst>
                <a:gd name="T0" fmla="*/ 40 w 79"/>
                <a:gd name="T1" fmla="*/ 0 h 80"/>
                <a:gd name="T2" fmla="*/ 0 w 79"/>
                <a:gd name="T3" fmla="*/ 40 h 80"/>
                <a:gd name="T4" fmla="*/ 40 w 79"/>
                <a:gd name="T5" fmla="*/ 80 h 80"/>
                <a:gd name="T6" fmla="*/ 79 w 79"/>
                <a:gd name="T7" fmla="*/ 40 h 80"/>
                <a:gd name="T8" fmla="*/ 40 w 79"/>
                <a:gd name="T9" fmla="*/ 0 h 80"/>
                <a:gd name="T10" fmla="*/ 63 w 79"/>
                <a:gd name="T11" fmla="*/ 46 h 80"/>
                <a:gd name="T12" fmla="*/ 46 w 79"/>
                <a:gd name="T13" fmla="*/ 46 h 80"/>
                <a:gd name="T14" fmla="*/ 46 w 79"/>
                <a:gd name="T15" fmla="*/ 63 h 80"/>
                <a:gd name="T16" fmla="*/ 33 w 79"/>
                <a:gd name="T17" fmla="*/ 63 h 80"/>
                <a:gd name="T18" fmla="*/ 33 w 79"/>
                <a:gd name="T19" fmla="*/ 46 h 80"/>
                <a:gd name="T20" fmla="*/ 17 w 79"/>
                <a:gd name="T21" fmla="*/ 46 h 80"/>
                <a:gd name="T22" fmla="*/ 17 w 79"/>
                <a:gd name="T23" fmla="*/ 34 h 80"/>
                <a:gd name="T24" fmla="*/ 33 w 79"/>
                <a:gd name="T25" fmla="*/ 34 h 80"/>
                <a:gd name="T26" fmla="*/ 33 w 79"/>
                <a:gd name="T27" fmla="*/ 17 h 80"/>
                <a:gd name="T28" fmla="*/ 46 w 79"/>
                <a:gd name="T29" fmla="*/ 17 h 80"/>
                <a:gd name="T30" fmla="*/ 46 w 79"/>
                <a:gd name="T31" fmla="*/ 34 h 80"/>
                <a:gd name="T32" fmla="*/ 63 w 79"/>
                <a:gd name="T33" fmla="*/ 34 h 80"/>
                <a:gd name="T34" fmla="*/ 63 w 79"/>
                <a:gd name="T35" fmla="*/ 46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9" h="80">
                  <a:moveTo>
                    <a:pt x="40" y="0"/>
                  </a:moveTo>
                  <a:cubicBezTo>
                    <a:pt x="18" y="0"/>
                    <a:pt x="0" y="18"/>
                    <a:pt x="0" y="40"/>
                  </a:cubicBezTo>
                  <a:cubicBezTo>
                    <a:pt x="0" y="62"/>
                    <a:pt x="18" y="80"/>
                    <a:pt x="40" y="80"/>
                  </a:cubicBezTo>
                  <a:cubicBezTo>
                    <a:pt x="62" y="80"/>
                    <a:pt x="79" y="62"/>
                    <a:pt x="79" y="40"/>
                  </a:cubicBezTo>
                  <a:cubicBezTo>
                    <a:pt x="79" y="18"/>
                    <a:pt x="62" y="0"/>
                    <a:pt x="40" y="0"/>
                  </a:cubicBezTo>
                  <a:close/>
                  <a:moveTo>
                    <a:pt x="63" y="46"/>
                  </a:moveTo>
                  <a:cubicBezTo>
                    <a:pt x="46" y="46"/>
                    <a:pt x="46" y="46"/>
                    <a:pt x="46" y="46"/>
                  </a:cubicBezTo>
                  <a:cubicBezTo>
                    <a:pt x="46" y="63"/>
                    <a:pt x="46" y="63"/>
                    <a:pt x="46" y="63"/>
                  </a:cubicBezTo>
                  <a:cubicBezTo>
                    <a:pt x="33" y="63"/>
                    <a:pt x="33" y="63"/>
                    <a:pt x="33" y="63"/>
                  </a:cubicBezTo>
                  <a:cubicBezTo>
                    <a:pt x="33" y="46"/>
                    <a:pt x="33" y="46"/>
                    <a:pt x="33" y="46"/>
                  </a:cubicBezTo>
                  <a:cubicBezTo>
                    <a:pt x="17" y="46"/>
                    <a:pt x="17" y="46"/>
                    <a:pt x="17" y="46"/>
                  </a:cubicBezTo>
                  <a:cubicBezTo>
                    <a:pt x="17" y="34"/>
                    <a:pt x="17" y="34"/>
                    <a:pt x="17" y="34"/>
                  </a:cubicBezTo>
                  <a:cubicBezTo>
                    <a:pt x="33" y="34"/>
                    <a:pt x="33" y="34"/>
                    <a:pt x="33" y="34"/>
                  </a:cubicBezTo>
                  <a:cubicBezTo>
                    <a:pt x="33" y="17"/>
                    <a:pt x="33" y="17"/>
                    <a:pt x="33" y="17"/>
                  </a:cubicBezTo>
                  <a:cubicBezTo>
                    <a:pt x="46" y="17"/>
                    <a:pt x="46" y="17"/>
                    <a:pt x="46" y="17"/>
                  </a:cubicBezTo>
                  <a:cubicBezTo>
                    <a:pt x="46" y="34"/>
                    <a:pt x="46" y="34"/>
                    <a:pt x="46" y="34"/>
                  </a:cubicBezTo>
                  <a:cubicBezTo>
                    <a:pt x="63" y="34"/>
                    <a:pt x="63" y="34"/>
                    <a:pt x="63" y="34"/>
                  </a:cubicBezTo>
                  <a:lnTo>
                    <a:pt x="63" y="4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26" name="Rectangle 190"/>
            <p:cNvSpPr>
              <a:spLocks noChangeArrowheads="1"/>
            </p:cNvSpPr>
            <p:nvPr/>
          </p:nvSpPr>
          <p:spPr bwMode="auto">
            <a:xfrm>
              <a:off x="4200135" y="4356553"/>
              <a:ext cx="30360" cy="10192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27" name="Rectangle 191"/>
            <p:cNvSpPr>
              <a:spLocks noChangeArrowheads="1"/>
            </p:cNvSpPr>
            <p:nvPr/>
          </p:nvSpPr>
          <p:spPr bwMode="auto">
            <a:xfrm>
              <a:off x="4164354" y="4392335"/>
              <a:ext cx="1019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28" name="Rectangle 192"/>
            <p:cNvSpPr>
              <a:spLocks noChangeArrowheads="1"/>
            </p:cNvSpPr>
            <p:nvPr/>
          </p:nvSpPr>
          <p:spPr bwMode="auto">
            <a:xfrm>
              <a:off x="3879187" y="4386913"/>
              <a:ext cx="18433" cy="6180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29" name="Rectangle 193"/>
            <p:cNvSpPr>
              <a:spLocks noChangeArrowheads="1"/>
            </p:cNvSpPr>
            <p:nvPr/>
          </p:nvSpPr>
          <p:spPr bwMode="auto">
            <a:xfrm>
              <a:off x="3858586" y="4407515"/>
              <a:ext cx="61805" cy="1734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grpSp>
      <p:grpSp>
        <p:nvGrpSpPr>
          <p:cNvPr id="30" name="原创设计师QQ598969553          _21"/>
          <p:cNvGrpSpPr/>
          <p:nvPr/>
        </p:nvGrpSpPr>
        <p:grpSpPr>
          <a:xfrm>
            <a:off x="1561093" y="2364926"/>
            <a:ext cx="245005" cy="281181"/>
            <a:chOff x="2733098" y="4187405"/>
            <a:chExt cx="484675" cy="556238"/>
          </a:xfrm>
          <a:solidFill>
            <a:schemeClr val="accent1"/>
          </a:solidFill>
        </p:grpSpPr>
        <p:sp>
          <p:nvSpPr>
            <p:cNvPr id="31" name="Oval 302"/>
            <p:cNvSpPr>
              <a:spLocks noChangeArrowheads="1"/>
            </p:cNvSpPr>
            <p:nvPr/>
          </p:nvSpPr>
          <p:spPr bwMode="auto">
            <a:xfrm>
              <a:off x="2849117" y="4187405"/>
              <a:ext cx="84574" cy="10734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32" name="Freeform 303"/>
            <p:cNvSpPr>
              <a:spLocks noEditPoints="1"/>
            </p:cNvSpPr>
            <p:nvPr/>
          </p:nvSpPr>
          <p:spPr bwMode="auto">
            <a:xfrm>
              <a:off x="2733098" y="4304508"/>
              <a:ext cx="310105" cy="439135"/>
            </a:xfrm>
            <a:custGeom>
              <a:avLst/>
              <a:gdLst>
                <a:gd name="T0" fmla="*/ 121 w 121"/>
                <a:gd name="T1" fmla="*/ 26 h 171"/>
                <a:gd name="T2" fmla="*/ 120 w 121"/>
                <a:gd name="T3" fmla="*/ 26 h 171"/>
                <a:gd name="T4" fmla="*/ 114 w 121"/>
                <a:gd name="T5" fmla="*/ 21 h 171"/>
                <a:gd name="T6" fmla="*/ 90 w 121"/>
                <a:gd name="T7" fmla="*/ 3 h 171"/>
                <a:gd name="T8" fmla="*/ 84 w 121"/>
                <a:gd name="T9" fmla="*/ 1 h 171"/>
                <a:gd name="T10" fmla="*/ 76 w 121"/>
                <a:gd name="T11" fmla="*/ 1 h 171"/>
                <a:gd name="T12" fmla="*/ 74 w 121"/>
                <a:gd name="T13" fmla="*/ 11 h 171"/>
                <a:gd name="T14" fmla="*/ 67 w 121"/>
                <a:gd name="T15" fmla="*/ 42 h 171"/>
                <a:gd name="T16" fmla="*/ 67 w 121"/>
                <a:gd name="T17" fmla="*/ 7 h 171"/>
                <a:gd name="T18" fmla="*/ 58 w 121"/>
                <a:gd name="T19" fmla="*/ 0 h 171"/>
                <a:gd name="T20" fmla="*/ 58 w 121"/>
                <a:gd name="T21" fmla="*/ 9 h 171"/>
                <a:gd name="T22" fmla="*/ 45 w 121"/>
                <a:gd name="T23" fmla="*/ 18 h 171"/>
                <a:gd name="T24" fmla="*/ 40 w 121"/>
                <a:gd name="T25" fmla="*/ 7 h 171"/>
                <a:gd name="T26" fmla="*/ 47 w 121"/>
                <a:gd name="T27" fmla="*/ 0 h 171"/>
                <a:gd name="T28" fmla="*/ 38 w 121"/>
                <a:gd name="T29" fmla="*/ 1 h 171"/>
                <a:gd name="T30" fmla="*/ 3 w 121"/>
                <a:gd name="T31" fmla="*/ 35 h 171"/>
                <a:gd name="T32" fmla="*/ 3 w 121"/>
                <a:gd name="T33" fmla="*/ 36 h 171"/>
                <a:gd name="T34" fmla="*/ 1 w 121"/>
                <a:gd name="T35" fmla="*/ 48 h 171"/>
                <a:gd name="T36" fmla="*/ 2 w 121"/>
                <a:gd name="T37" fmla="*/ 48 h 171"/>
                <a:gd name="T38" fmla="*/ 2 w 121"/>
                <a:gd name="T39" fmla="*/ 50 h 171"/>
                <a:gd name="T40" fmla="*/ 6 w 121"/>
                <a:gd name="T41" fmla="*/ 57 h 171"/>
                <a:gd name="T42" fmla="*/ 20 w 121"/>
                <a:gd name="T43" fmla="*/ 85 h 171"/>
                <a:gd name="T44" fmla="*/ 33 w 121"/>
                <a:gd name="T45" fmla="*/ 90 h 171"/>
                <a:gd name="T46" fmla="*/ 35 w 121"/>
                <a:gd name="T47" fmla="*/ 90 h 171"/>
                <a:gd name="T48" fmla="*/ 60 w 121"/>
                <a:gd name="T49" fmla="*/ 171 h 171"/>
                <a:gd name="T50" fmla="*/ 56 w 121"/>
                <a:gd name="T51" fmla="*/ 110 h 171"/>
                <a:gd name="T52" fmla="*/ 89 w 121"/>
                <a:gd name="T53" fmla="*/ 33 h 171"/>
                <a:gd name="T54" fmla="*/ 93 w 121"/>
                <a:gd name="T55" fmla="*/ 31 h 171"/>
                <a:gd name="T56" fmla="*/ 75 w 121"/>
                <a:gd name="T57" fmla="*/ 45 h 171"/>
                <a:gd name="T58" fmla="*/ 89 w 121"/>
                <a:gd name="T59" fmla="*/ 33 h 171"/>
                <a:gd name="T60" fmla="*/ 30 w 121"/>
                <a:gd name="T61" fmla="*/ 55 h 171"/>
                <a:gd name="T62" fmla="*/ 24 w 121"/>
                <a:gd name="T63" fmla="*/ 44 h 171"/>
                <a:gd name="T64" fmla="*/ 33 w 121"/>
                <a:gd name="T65" fmla="*/ 60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1" h="171">
                  <a:moveTo>
                    <a:pt x="120" y="42"/>
                  </a:moveTo>
                  <a:cubicBezTo>
                    <a:pt x="120" y="35"/>
                    <a:pt x="121" y="24"/>
                    <a:pt x="121" y="26"/>
                  </a:cubicBezTo>
                  <a:cubicBezTo>
                    <a:pt x="121" y="26"/>
                    <a:pt x="121" y="26"/>
                    <a:pt x="121" y="26"/>
                  </a:cubicBezTo>
                  <a:cubicBezTo>
                    <a:pt x="120" y="26"/>
                    <a:pt x="120" y="26"/>
                    <a:pt x="120" y="26"/>
                  </a:cubicBezTo>
                  <a:cubicBezTo>
                    <a:pt x="118" y="24"/>
                    <a:pt x="118" y="24"/>
                    <a:pt x="118" y="24"/>
                  </a:cubicBezTo>
                  <a:cubicBezTo>
                    <a:pt x="114" y="21"/>
                    <a:pt x="114" y="21"/>
                    <a:pt x="114" y="21"/>
                  </a:cubicBezTo>
                  <a:cubicBezTo>
                    <a:pt x="106" y="15"/>
                    <a:pt x="106" y="15"/>
                    <a:pt x="106" y="15"/>
                  </a:cubicBezTo>
                  <a:cubicBezTo>
                    <a:pt x="90" y="3"/>
                    <a:pt x="90" y="3"/>
                    <a:pt x="90" y="3"/>
                  </a:cubicBezTo>
                  <a:cubicBezTo>
                    <a:pt x="88" y="2"/>
                    <a:pt x="86" y="1"/>
                    <a:pt x="84" y="1"/>
                  </a:cubicBezTo>
                  <a:cubicBezTo>
                    <a:pt x="84" y="1"/>
                    <a:pt x="84" y="1"/>
                    <a:pt x="84" y="1"/>
                  </a:cubicBezTo>
                  <a:cubicBezTo>
                    <a:pt x="81" y="1"/>
                    <a:pt x="78" y="1"/>
                    <a:pt x="76" y="0"/>
                  </a:cubicBezTo>
                  <a:cubicBezTo>
                    <a:pt x="76" y="1"/>
                    <a:pt x="76" y="1"/>
                    <a:pt x="76" y="1"/>
                  </a:cubicBezTo>
                  <a:cubicBezTo>
                    <a:pt x="83" y="7"/>
                    <a:pt x="83" y="7"/>
                    <a:pt x="83" y="7"/>
                  </a:cubicBezTo>
                  <a:cubicBezTo>
                    <a:pt x="74" y="11"/>
                    <a:pt x="74" y="11"/>
                    <a:pt x="74" y="11"/>
                  </a:cubicBezTo>
                  <a:cubicBezTo>
                    <a:pt x="78" y="18"/>
                    <a:pt x="78" y="18"/>
                    <a:pt x="78" y="18"/>
                  </a:cubicBezTo>
                  <a:cubicBezTo>
                    <a:pt x="67" y="42"/>
                    <a:pt x="67" y="42"/>
                    <a:pt x="67" y="42"/>
                  </a:cubicBezTo>
                  <a:cubicBezTo>
                    <a:pt x="65" y="9"/>
                    <a:pt x="65" y="9"/>
                    <a:pt x="65" y="9"/>
                  </a:cubicBezTo>
                  <a:cubicBezTo>
                    <a:pt x="67" y="7"/>
                    <a:pt x="67" y="7"/>
                    <a:pt x="67" y="7"/>
                  </a:cubicBezTo>
                  <a:cubicBezTo>
                    <a:pt x="65" y="0"/>
                    <a:pt x="65" y="0"/>
                    <a:pt x="65" y="0"/>
                  </a:cubicBezTo>
                  <a:cubicBezTo>
                    <a:pt x="58" y="0"/>
                    <a:pt x="58" y="0"/>
                    <a:pt x="58" y="0"/>
                  </a:cubicBezTo>
                  <a:cubicBezTo>
                    <a:pt x="56" y="7"/>
                    <a:pt x="56" y="7"/>
                    <a:pt x="56" y="7"/>
                  </a:cubicBezTo>
                  <a:cubicBezTo>
                    <a:pt x="58" y="9"/>
                    <a:pt x="58" y="9"/>
                    <a:pt x="58" y="9"/>
                  </a:cubicBezTo>
                  <a:cubicBezTo>
                    <a:pt x="56" y="42"/>
                    <a:pt x="56" y="42"/>
                    <a:pt x="56" y="42"/>
                  </a:cubicBezTo>
                  <a:cubicBezTo>
                    <a:pt x="45" y="18"/>
                    <a:pt x="45" y="18"/>
                    <a:pt x="45" y="18"/>
                  </a:cubicBezTo>
                  <a:cubicBezTo>
                    <a:pt x="49" y="11"/>
                    <a:pt x="49" y="11"/>
                    <a:pt x="49" y="11"/>
                  </a:cubicBezTo>
                  <a:cubicBezTo>
                    <a:pt x="40" y="7"/>
                    <a:pt x="40" y="7"/>
                    <a:pt x="40" y="7"/>
                  </a:cubicBezTo>
                  <a:cubicBezTo>
                    <a:pt x="47" y="1"/>
                    <a:pt x="47" y="1"/>
                    <a:pt x="47" y="1"/>
                  </a:cubicBezTo>
                  <a:cubicBezTo>
                    <a:pt x="47" y="0"/>
                    <a:pt x="47" y="0"/>
                    <a:pt x="47" y="0"/>
                  </a:cubicBezTo>
                  <a:cubicBezTo>
                    <a:pt x="45" y="1"/>
                    <a:pt x="42" y="1"/>
                    <a:pt x="39" y="1"/>
                  </a:cubicBezTo>
                  <a:cubicBezTo>
                    <a:pt x="39" y="1"/>
                    <a:pt x="39" y="1"/>
                    <a:pt x="38" y="1"/>
                  </a:cubicBezTo>
                  <a:cubicBezTo>
                    <a:pt x="36" y="2"/>
                    <a:pt x="33" y="3"/>
                    <a:pt x="31" y="5"/>
                  </a:cubicBezTo>
                  <a:cubicBezTo>
                    <a:pt x="3" y="35"/>
                    <a:pt x="3" y="35"/>
                    <a:pt x="3" y="35"/>
                  </a:cubicBezTo>
                  <a:cubicBezTo>
                    <a:pt x="3" y="36"/>
                    <a:pt x="3" y="36"/>
                    <a:pt x="3" y="36"/>
                  </a:cubicBezTo>
                  <a:cubicBezTo>
                    <a:pt x="3" y="36"/>
                    <a:pt x="3" y="36"/>
                    <a:pt x="3" y="36"/>
                  </a:cubicBezTo>
                  <a:cubicBezTo>
                    <a:pt x="0" y="60"/>
                    <a:pt x="2" y="42"/>
                    <a:pt x="1" y="48"/>
                  </a:cubicBezTo>
                  <a:cubicBezTo>
                    <a:pt x="1" y="48"/>
                    <a:pt x="1" y="48"/>
                    <a:pt x="1" y="48"/>
                  </a:cubicBezTo>
                  <a:cubicBezTo>
                    <a:pt x="1" y="48"/>
                    <a:pt x="1" y="48"/>
                    <a:pt x="1" y="48"/>
                  </a:cubicBezTo>
                  <a:cubicBezTo>
                    <a:pt x="2" y="48"/>
                    <a:pt x="2" y="48"/>
                    <a:pt x="2" y="48"/>
                  </a:cubicBezTo>
                  <a:cubicBezTo>
                    <a:pt x="2" y="49"/>
                    <a:pt x="2" y="49"/>
                    <a:pt x="2" y="49"/>
                  </a:cubicBezTo>
                  <a:cubicBezTo>
                    <a:pt x="2" y="50"/>
                    <a:pt x="2" y="50"/>
                    <a:pt x="2" y="50"/>
                  </a:cubicBezTo>
                  <a:cubicBezTo>
                    <a:pt x="4" y="52"/>
                    <a:pt x="4" y="52"/>
                    <a:pt x="4" y="52"/>
                  </a:cubicBezTo>
                  <a:cubicBezTo>
                    <a:pt x="6" y="57"/>
                    <a:pt x="6" y="57"/>
                    <a:pt x="6" y="57"/>
                  </a:cubicBezTo>
                  <a:cubicBezTo>
                    <a:pt x="11" y="66"/>
                    <a:pt x="11" y="66"/>
                    <a:pt x="11" y="66"/>
                  </a:cubicBezTo>
                  <a:cubicBezTo>
                    <a:pt x="20" y="85"/>
                    <a:pt x="20" y="85"/>
                    <a:pt x="20" y="85"/>
                  </a:cubicBezTo>
                  <a:cubicBezTo>
                    <a:pt x="24" y="82"/>
                    <a:pt x="29" y="80"/>
                    <a:pt x="33" y="78"/>
                  </a:cubicBezTo>
                  <a:cubicBezTo>
                    <a:pt x="33" y="82"/>
                    <a:pt x="33" y="86"/>
                    <a:pt x="33" y="90"/>
                  </a:cubicBezTo>
                  <a:cubicBezTo>
                    <a:pt x="33" y="90"/>
                    <a:pt x="33" y="90"/>
                    <a:pt x="33" y="90"/>
                  </a:cubicBezTo>
                  <a:cubicBezTo>
                    <a:pt x="33" y="90"/>
                    <a:pt x="34" y="90"/>
                    <a:pt x="35" y="90"/>
                  </a:cubicBezTo>
                  <a:cubicBezTo>
                    <a:pt x="37" y="171"/>
                    <a:pt x="37" y="171"/>
                    <a:pt x="37" y="171"/>
                  </a:cubicBezTo>
                  <a:cubicBezTo>
                    <a:pt x="60" y="171"/>
                    <a:pt x="60" y="171"/>
                    <a:pt x="60" y="171"/>
                  </a:cubicBezTo>
                  <a:cubicBezTo>
                    <a:pt x="61" y="161"/>
                    <a:pt x="61" y="148"/>
                    <a:pt x="61" y="134"/>
                  </a:cubicBezTo>
                  <a:cubicBezTo>
                    <a:pt x="58" y="127"/>
                    <a:pt x="56" y="118"/>
                    <a:pt x="56" y="110"/>
                  </a:cubicBezTo>
                  <a:cubicBezTo>
                    <a:pt x="56" y="74"/>
                    <a:pt x="84" y="44"/>
                    <a:pt x="120" y="42"/>
                  </a:cubicBezTo>
                  <a:close/>
                  <a:moveTo>
                    <a:pt x="89" y="33"/>
                  </a:moveTo>
                  <a:cubicBezTo>
                    <a:pt x="89" y="31"/>
                    <a:pt x="89" y="29"/>
                    <a:pt x="89" y="27"/>
                  </a:cubicBezTo>
                  <a:cubicBezTo>
                    <a:pt x="93" y="31"/>
                    <a:pt x="93" y="31"/>
                    <a:pt x="93" y="31"/>
                  </a:cubicBezTo>
                  <a:cubicBezTo>
                    <a:pt x="96" y="33"/>
                    <a:pt x="96" y="33"/>
                    <a:pt x="96" y="33"/>
                  </a:cubicBezTo>
                  <a:cubicBezTo>
                    <a:pt x="75" y="45"/>
                    <a:pt x="75" y="45"/>
                    <a:pt x="75" y="45"/>
                  </a:cubicBezTo>
                  <a:cubicBezTo>
                    <a:pt x="74" y="42"/>
                    <a:pt x="74" y="42"/>
                    <a:pt x="74" y="42"/>
                  </a:cubicBezTo>
                  <a:lnTo>
                    <a:pt x="89" y="33"/>
                  </a:lnTo>
                  <a:close/>
                  <a:moveTo>
                    <a:pt x="33" y="60"/>
                  </a:moveTo>
                  <a:cubicBezTo>
                    <a:pt x="30" y="55"/>
                    <a:pt x="30" y="55"/>
                    <a:pt x="30" y="55"/>
                  </a:cubicBezTo>
                  <a:cubicBezTo>
                    <a:pt x="25" y="46"/>
                    <a:pt x="25" y="46"/>
                    <a:pt x="25" y="46"/>
                  </a:cubicBezTo>
                  <a:cubicBezTo>
                    <a:pt x="24" y="44"/>
                    <a:pt x="24" y="44"/>
                    <a:pt x="24" y="44"/>
                  </a:cubicBezTo>
                  <a:cubicBezTo>
                    <a:pt x="34" y="31"/>
                    <a:pt x="34" y="31"/>
                    <a:pt x="34" y="31"/>
                  </a:cubicBezTo>
                  <a:cubicBezTo>
                    <a:pt x="34" y="41"/>
                    <a:pt x="33" y="50"/>
                    <a:pt x="33"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33" name="Freeform 304"/>
            <p:cNvSpPr>
              <a:spLocks/>
            </p:cNvSpPr>
            <p:nvPr/>
          </p:nvSpPr>
          <p:spPr bwMode="auto">
            <a:xfrm>
              <a:off x="2897909" y="4668827"/>
              <a:ext cx="60720" cy="74816"/>
            </a:xfrm>
            <a:custGeom>
              <a:avLst/>
              <a:gdLst>
                <a:gd name="T0" fmla="*/ 0 w 24"/>
                <a:gd name="T1" fmla="*/ 0 h 29"/>
                <a:gd name="T2" fmla="*/ 1 w 24"/>
                <a:gd name="T3" fmla="*/ 29 h 29"/>
                <a:gd name="T4" fmla="*/ 24 w 24"/>
                <a:gd name="T5" fmla="*/ 29 h 29"/>
                <a:gd name="T6" fmla="*/ 24 w 24"/>
                <a:gd name="T7" fmla="*/ 26 h 29"/>
                <a:gd name="T8" fmla="*/ 0 w 24"/>
                <a:gd name="T9" fmla="*/ 0 h 29"/>
              </a:gdLst>
              <a:ahLst/>
              <a:cxnLst>
                <a:cxn ang="0">
                  <a:pos x="T0" y="T1"/>
                </a:cxn>
                <a:cxn ang="0">
                  <a:pos x="T2" y="T3"/>
                </a:cxn>
                <a:cxn ang="0">
                  <a:pos x="T4" y="T5"/>
                </a:cxn>
                <a:cxn ang="0">
                  <a:pos x="T6" y="T7"/>
                </a:cxn>
                <a:cxn ang="0">
                  <a:pos x="T8" y="T9"/>
                </a:cxn>
              </a:cxnLst>
              <a:rect l="0" t="0" r="r" b="b"/>
              <a:pathLst>
                <a:path w="24" h="29">
                  <a:moveTo>
                    <a:pt x="0" y="0"/>
                  </a:moveTo>
                  <a:cubicBezTo>
                    <a:pt x="1" y="29"/>
                    <a:pt x="1" y="29"/>
                    <a:pt x="1" y="29"/>
                  </a:cubicBezTo>
                  <a:cubicBezTo>
                    <a:pt x="24" y="29"/>
                    <a:pt x="24" y="29"/>
                    <a:pt x="24" y="29"/>
                  </a:cubicBezTo>
                  <a:cubicBezTo>
                    <a:pt x="24" y="28"/>
                    <a:pt x="24" y="27"/>
                    <a:pt x="24" y="26"/>
                  </a:cubicBezTo>
                  <a:cubicBezTo>
                    <a:pt x="14" y="19"/>
                    <a:pt x="6" y="1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34" name="Freeform 305"/>
            <p:cNvSpPr>
              <a:spLocks/>
            </p:cNvSpPr>
            <p:nvPr/>
          </p:nvSpPr>
          <p:spPr bwMode="auto">
            <a:xfrm>
              <a:off x="3035614" y="4422694"/>
              <a:ext cx="54214" cy="41203"/>
            </a:xfrm>
            <a:custGeom>
              <a:avLst/>
              <a:gdLst>
                <a:gd name="T0" fmla="*/ 43 w 50"/>
                <a:gd name="T1" fmla="*/ 0 h 38"/>
                <a:gd name="T2" fmla="*/ 36 w 50"/>
                <a:gd name="T3" fmla="*/ 0 h 38"/>
                <a:gd name="T4" fmla="*/ 14 w 50"/>
                <a:gd name="T5" fmla="*/ 0 h 38"/>
                <a:gd name="T6" fmla="*/ 7 w 50"/>
                <a:gd name="T7" fmla="*/ 0 h 38"/>
                <a:gd name="T8" fmla="*/ 0 w 50"/>
                <a:gd name="T9" fmla="*/ 38 h 38"/>
                <a:gd name="T10" fmla="*/ 14 w 50"/>
                <a:gd name="T11" fmla="*/ 38 h 38"/>
                <a:gd name="T12" fmla="*/ 36 w 50"/>
                <a:gd name="T13" fmla="*/ 38 h 38"/>
                <a:gd name="T14" fmla="*/ 50 w 50"/>
                <a:gd name="T15" fmla="*/ 38 h 38"/>
                <a:gd name="T16" fmla="*/ 43 w 50"/>
                <a:gd name="T1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38">
                  <a:moveTo>
                    <a:pt x="43" y="0"/>
                  </a:moveTo>
                  <a:lnTo>
                    <a:pt x="36" y="0"/>
                  </a:lnTo>
                  <a:lnTo>
                    <a:pt x="14" y="0"/>
                  </a:lnTo>
                  <a:lnTo>
                    <a:pt x="7" y="0"/>
                  </a:lnTo>
                  <a:lnTo>
                    <a:pt x="0" y="38"/>
                  </a:lnTo>
                  <a:lnTo>
                    <a:pt x="14" y="38"/>
                  </a:lnTo>
                  <a:lnTo>
                    <a:pt x="36" y="38"/>
                  </a:lnTo>
                  <a:lnTo>
                    <a:pt x="50" y="38"/>
                  </a:lnTo>
                  <a:lnTo>
                    <a:pt x="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35" name="Freeform 306"/>
            <p:cNvSpPr>
              <a:spLocks/>
            </p:cNvSpPr>
            <p:nvPr/>
          </p:nvSpPr>
          <p:spPr bwMode="auto">
            <a:xfrm>
              <a:off x="2964051" y="4430285"/>
              <a:ext cx="61805" cy="59636"/>
            </a:xfrm>
            <a:custGeom>
              <a:avLst/>
              <a:gdLst>
                <a:gd name="T0" fmla="*/ 33 w 57"/>
                <a:gd name="T1" fmla="*/ 0 h 55"/>
                <a:gd name="T2" fmla="*/ 26 w 57"/>
                <a:gd name="T3" fmla="*/ 5 h 55"/>
                <a:gd name="T4" fmla="*/ 7 w 57"/>
                <a:gd name="T5" fmla="*/ 14 h 55"/>
                <a:gd name="T6" fmla="*/ 0 w 57"/>
                <a:gd name="T7" fmla="*/ 19 h 55"/>
                <a:gd name="T8" fmla="*/ 14 w 57"/>
                <a:gd name="T9" fmla="*/ 55 h 55"/>
                <a:gd name="T10" fmla="*/ 28 w 57"/>
                <a:gd name="T11" fmla="*/ 47 h 55"/>
                <a:gd name="T12" fmla="*/ 45 w 57"/>
                <a:gd name="T13" fmla="*/ 38 h 55"/>
                <a:gd name="T14" fmla="*/ 57 w 57"/>
                <a:gd name="T15" fmla="*/ 31 h 55"/>
                <a:gd name="T16" fmla="*/ 33 w 57"/>
                <a:gd name="T17"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33" y="0"/>
                  </a:moveTo>
                  <a:lnTo>
                    <a:pt x="26" y="5"/>
                  </a:lnTo>
                  <a:lnTo>
                    <a:pt x="7" y="14"/>
                  </a:lnTo>
                  <a:lnTo>
                    <a:pt x="0" y="19"/>
                  </a:lnTo>
                  <a:lnTo>
                    <a:pt x="14" y="55"/>
                  </a:lnTo>
                  <a:lnTo>
                    <a:pt x="28" y="47"/>
                  </a:lnTo>
                  <a:lnTo>
                    <a:pt x="45" y="38"/>
                  </a:lnTo>
                  <a:lnTo>
                    <a:pt x="57" y="31"/>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36" name="Freeform 307"/>
            <p:cNvSpPr>
              <a:spLocks/>
            </p:cNvSpPr>
            <p:nvPr/>
          </p:nvSpPr>
          <p:spPr bwMode="auto">
            <a:xfrm>
              <a:off x="2909837" y="4479077"/>
              <a:ext cx="61805" cy="61805"/>
            </a:xfrm>
            <a:custGeom>
              <a:avLst/>
              <a:gdLst>
                <a:gd name="T0" fmla="*/ 19 w 57"/>
                <a:gd name="T1" fmla="*/ 0 h 57"/>
                <a:gd name="T2" fmla="*/ 15 w 57"/>
                <a:gd name="T3" fmla="*/ 7 h 57"/>
                <a:gd name="T4" fmla="*/ 5 w 57"/>
                <a:gd name="T5" fmla="*/ 26 h 57"/>
                <a:gd name="T6" fmla="*/ 0 w 57"/>
                <a:gd name="T7" fmla="*/ 33 h 57"/>
                <a:gd name="T8" fmla="*/ 31 w 57"/>
                <a:gd name="T9" fmla="*/ 57 h 57"/>
                <a:gd name="T10" fmla="*/ 38 w 57"/>
                <a:gd name="T11" fmla="*/ 45 h 57"/>
                <a:gd name="T12" fmla="*/ 50 w 57"/>
                <a:gd name="T13" fmla="*/ 26 h 57"/>
                <a:gd name="T14" fmla="*/ 57 w 57"/>
                <a:gd name="T15" fmla="*/ 14 h 57"/>
                <a:gd name="T16" fmla="*/ 19 w 57"/>
                <a:gd name="T17"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7">
                  <a:moveTo>
                    <a:pt x="19" y="0"/>
                  </a:moveTo>
                  <a:lnTo>
                    <a:pt x="15" y="7"/>
                  </a:lnTo>
                  <a:lnTo>
                    <a:pt x="5" y="26"/>
                  </a:lnTo>
                  <a:lnTo>
                    <a:pt x="0" y="33"/>
                  </a:lnTo>
                  <a:lnTo>
                    <a:pt x="31" y="57"/>
                  </a:lnTo>
                  <a:lnTo>
                    <a:pt x="38" y="45"/>
                  </a:lnTo>
                  <a:lnTo>
                    <a:pt x="50" y="26"/>
                  </a:lnTo>
                  <a:lnTo>
                    <a:pt x="57" y="14"/>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37" name="Freeform 308"/>
            <p:cNvSpPr>
              <a:spLocks/>
            </p:cNvSpPr>
            <p:nvPr/>
          </p:nvSpPr>
          <p:spPr bwMode="auto">
            <a:xfrm>
              <a:off x="2897909" y="4550640"/>
              <a:ext cx="40119" cy="52046"/>
            </a:xfrm>
            <a:custGeom>
              <a:avLst/>
              <a:gdLst>
                <a:gd name="T0" fmla="*/ 0 w 37"/>
                <a:gd name="T1" fmla="*/ 5 h 48"/>
                <a:gd name="T2" fmla="*/ 0 w 37"/>
                <a:gd name="T3" fmla="*/ 14 h 48"/>
                <a:gd name="T4" fmla="*/ 0 w 37"/>
                <a:gd name="T5" fmla="*/ 33 h 48"/>
                <a:gd name="T6" fmla="*/ 0 w 37"/>
                <a:gd name="T7" fmla="*/ 43 h 48"/>
                <a:gd name="T8" fmla="*/ 37 w 37"/>
                <a:gd name="T9" fmla="*/ 48 h 48"/>
                <a:gd name="T10" fmla="*/ 37 w 37"/>
                <a:gd name="T11" fmla="*/ 33 h 48"/>
                <a:gd name="T12" fmla="*/ 37 w 37"/>
                <a:gd name="T13" fmla="*/ 14 h 48"/>
                <a:gd name="T14" fmla="*/ 37 w 37"/>
                <a:gd name="T15" fmla="*/ 0 h 48"/>
                <a:gd name="T16" fmla="*/ 0 w 37"/>
                <a:gd name="T1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8">
                  <a:moveTo>
                    <a:pt x="0" y="5"/>
                  </a:moveTo>
                  <a:lnTo>
                    <a:pt x="0" y="14"/>
                  </a:lnTo>
                  <a:lnTo>
                    <a:pt x="0" y="33"/>
                  </a:lnTo>
                  <a:lnTo>
                    <a:pt x="0" y="43"/>
                  </a:lnTo>
                  <a:lnTo>
                    <a:pt x="37" y="48"/>
                  </a:lnTo>
                  <a:lnTo>
                    <a:pt x="37" y="33"/>
                  </a:lnTo>
                  <a:lnTo>
                    <a:pt x="37" y="14"/>
                  </a:lnTo>
                  <a:lnTo>
                    <a:pt x="37" y="0"/>
                  </a:lnTo>
                  <a:lnTo>
                    <a:pt x="0"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38" name="Freeform 309"/>
            <p:cNvSpPr>
              <a:spLocks/>
            </p:cNvSpPr>
            <p:nvPr/>
          </p:nvSpPr>
          <p:spPr bwMode="auto">
            <a:xfrm>
              <a:off x="2905500" y="4612444"/>
              <a:ext cx="58551" cy="61805"/>
            </a:xfrm>
            <a:custGeom>
              <a:avLst/>
              <a:gdLst>
                <a:gd name="T0" fmla="*/ 0 w 54"/>
                <a:gd name="T1" fmla="*/ 26 h 57"/>
                <a:gd name="T2" fmla="*/ 4 w 54"/>
                <a:gd name="T3" fmla="*/ 33 h 57"/>
                <a:gd name="T4" fmla="*/ 14 w 54"/>
                <a:gd name="T5" fmla="*/ 50 h 57"/>
                <a:gd name="T6" fmla="*/ 19 w 54"/>
                <a:gd name="T7" fmla="*/ 57 h 57"/>
                <a:gd name="T8" fmla="*/ 54 w 54"/>
                <a:gd name="T9" fmla="*/ 43 h 57"/>
                <a:gd name="T10" fmla="*/ 47 w 54"/>
                <a:gd name="T11" fmla="*/ 31 h 57"/>
                <a:gd name="T12" fmla="*/ 37 w 54"/>
                <a:gd name="T13" fmla="*/ 14 h 57"/>
                <a:gd name="T14" fmla="*/ 30 w 54"/>
                <a:gd name="T15" fmla="*/ 0 h 57"/>
                <a:gd name="T16" fmla="*/ 0 w 54"/>
                <a:gd name="T17" fmla="*/ 2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7">
                  <a:moveTo>
                    <a:pt x="0" y="26"/>
                  </a:moveTo>
                  <a:lnTo>
                    <a:pt x="4" y="33"/>
                  </a:lnTo>
                  <a:lnTo>
                    <a:pt x="14" y="50"/>
                  </a:lnTo>
                  <a:lnTo>
                    <a:pt x="19" y="57"/>
                  </a:lnTo>
                  <a:lnTo>
                    <a:pt x="54" y="43"/>
                  </a:lnTo>
                  <a:lnTo>
                    <a:pt x="47" y="31"/>
                  </a:lnTo>
                  <a:lnTo>
                    <a:pt x="37" y="14"/>
                  </a:lnTo>
                  <a:lnTo>
                    <a:pt x="30" y="0"/>
                  </a:lnTo>
                  <a:lnTo>
                    <a:pt x="0"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39" name="Freeform 310"/>
            <p:cNvSpPr>
              <a:spLocks/>
            </p:cNvSpPr>
            <p:nvPr/>
          </p:nvSpPr>
          <p:spPr bwMode="auto">
            <a:xfrm>
              <a:off x="2954292" y="4668827"/>
              <a:ext cx="60720" cy="58551"/>
            </a:xfrm>
            <a:custGeom>
              <a:avLst/>
              <a:gdLst>
                <a:gd name="T0" fmla="*/ 0 w 56"/>
                <a:gd name="T1" fmla="*/ 35 h 54"/>
                <a:gd name="T2" fmla="*/ 7 w 56"/>
                <a:gd name="T3" fmla="*/ 40 h 54"/>
                <a:gd name="T4" fmla="*/ 26 w 56"/>
                <a:gd name="T5" fmla="*/ 50 h 54"/>
                <a:gd name="T6" fmla="*/ 30 w 56"/>
                <a:gd name="T7" fmla="*/ 54 h 54"/>
                <a:gd name="T8" fmla="*/ 56 w 56"/>
                <a:gd name="T9" fmla="*/ 24 h 54"/>
                <a:gd name="T10" fmla="*/ 45 w 56"/>
                <a:gd name="T11" fmla="*/ 17 h 54"/>
                <a:gd name="T12" fmla="*/ 26 w 56"/>
                <a:gd name="T13" fmla="*/ 7 h 54"/>
                <a:gd name="T14" fmla="*/ 14 w 56"/>
                <a:gd name="T15" fmla="*/ 0 h 54"/>
                <a:gd name="T16" fmla="*/ 0 w 56"/>
                <a:gd name="T17" fmla="*/ 3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0" y="35"/>
                  </a:moveTo>
                  <a:lnTo>
                    <a:pt x="7" y="40"/>
                  </a:lnTo>
                  <a:lnTo>
                    <a:pt x="26" y="50"/>
                  </a:lnTo>
                  <a:lnTo>
                    <a:pt x="30" y="54"/>
                  </a:lnTo>
                  <a:lnTo>
                    <a:pt x="56" y="24"/>
                  </a:lnTo>
                  <a:lnTo>
                    <a:pt x="45" y="17"/>
                  </a:lnTo>
                  <a:lnTo>
                    <a:pt x="26" y="7"/>
                  </a:lnTo>
                  <a:lnTo>
                    <a:pt x="14" y="0"/>
                  </a:lnTo>
                  <a:lnTo>
                    <a:pt x="0"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40" name="Freeform 311"/>
            <p:cNvSpPr>
              <a:spLocks/>
            </p:cNvSpPr>
            <p:nvPr/>
          </p:nvSpPr>
          <p:spPr bwMode="auto">
            <a:xfrm>
              <a:off x="3022602" y="4699187"/>
              <a:ext cx="54214" cy="44456"/>
            </a:xfrm>
            <a:custGeom>
              <a:avLst/>
              <a:gdLst>
                <a:gd name="T0" fmla="*/ 8 w 50"/>
                <a:gd name="T1" fmla="*/ 41 h 41"/>
                <a:gd name="T2" fmla="*/ 15 w 50"/>
                <a:gd name="T3" fmla="*/ 41 h 41"/>
                <a:gd name="T4" fmla="*/ 36 w 50"/>
                <a:gd name="T5" fmla="*/ 41 h 41"/>
                <a:gd name="T6" fmla="*/ 43 w 50"/>
                <a:gd name="T7" fmla="*/ 41 h 41"/>
                <a:gd name="T8" fmla="*/ 50 w 50"/>
                <a:gd name="T9" fmla="*/ 0 h 41"/>
                <a:gd name="T10" fmla="*/ 36 w 50"/>
                <a:gd name="T11" fmla="*/ 0 h 41"/>
                <a:gd name="T12" fmla="*/ 15 w 50"/>
                <a:gd name="T13" fmla="*/ 0 h 41"/>
                <a:gd name="T14" fmla="*/ 0 w 50"/>
                <a:gd name="T15" fmla="*/ 0 h 41"/>
                <a:gd name="T16" fmla="*/ 8 w 50"/>
                <a:gd name="T17" fmla="*/ 4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41">
                  <a:moveTo>
                    <a:pt x="8" y="41"/>
                  </a:moveTo>
                  <a:lnTo>
                    <a:pt x="15" y="41"/>
                  </a:lnTo>
                  <a:lnTo>
                    <a:pt x="36" y="41"/>
                  </a:lnTo>
                  <a:lnTo>
                    <a:pt x="43" y="41"/>
                  </a:lnTo>
                  <a:lnTo>
                    <a:pt x="50" y="0"/>
                  </a:lnTo>
                  <a:lnTo>
                    <a:pt x="36" y="0"/>
                  </a:lnTo>
                  <a:lnTo>
                    <a:pt x="15" y="0"/>
                  </a:lnTo>
                  <a:lnTo>
                    <a:pt x="0" y="0"/>
                  </a:lnTo>
                  <a:lnTo>
                    <a:pt x="8" y="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41" name="Freeform 312"/>
            <p:cNvSpPr>
              <a:spLocks/>
            </p:cNvSpPr>
            <p:nvPr/>
          </p:nvSpPr>
          <p:spPr bwMode="auto">
            <a:xfrm>
              <a:off x="3087659" y="4674248"/>
              <a:ext cx="60720" cy="58551"/>
            </a:xfrm>
            <a:custGeom>
              <a:avLst/>
              <a:gdLst>
                <a:gd name="T0" fmla="*/ 26 w 56"/>
                <a:gd name="T1" fmla="*/ 54 h 54"/>
                <a:gd name="T2" fmla="*/ 30 w 56"/>
                <a:gd name="T3" fmla="*/ 52 h 54"/>
                <a:gd name="T4" fmla="*/ 49 w 56"/>
                <a:gd name="T5" fmla="*/ 40 h 54"/>
                <a:gd name="T6" fmla="*/ 56 w 56"/>
                <a:gd name="T7" fmla="*/ 38 h 54"/>
                <a:gd name="T8" fmla="*/ 42 w 56"/>
                <a:gd name="T9" fmla="*/ 0 h 54"/>
                <a:gd name="T10" fmla="*/ 30 w 56"/>
                <a:gd name="T11" fmla="*/ 7 h 54"/>
                <a:gd name="T12" fmla="*/ 11 w 56"/>
                <a:gd name="T13" fmla="*/ 19 h 54"/>
                <a:gd name="T14" fmla="*/ 0 w 56"/>
                <a:gd name="T15" fmla="*/ 26 h 54"/>
                <a:gd name="T16" fmla="*/ 26 w 56"/>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26" y="54"/>
                  </a:moveTo>
                  <a:lnTo>
                    <a:pt x="30" y="52"/>
                  </a:lnTo>
                  <a:lnTo>
                    <a:pt x="49" y="40"/>
                  </a:lnTo>
                  <a:lnTo>
                    <a:pt x="56" y="38"/>
                  </a:lnTo>
                  <a:lnTo>
                    <a:pt x="42" y="0"/>
                  </a:lnTo>
                  <a:lnTo>
                    <a:pt x="30" y="7"/>
                  </a:lnTo>
                  <a:lnTo>
                    <a:pt x="11" y="19"/>
                  </a:lnTo>
                  <a:lnTo>
                    <a:pt x="0" y="26"/>
                  </a:lnTo>
                  <a:lnTo>
                    <a:pt x="26" y="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42" name="Freeform 313"/>
            <p:cNvSpPr>
              <a:spLocks/>
            </p:cNvSpPr>
            <p:nvPr/>
          </p:nvSpPr>
          <p:spPr bwMode="auto">
            <a:xfrm>
              <a:off x="3144042" y="4625456"/>
              <a:ext cx="58551" cy="58551"/>
            </a:xfrm>
            <a:custGeom>
              <a:avLst/>
              <a:gdLst>
                <a:gd name="T0" fmla="*/ 35 w 54"/>
                <a:gd name="T1" fmla="*/ 54 h 54"/>
                <a:gd name="T2" fmla="*/ 40 w 54"/>
                <a:gd name="T3" fmla="*/ 47 h 54"/>
                <a:gd name="T4" fmla="*/ 49 w 54"/>
                <a:gd name="T5" fmla="*/ 31 h 54"/>
                <a:gd name="T6" fmla="*/ 54 w 54"/>
                <a:gd name="T7" fmla="*/ 23 h 54"/>
                <a:gd name="T8" fmla="*/ 23 w 54"/>
                <a:gd name="T9" fmla="*/ 0 h 54"/>
                <a:gd name="T10" fmla="*/ 16 w 54"/>
                <a:gd name="T11" fmla="*/ 12 h 54"/>
                <a:gd name="T12" fmla="*/ 7 w 54"/>
                <a:gd name="T13" fmla="*/ 28 h 54"/>
                <a:gd name="T14" fmla="*/ 0 w 54"/>
                <a:gd name="T15" fmla="*/ 40 h 54"/>
                <a:gd name="T16" fmla="*/ 35 w 54"/>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4">
                  <a:moveTo>
                    <a:pt x="35" y="54"/>
                  </a:moveTo>
                  <a:lnTo>
                    <a:pt x="40" y="47"/>
                  </a:lnTo>
                  <a:lnTo>
                    <a:pt x="49" y="31"/>
                  </a:lnTo>
                  <a:lnTo>
                    <a:pt x="54" y="23"/>
                  </a:lnTo>
                  <a:lnTo>
                    <a:pt x="23" y="0"/>
                  </a:lnTo>
                  <a:lnTo>
                    <a:pt x="16" y="12"/>
                  </a:lnTo>
                  <a:lnTo>
                    <a:pt x="7" y="28"/>
                  </a:lnTo>
                  <a:lnTo>
                    <a:pt x="0" y="40"/>
                  </a:lnTo>
                  <a:lnTo>
                    <a:pt x="35" y="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43" name="Freeform 314"/>
            <p:cNvSpPr>
              <a:spLocks/>
            </p:cNvSpPr>
            <p:nvPr/>
          </p:nvSpPr>
          <p:spPr bwMode="auto">
            <a:xfrm>
              <a:off x="3174402" y="4563651"/>
              <a:ext cx="43371" cy="50962"/>
            </a:xfrm>
            <a:custGeom>
              <a:avLst/>
              <a:gdLst>
                <a:gd name="T0" fmla="*/ 40 w 40"/>
                <a:gd name="T1" fmla="*/ 43 h 47"/>
                <a:gd name="T2" fmla="*/ 40 w 40"/>
                <a:gd name="T3" fmla="*/ 33 h 47"/>
                <a:gd name="T4" fmla="*/ 40 w 40"/>
                <a:gd name="T5" fmla="*/ 14 h 47"/>
                <a:gd name="T6" fmla="*/ 40 w 40"/>
                <a:gd name="T7" fmla="*/ 5 h 47"/>
                <a:gd name="T8" fmla="*/ 0 w 40"/>
                <a:gd name="T9" fmla="*/ 0 h 47"/>
                <a:gd name="T10" fmla="*/ 0 w 40"/>
                <a:gd name="T11" fmla="*/ 14 h 47"/>
                <a:gd name="T12" fmla="*/ 0 w 40"/>
                <a:gd name="T13" fmla="*/ 33 h 47"/>
                <a:gd name="T14" fmla="*/ 0 w 40"/>
                <a:gd name="T15" fmla="*/ 47 h 47"/>
                <a:gd name="T16" fmla="*/ 40 w 40"/>
                <a:gd name="T17" fmla="*/ 43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47">
                  <a:moveTo>
                    <a:pt x="40" y="43"/>
                  </a:moveTo>
                  <a:lnTo>
                    <a:pt x="40" y="33"/>
                  </a:lnTo>
                  <a:lnTo>
                    <a:pt x="40" y="14"/>
                  </a:lnTo>
                  <a:lnTo>
                    <a:pt x="40" y="5"/>
                  </a:lnTo>
                  <a:lnTo>
                    <a:pt x="0" y="0"/>
                  </a:lnTo>
                  <a:lnTo>
                    <a:pt x="0" y="14"/>
                  </a:lnTo>
                  <a:lnTo>
                    <a:pt x="0" y="33"/>
                  </a:lnTo>
                  <a:lnTo>
                    <a:pt x="0" y="47"/>
                  </a:lnTo>
                  <a:lnTo>
                    <a:pt x="40" y="4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44" name="Freeform 315"/>
            <p:cNvSpPr>
              <a:spLocks/>
            </p:cNvSpPr>
            <p:nvPr/>
          </p:nvSpPr>
          <p:spPr bwMode="auto">
            <a:xfrm>
              <a:off x="3148379" y="4492088"/>
              <a:ext cx="59636" cy="58551"/>
            </a:xfrm>
            <a:custGeom>
              <a:avLst/>
              <a:gdLst>
                <a:gd name="T0" fmla="*/ 55 w 55"/>
                <a:gd name="T1" fmla="*/ 31 h 54"/>
                <a:gd name="T2" fmla="*/ 52 w 55"/>
                <a:gd name="T3" fmla="*/ 24 h 54"/>
                <a:gd name="T4" fmla="*/ 40 w 55"/>
                <a:gd name="T5" fmla="*/ 7 h 54"/>
                <a:gd name="T6" fmla="*/ 38 w 55"/>
                <a:gd name="T7" fmla="*/ 0 h 54"/>
                <a:gd name="T8" fmla="*/ 0 w 55"/>
                <a:gd name="T9" fmla="*/ 14 h 54"/>
                <a:gd name="T10" fmla="*/ 7 w 55"/>
                <a:gd name="T11" fmla="*/ 26 h 54"/>
                <a:gd name="T12" fmla="*/ 17 w 55"/>
                <a:gd name="T13" fmla="*/ 42 h 54"/>
                <a:gd name="T14" fmla="*/ 24 w 55"/>
                <a:gd name="T15" fmla="*/ 54 h 54"/>
                <a:gd name="T16" fmla="*/ 55 w 55"/>
                <a:gd name="T17" fmla="*/ 3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 h="54">
                  <a:moveTo>
                    <a:pt x="55" y="31"/>
                  </a:moveTo>
                  <a:lnTo>
                    <a:pt x="52" y="24"/>
                  </a:lnTo>
                  <a:lnTo>
                    <a:pt x="40" y="7"/>
                  </a:lnTo>
                  <a:lnTo>
                    <a:pt x="38" y="0"/>
                  </a:lnTo>
                  <a:lnTo>
                    <a:pt x="0" y="14"/>
                  </a:lnTo>
                  <a:lnTo>
                    <a:pt x="7" y="26"/>
                  </a:lnTo>
                  <a:lnTo>
                    <a:pt x="17" y="42"/>
                  </a:lnTo>
                  <a:lnTo>
                    <a:pt x="24" y="54"/>
                  </a:lnTo>
                  <a:lnTo>
                    <a:pt x="55"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45" name="Freeform 316"/>
            <p:cNvSpPr>
              <a:spLocks/>
            </p:cNvSpPr>
            <p:nvPr/>
          </p:nvSpPr>
          <p:spPr bwMode="auto">
            <a:xfrm>
              <a:off x="3097418" y="4437874"/>
              <a:ext cx="61805" cy="59636"/>
            </a:xfrm>
            <a:custGeom>
              <a:avLst/>
              <a:gdLst>
                <a:gd name="T0" fmla="*/ 57 w 57"/>
                <a:gd name="T1" fmla="*/ 17 h 55"/>
                <a:gd name="T2" fmla="*/ 50 w 57"/>
                <a:gd name="T3" fmla="*/ 14 h 55"/>
                <a:gd name="T4" fmla="*/ 33 w 57"/>
                <a:gd name="T5" fmla="*/ 3 h 55"/>
                <a:gd name="T6" fmla="*/ 26 w 57"/>
                <a:gd name="T7" fmla="*/ 0 h 55"/>
                <a:gd name="T8" fmla="*/ 0 w 57"/>
                <a:gd name="T9" fmla="*/ 31 h 55"/>
                <a:gd name="T10" fmla="*/ 14 w 57"/>
                <a:gd name="T11" fmla="*/ 38 h 55"/>
                <a:gd name="T12" fmla="*/ 31 w 57"/>
                <a:gd name="T13" fmla="*/ 48 h 55"/>
                <a:gd name="T14" fmla="*/ 43 w 57"/>
                <a:gd name="T15" fmla="*/ 55 h 55"/>
                <a:gd name="T16" fmla="*/ 57 w 57"/>
                <a:gd name="T17" fmla="*/ 17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57" y="17"/>
                  </a:moveTo>
                  <a:lnTo>
                    <a:pt x="50" y="14"/>
                  </a:lnTo>
                  <a:lnTo>
                    <a:pt x="33" y="3"/>
                  </a:lnTo>
                  <a:lnTo>
                    <a:pt x="26" y="0"/>
                  </a:lnTo>
                  <a:lnTo>
                    <a:pt x="0" y="31"/>
                  </a:lnTo>
                  <a:lnTo>
                    <a:pt x="14" y="38"/>
                  </a:lnTo>
                  <a:lnTo>
                    <a:pt x="31" y="48"/>
                  </a:lnTo>
                  <a:lnTo>
                    <a:pt x="43" y="55"/>
                  </a:lnTo>
                  <a:lnTo>
                    <a:pt x="57"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46" name="Freeform 317"/>
            <p:cNvSpPr>
              <a:spLocks noEditPoints="1"/>
            </p:cNvSpPr>
            <p:nvPr/>
          </p:nvSpPr>
          <p:spPr bwMode="auto">
            <a:xfrm>
              <a:off x="2926101" y="4448717"/>
              <a:ext cx="263481" cy="266734"/>
            </a:xfrm>
            <a:custGeom>
              <a:avLst/>
              <a:gdLst>
                <a:gd name="T0" fmla="*/ 51 w 103"/>
                <a:gd name="T1" fmla="*/ 104 h 104"/>
                <a:gd name="T2" fmla="*/ 0 w 103"/>
                <a:gd name="T3" fmla="*/ 52 h 104"/>
                <a:gd name="T4" fmla="*/ 51 w 103"/>
                <a:gd name="T5" fmla="*/ 0 h 104"/>
                <a:gd name="T6" fmla="*/ 103 w 103"/>
                <a:gd name="T7" fmla="*/ 52 h 104"/>
                <a:gd name="T8" fmla="*/ 51 w 103"/>
                <a:gd name="T9" fmla="*/ 104 h 104"/>
                <a:gd name="T10" fmla="*/ 51 w 103"/>
                <a:gd name="T11" fmla="*/ 16 h 104"/>
                <a:gd name="T12" fmla="*/ 15 w 103"/>
                <a:gd name="T13" fmla="*/ 52 h 104"/>
                <a:gd name="T14" fmla="*/ 51 w 103"/>
                <a:gd name="T15" fmla="*/ 89 h 104"/>
                <a:gd name="T16" fmla="*/ 87 w 103"/>
                <a:gd name="T17" fmla="*/ 52 h 104"/>
                <a:gd name="T18" fmla="*/ 51 w 103"/>
                <a:gd name="T19" fmla="*/ 16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 h="104">
                  <a:moveTo>
                    <a:pt x="51" y="104"/>
                  </a:moveTo>
                  <a:cubicBezTo>
                    <a:pt x="23" y="104"/>
                    <a:pt x="0" y="81"/>
                    <a:pt x="0" y="52"/>
                  </a:cubicBezTo>
                  <a:cubicBezTo>
                    <a:pt x="0" y="24"/>
                    <a:pt x="23" y="0"/>
                    <a:pt x="51" y="0"/>
                  </a:cubicBezTo>
                  <a:cubicBezTo>
                    <a:pt x="80" y="0"/>
                    <a:pt x="103" y="24"/>
                    <a:pt x="103" y="52"/>
                  </a:cubicBezTo>
                  <a:cubicBezTo>
                    <a:pt x="103" y="81"/>
                    <a:pt x="80" y="104"/>
                    <a:pt x="51" y="104"/>
                  </a:cubicBezTo>
                  <a:close/>
                  <a:moveTo>
                    <a:pt x="51" y="16"/>
                  </a:moveTo>
                  <a:cubicBezTo>
                    <a:pt x="31" y="16"/>
                    <a:pt x="15" y="32"/>
                    <a:pt x="15" y="52"/>
                  </a:cubicBezTo>
                  <a:cubicBezTo>
                    <a:pt x="15" y="73"/>
                    <a:pt x="31" y="89"/>
                    <a:pt x="51" y="89"/>
                  </a:cubicBezTo>
                  <a:cubicBezTo>
                    <a:pt x="71" y="89"/>
                    <a:pt x="87" y="73"/>
                    <a:pt x="87" y="52"/>
                  </a:cubicBezTo>
                  <a:cubicBezTo>
                    <a:pt x="87" y="32"/>
                    <a:pt x="71" y="16"/>
                    <a:pt x="51"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47" name="Oval 318"/>
            <p:cNvSpPr>
              <a:spLocks noChangeArrowheads="1"/>
            </p:cNvSpPr>
            <p:nvPr/>
          </p:nvSpPr>
          <p:spPr bwMode="auto">
            <a:xfrm>
              <a:off x="2999832" y="4525702"/>
              <a:ext cx="112766" cy="11276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grpSp>
      <p:grpSp>
        <p:nvGrpSpPr>
          <p:cNvPr id="48" name="原创设计师QQ598969553          _22"/>
          <p:cNvGrpSpPr/>
          <p:nvPr/>
        </p:nvGrpSpPr>
        <p:grpSpPr>
          <a:xfrm>
            <a:off x="3304445" y="2402292"/>
            <a:ext cx="288853" cy="196770"/>
            <a:chOff x="4895160" y="4287159"/>
            <a:chExt cx="571418" cy="389258"/>
          </a:xfrm>
          <a:solidFill>
            <a:schemeClr val="accent2"/>
          </a:solidFill>
        </p:grpSpPr>
        <p:sp>
          <p:nvSpPr>
            <p:cNvPr id="49" name="Freeform 327"/>
            <p:cNvSpPr>
              <a:spLocks noEditPoints="1"/>
            </p:cNvSpPr>
            <p:nvPr/>
          </p:nvSpPr>
          <p:spPr bwMode="auto">
            <a:xfrm>
              <a:off x="4895160" y="4287159"/>
              <a:ext cx="438051" cy="389258"/>
            </a:xfrm>
            <a:custGeom>
              <a:avLst/>
              <a:gdLst>
                <a:gd name="T0" fmla="*/ 166 w 171"/>
                <a:gd name="T1" fmla="*/ 0 h 152"/>
                <a:gd name="T2" fmla="*/ 5 w 171"/>
                <a:gd name="T3" fmla="*/ 0 h 152"/>
                <a:gd name="T4" fmla="*/ 0 w 171"/>
                <a:gd name="T5" fmla="*/ 5 h 152"/>
                <a:gd name="T6" fmla="*/ 0 w 171"/>
                <a:gd name="T7" fmla="*/ 146 h 152"/>
                <a:gd name="T8" fmla="*/ 5 w 171"/>
                <a:gd name="T9" fmla="*/ 152 h 152"/>
                <a:gd name="T10" fmla="*/ 166 w 171"/>
                <a:gd name="T11" fmla="*/ 152 h 152"/>
                <a:gd name="T12" fmla="*/ 171 w 171"/>
                <a:gd name="T13" fmla="*/ 146 h 152"/>
                <a:gd name="T14" fmla="*/ 171 w 171"/>
                <a:gd name="T15" fmla="*/ 5 h 152"/>
                <a:gd name="T16" fmla="*/ 166 w 171"/>
                <a:gd name="T17" fmla="*/ 0 h 152"/>
                <a:gd name="T18" fmla="*/ 132 w 171"/>
                <a:gd name="T19" fmla="*/ 12 h 152"/>
                <a:gd name="T20" fmla="*/ 139 w 171"/>
                <a:gd name="T21" fmla="*/ 19 h 152"/>
                <a:gd name="T22" fmla="*/ 132 w 171"/>
                <a:gd name="T23" fmla="*/ 26 h 152"/>
                <a:gd name="T24" fmla="*/ 124 w 171"/>
                <a:gd name="T25" fmla="*/ 19 h 152"/>
                <a:gd name="T26" fmla="*/ 132 w 171"/>
                <a:gd name="T27" fmla="*/ 12 h 152"/>
                <a:gd name="T28" fmla="*/ 110 w 171"/>
                <a:gd name="T29" fmla="*/ 12 h 152"/>
                <a:gd name="T30" fmla="*/ 118 w 171"/>
                <a:gd name="T31" fmla="*/ 19 h 152"/>
                <a:gd name="T32" fmla="*/ 110 w 171"/>
                <a:gd name="T33" fmla="*/ 26 h 152"/>
                <a:gd name="T34" fmla="*/ 103 w 171"/>
                <a:gd name="T35" fmla="*/ 19 h 152"/>
                <a:gd name="T36" fmla="*/ 110 w 171"/>
                <a:gd name="T37" fmla="*/ 12 h 152"/>
                <a:gd name="T38" fmla="*/ 160 w 171"/>
                <a:gd name="T39" fmla="*/ 141 h 152"/>
                <a:gd name="T40" fmla="*/ 11 w 171"/>
                <a:gd name="T41" fmla="*/ 141 h 152"/>
                <a:gd name="T42" fmla="*/ 11 w 171"/>
                <a:gd name="T43" fmla="*/ 38 h 152"/>
                <a:gd name="T44" fmla="*/ 160 w 171"/>
                <a:gd name="T45" fmla="*/ 38 h 152"/>
                <a:gd name="T46" fmla="*/ 160 w 171"/>
                <a:gd name="T47" fmla="*/ 141 h 152"/>
                <a:gd name="T48" fmla="*/ 153 w 171"/>
                <a:gd name="T49" fmla="*/ 26 h 152"/>
                <a:gd name="T50" fmla="*/ 146 w 171"/>
                <a:gd name="T51" fmla="*/ 19 h 152"/>
                <a:gd name="T52" fmla="*/ 153 w 171"/>
                <a:gd name="T53" fmla="*/ 12 h 152"/>
                <a:gd name="T54" fmla="*/ 160 w 171"/>
                <a:gd name="T55" fmla="*/ 19 h 152"/>
                <a:gd name="T56" fmla="*/ 153 w 171"/>
                <a:gd name="T57" fmla="*/ 26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71" h="152">
                  <a:moveTo>
                    <a:pt x="166" y="0"/>
                  </a:moveTo>
                  <a:cubicBezTo>
                    <a:pt x="5" y="0"/>
                    <a:pt x="5" y="0"/>
                    <a:pt x="5" y="0"/>
                  </a:cubicBezTo>
                  <a:cubicBezTo>
                    <a:pt x="2" y="0"/>
                    <a:pt x="0" y="2"/>
                    <a:pt x="0" y="5"/>
                  </a:cubicBezTo>
                  <a:cubicBezTo>
                    <a:pt x="0" y="146"/>
                    <a:pt x="0" y="146"/>
                    <a:pt x="0" y="146"/>
                  </a:cubicBezTo>
                  <a:cubicBezTo>
                    <a:pt x="0" y="149"/>
                    <a:pt x="2" y="152"/>
                    <a:pt x="5" y="152"/>
                  </a:cubicBezTo>
                  <a:cubicBezTo>
                    <a:pt x="166" y="152"/>
                    <a:pt x="166" y="152"/>
                    <a:pt x="166" y="152"/>
                  </a:cubicBezTo>
                  <a:cubicBezTo>
                    <a:pt x="169" y="152"/>
                    <a:pt x="171" y="149"/>
                    <a:pt x="171" y="146"/>
                  </a:cubicBezTo>
                  <a:cubicBezTo>
                    <a:pt x="171" y="5"/>
                    <a:pt x="171" y="5"/>
                    <a:pt x="171" y="5"/>
                  </a:cubicBezTo>
                  <a:cubicBezTo>
                    <a:pt x="171" y="2"/>
                    <a:pt x="169" y="0"/>
                    <a:pt x="166" y="0"/>
                  </a:cubicBezTo>
                  <a:close/>
                  <a:moveTo>
                    <a:pt x="132" y="12"/>
                  </a:moveTo>
                  <a:cubicBezTo>
                    <a:pt x="136" y="12"/>
                    <a:pt x="139" y="15"/>
                    <a:pt x="139" y="19"/>
                  </a:cubicBezTo>
                  <a:cubicBezTo>
                    <a:pt x="139" y="23"/>
                    <a:pt x="136" y="26"/>
                    <a:pt x="132" y="26"/>
                  </a:cubicBezTo>
                  <a:cubicBezTo>
                    <a:pt x="128" y="26"/>
                    <a:pt x="124" y="23"/>
                    <a:pt x="124" y="19"/>
                  </a:cubicBezTo>
                  <a:cubicBezTo>
                    <a:pt x="124" y="15"/>
                    <a:pt x="128" y="12"/>
                    <a:pt x="132" y="12"/>
                  </a:cubicBezTo>
                  <a:close/>
                  <a:moveTo>
                    <a:pt x="110" y="12"/>
                  </a:moveTo>
                  <a:cubicBezTo>
                    <a:pt x="114" y="12"/>
                    <a:pt x="118" y="15"/>
                    <a:pt x="118" y="19"/>
                  </a:cubicBezTo>
                  <a:cubicBezTo>
                    <a:pt x="118" y="23"/>
                    <a:pt x="114" y="26"/>
                    <a:pt x="110" y="26"/>
                  </a:cubicBezTo>
                  <a:cubicBezTo>
                    <a:pt x="106" y="26"/>
                    <a:pt x="103" y="23"/>
                    <a:pt x="103" y="19"/>
                  </a:cubicBezTo>
                  <a:cubicBezTo>
                    <a:pt x="103" y="15"/>
                    <a:pt x="106" y="12"/>
                    <a:pt x="110" y="12"/>
                  </a:cubicBezTo>
                  <a:close/>
                  <a:moveTo>
                    <a:pt x="160" y="141"/>
                  </a:moveTo>
                  <a:cubicBezTo>
                    <a:pt x="11" y="141"/>
                    <a:pt x="11" y="141"/>
                    <a:pt x="11" y="141"/>
                  </a:cubicBezTo>
                  <a:cubicBezTo>
                    <a:pt x="11" y="38"/>
                    <a:pt x="11" y="38"/>
                    <a:pt x="11" y="38"/>
                  </a:cubicBezTo>
                  <a:cubicBezTo>
                    <a:pt x="160" y="38"/>
                    <a:pt x="160" y="38"/>
                    <a:pt x="160" y="38"/>
                  </a:cubicBezTo>
                  <a:lnTo>
                    <a:pt x="160" y="141"/>
                  </a:lnTo>
                  <a:close/>
                  <a:moveTo>
                    <a:pt x="153" y="26"/>
                  </a:moveTo>
                  <a:cubicBezTo>
                    <a:pt x="149" y="26"/>
                    <a:pt x="146" y="23"/>
                    <a:pt x="146" y="19"/>
                  </a:cubicBezTo>
                  <a:cubicBezTo>
                    <a:pt x="146" y="15"/>
                    <a:pt x="149" y="12"/>
                    <a:pt x="153" y="12"/>
                  </a:cubicBezTo>
                  <a:cubicBezTo>
                    <a:pt x="157" y="12"/>
                    <a:pt x="160" y="15"/>
                    <a:pt x="160" y="19"/>
                  </a:cubicBezTo>
                  <a:cubicBezTo>
                    <a:pt x="160" y="23"/>
                    <a:pt x="157" y="26"/>
                    <a:pt x="153"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50" name="Rectangle 328"/>
            <p:cNvSpPr>
              <a:spLocks noChangeArrowheads="1"/>
            </p:cNvSpPr>
            <p:nvPr/>
          </p:nvSpPr>
          <p:spPr bwMode="auto">
            <a:xfrm>
              <a:off x="4953712" y="4417273"/>
              <a:ext cx="315527" cy="5963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51" name="Rectangle 329"/>
            <p:cNvSpPr>
              <a:spLocks noChangeArrowheads="1"/>
            </p:cNvSpPr>
            <p:nvPr/>
          </p:nvSpPr>
          <p:spPr bwMode="auto">
            <a:xfrm>
              <a:off x="4953712" y="4501847"/>
              <a:ext cx="99754" cy="10517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52" name="Rectangle 330"/>
            <p:cNvSpPr>
              <a:spLocks noChangeArrowheads="1"/>
            </p:cNvSpPr>
            <p:nvPr/>
          </p:nvSpPr>
          <p:spPr bwMode="auto">
            <a:xfrm>
              <a:off x="5071899" y="4505100"/>
              <a:ext cx="107344" cy="1301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53" name="Rectangle 331"/>
            <p:cNvSpPr>
              <a:spLocks noChangeArrowheads="1"/>
            </p:cNvSpPr>
            <p:nvPr/>
          </p:nvSpPr>
          <p:spPr bwMode="auto">
            <a:xfrm>
              <a:off x="5071899" y="4548471"/>
              <a:ext cx="107344" cy="1301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54" name="Rectangle 332"/>
            <p:cNvSpPr>
              <a:spLocks noChangeArrowheads="1"/>
            </p:cNvSpPr>
            <p:nvPr/>
          </p:nvSpPr>
          <p:spPr bwMode="auto">
            <a:xfrm>
              <a:off x="5071899" y="4589674"/>
              <a:ext cx="107344" cy="1518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55" name="Freeform 333"/>
            <p:cNvSpPr>
              <a:spLocks/>
            </p:cNvSpPr>
            <p:nvPr/>
          </p:nvSpPr>
          <p:spPr bwMode="auto">
            <a:xfrm>
              <a:off x="5225867" y="4569073"/>
              <a:ext cx="40119" cy="41203"/>
            </a:xfrm>
            <a:custGeom>
              <a:avLst/>
              <a:gdLst>
                <a:gd name="T0" fmla="*/ 11 w 37"/>
                <a:gd name="T1" fmla="*/ 0 h 38"/>
                <a:gd name="T2" fmla="*/ 11 w 37"/>
                <a:gd name="T3" fmla="*/ 2 h 38"/>
                <a:gd name="T4" fmla="*/ 0 w 37"/>
                <a:gd name="T5" fmla="*/ 38 h 38"/>
                <a:gd name="T6" fmla="*/ 35 w 37"/>
                <a:gd name="T7" fmla="*/ 26 h 38"/>
                <a:gd name="T8" fmla="*/ 37 w 37"/>
                <a:gd name="T9" fmla="*/ 26 h 38"/>
                <a:gd name="T10" fmla="*/ 11 w 37"/>
                <a:gd name="T11" fmla="*/ 0 h 38"/>
              </a:gdLst>
              <a:ahLst/>
              <a:cxnLst>
                <a:cxn ang="0">
                  <a:pos x="T0" y="T1"/>
                </a:cxn>
                <a:cxn ang="0">
                  <a:pos x="T2" y="T3"/>
                </a:cxn>
                <a:cxn ang="0">
                  <a:pos x="T4" y="T5"/>
                </a:cxn>
                <a:cxn ang="0">
                  <a:pos x="T6" y="T7"/>
                </a:cxn>
                <a:cxn ang="0">
                  <a:pos x="T8" y="T9"/>
                </a:cxn>
                <a:cxn ang="0">
                  <a:pos x="T10" y="T11"/>
                </a:cxn>
              </a:cxnLst>
              <a:rect l="0" t="0" r="r" b="b"/>
              <a:pathLst>
                <a:path w="37" h="38">
                  <a:moveTo>
                    <a:pt x="11" y="0"/>
                  </a:moveTo>
                  <a:lnTo>
                    <a:pt x="11" y="2"/>
                  </a:lnTo>
                  <a:lnTo>
                    <a:pt x="0" y="38"/>
                  </a:lnTo>
                  <a:lnTo>
                    <a:pt x="35" y="26"/>
                  </a:lnTo>
                  <a:lnTo>
                    <a:pt x="37" y="26"/>
                  </a:lnTo>
                  <a:lnTo>
                    <a:pt x="1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56" name="Freeform 334"/>
            <p:cNvSpPr>
              <a:spLocks/>
            </p:cNvSpPr>
            <p:nvPr/>
          </p:nvSpPr>
          <p:spPr bwMode="auto">
            <a:xfrm>
              <a:off x="5389594" y="4366311"/>
              <a:ext cx="76984" cy="79153"/>
            </a:xfrm>
            <a:custGeom>
              <a:avLst/>
              <a:gdLst>
                <a:gd name="T0" fmla="*/ 23 w 30"/>
                <a:gd name="T1" fmla="*/ 31 h 31"/>
                <a:gd name="T2" fmla="*/ 28 w 30"/>
                <a:gd name="T3" fmla="*/ 25 h 31"/>
                <a:gd name="T4" fmla="*/ 28 w 30"/>
                <a:gd name="T5" fmla="*/ 18 h 31"/>
                <a:gd name="T6" fmla="*/ 13 w 30"/>
                <a:gd name="T7" fmla="*/ 2 h 31"/>
                <a:gd name="T8" fmla="*/ 6 w 30"/>
                <a:gd name="T9" fmla="*/ 2 h 31"/>
                <a:gd name="T10" fmla="*/ 0 w 30"/>
                <a:gd name="T11" fmla="*/ 8 h 31"/>
                <a:gd name="T12" fmla="*/ 23 w 30"/>
                <a:gd name="T13" fmla="*/ 31 h 31"/>
              </a:gdLst>
              <a:ahLst/>
              <a:cxnLst>
                <a:cxn ang="0">
                  <a:pos x="T0" y="T1"/>
                </a:cxn>
                <a:cxn ang="0">
                  <a:pos x="T2" y="T3"/>
                </a:cxn>
                <a:cxn ang="0">
                  <a:pos x="T4" y="T5"/>
                </a:cxn>
                <a:cxn ang="0">
                  <a:pos x="T6" y="T7"/>
                </a:cxn>
                <a:cxn ang="0">
                  <a:pos x="T8" y="T9"/>
                </a:cxn>
                <a:cxn ang="0">
                  <a:pos x="T10" y="T11"/>
                </a:cxn>
                <a:cxn ang="0">
                  <a:pos x="T12" y="T13"/>
                </a:cxn>
              </a:cxnLst>
              <a:rect l="0" t="0" r="r" b="b"/>
              <a:pathLst>
                <a:path w="30" h="31">
                  <a:moveTo>
                    <a:pt x="23" y="31"/>
                  </a:moveTo>
                  <a:cubicBezTo>
                    <a:pt x="28" y="25"/>
                    <a:pt x="28" y="25"/>
                    <a:pt x="28" y="25"/>
                  </a:cubicBezTo>
                  <a:cubicBezTo>
                    <a:pt x="30" y="23"/>
                    <a:pt x="30" y="20"/>
                    <a:pt x="28" y="18"/>
                  </a:cubicBezTo>
                  <a:cubicBezTo>
                    <a:pt x="13" y="2"/>
                    <a:pt x="13" y="2"/>
                    <a:pt x="13" y="2"/>
                  </a:cubicBezTo>
                  <a:cubicBezTo>
                    <a:pt x="11" y="0"/>
                    <a:pt x="8" y="0"/>
                    <a:pt x="6" y="2"/>
                  </a:cubicBezTo>
                  <a:cubicBezTo>
                    <a:pt x="0" y="8"/>
                    <a:pt x="0" y="8"/>
                    <a:pt x="0" y="8"/>
                  </a:cubicBezTo>
                  <a:lnTo>
                    <a:pt x="23"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57" name="Freeform 335"/>
            <p:cNvSpPr>
              <a:spLocks/>
            </p:cNvSpPr>
            <p:nvPr/>
          </p:nvSpPr>
          <p:spPr bwMode="auto">
            <a:xfrm>
              <a:off x="5258396" y="4394503"/>
              <a:ext cx="182160" cy="182160"/>
            </a:xfrm>
            <a:custGeom>
              <a:avLst/>
              <a:gdLst>
                <a:gd name="T0" fmla="*/ 49 w 71"/>
                <a:gd name="T1" fmla="*/ 0 h 71"/>
                <a:gd name="T2" fmla="*/ 48 w 71"/>
                <a:gd name="T3" fmla="*/ 0 h 71"/>
                <a:gd name="T4" fmla="*/ 2 w 71"/>
                <a:gd name="T5" fmla="*/ 47 h 71"/>
                <a:gd name="T6" fmla="*/ 2 w 71"/>
                <a:gd name="T7" fmla="*/ 54 h 71"/>
                <a:gd name="T8" fmla="*/ 2 w 71"/>
                <a:gd name="T9" fmla="*/ 55 h 71"/>
                <a:gd name="T10" fmla="*/ 8 w 71"/>
                <a:gd name="T11" fmla="*/ 56 h 71"/>
                <a:gd name="T12" fmla="*/ 9 w 71"/>
                <a:gd name="T13" fmla="*/ 62 h 71"/>
                <a:gd name="T14" fmla="*/ 9 w 71"/>
                <a:gd name="T15" fmla="*/ 62 h 71"/>
                <a:gd name="T16" fmla="*/ 15 w 71"/>
                <a:gd name="T17" fmla="*/ 63 h 71"/>
                <a:gd name="T18" fmla="*/ 16 w 71"/>
                <a:gd name="T19" fmla="*/ 69 h 71"/>
                <a:gd name="T20" fmla="*/ 17 w 71"/>
                <a:gd name="T21" fmla="*/ 69 h 71"/>
                <a:gd name="T22" fmla="*/ 24 w 71"/>
                <a:gd name="T23" fmla="*/ 69 h 71"/>
                <a:gd name="T24" fmla="*/ 71 w 71"/>
                <a:gd name="T25" fmla="*/ 23 h 71"/>
                <a:gd name="T26" fmla="*/ 71 w 71"/>
                <a:gd name="T27" fmla="*/ 22 h 71"/>
                <a:gd name="T28" fmla="*/ 49 w 71"/>
                <a:gd name="T29" fmla="*/ 0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1" h="71">
                  <a:moveTo>
                    <a:pt x="49" y="0"/>
                  </a:moveTo>
                  <a:cubicBezTo>
                    <a:pt x="49" y="0"/>
                    <a:pt x="48" y="0"/>
                    <a:pt x="48" y="0"/>
                  </a:cubicBezTo>
                  <a:cubicBezTo>
                    <a:pt x="2" y="47"/>
                    <a:pt x="2" y="47"/>
                    <a:pt x="2" y="47"/>
                  </a:cubicBezTo>
                  <a:cubicBezTo>
                    <a:pt x="0" y="49"/>
                    <a:pt x="0" y="52"/>
                    <a:pt x="2" y="54"/>
                  </a:cubicBezTo>
                  <a:cubicBezTo>
                    <a:pt x="2" y="55"/>
                    <a:pt x="2" y="55"/>
                    <a:pt x="2" y="55"/>
                  </a:cubicBezTo>
                  <a:cubicBezTo>
                    <a:pt x="4" y="56"/>
                    <a:pt x="6" y="57"/>
                    <a:pt x="8" y="56"/>
                  </a:cubicBezTo>
                  <a:cubicBezTo>
                    <a:pt x="7" y="58"/>
                    <a:pt x="7" y="60"/>
                    <a:pt x="9" y="62"/>
                  </a:cubicBezTo>
                  <a:cubicBezTo>
                    <a:pt x="9" y="62"/>
                    <a:pt x="9" y="62"/>
                    <a:pt x="9" y="62"/>
                  </a:cubicBezTo>
                  <a:cubicBezTo>
                    <a:pt x="11" y="64"/>
                    <a:pt x="13" y="64"/>
                    <a:pt x="15" y="63"/>
                  </a:cubicBezTo>
                  <a:cubicBezTo>
                    <a:pt x="14" y="65"/>
                    <a:pt x="15" y="67"/>
                    <a:pt x="16" y="69"/>
                  </a:cubicBezTo>
                  <a:cubicBezTo>
                    <a:pt x="17" y="69"/>
                    <a:pt x="17" y="69"/>
                    <a:pt x="17" y="69"/>
                  </a:cubicBezTo>
                  <a:cubicBezTo>
                    <a:pt x="19" y="71"/>
                    <a:pt x="22" y="71"/>
                    <a:pt x="24" y="69"/>
                  </a:cubicBezTo>
                  <a:cubicBezTo>
                    <a:pt x="71" y="23"/>
                    <a:pt x="71" y="23"/>
                    <a:pt x="71" y="23"/>
                  </a:cubicBezTo>
                  <a:cubicBezTo>
                    <a:pt x="71" y="23"/>
                    <a:pt x="71" y="22"/>
                    <a:pt x="71" y="22"/>
                  </a:cubicBezTo>
                  <a:lnTo>
                    <a:pt x="4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grpSp>
      <p:sp>
        <p:nvSpPr>
          <p:cNvPr id="58" name="原创设计师QQ598969553          _23"/>
          <p:cNvSpPr>
            <a:spLocks/>
          </p:cNvSpPr>
          <p:nvPr/>
        </p:nvSpPr>
        <p:spPr bwMode="auto">
          <a:xfrm>
            <a:off x="6048012" y="2216543"/>
            <a:ext cx="1333350" cy="118173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2"/>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3">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59" name="原创设计师QQ598969553          _24"/>
          <p:cNvSpPr>
            <a:spLocks/>
          </p:cNvSpPr>
          <p:nvPr/>
        </p:nvSpPr>
        <p:spPr bwMode="auto">
          <a:xfrm>
            <a:off x="6128882" y="2273467"/>
            <a:ext cx="1188253" cy="1053138"/>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95000"/>
            </a:schemeClr>
          </a:solidFill>
          <a:ln w="50800">
            <a:noFill/>
          </a:ln>
          <a:effectLst>
            <a:outerShdw blurRad="101600" dist="50800" dir="2700000" algn="tl" rotWithShape="0">
              <a:schemeClr val="accent3">
                <a:lumMod val="50000"/>
                <a:alpha val="64000"/>
              </a:schemeClr>
            </a:outerShdw>
          </a:effectLst>
          <a:scene3d>
            <a:camera prst="orthographicFront"/>
            <a:lightRig rig="threePt" dir="t"/>
          </a:scene3d>
          <a:sp3d prstMaterial="softEdge">
            <a:bevelT w="63500" h="19050" prst="angle"/>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60" name="原创设计师QQ598969553          _25"/>
          <p:cNvSpPr/>
          <p:nvPr/>
        </p:nvSpPr>
        <p:spPr>
          <a:xfrm>
            <a:off x="6274217" y="2694235"/>
            <a:ext cx="929555" cy="500137"/>
          </a:xfrm>
          <a:prstGeom prst="rect">
            <a:avLst/>
          </a:prstGeom>
        </p:spPr>
        <p:txBody>
          <a:bodyPr wrap="square" lIns="68580" tIns="34290" rIns="68580" bIns="34290">
            <a:spAutoFit/>
          </a:bodyPr>
          <a:lstStyle/>
          <a:p>
            <a:pPr algn="ctr"/>
            <a:r>
              <a:rPr lang="zh-CN" altLang="en-US" b="1" dirty="0">
                <a:solidFill>
                  <a:schemeClr val="tx1">
                    <a:lumMod val="65000"/>
                    <a:lumOff val="35000"/>
                  </a:schemeClr>
                </a:solidFill>
                <a:latin typeface="ITC Avant Garde Std Bk" panose="020B0502020202020204" pitchFamily="34" charset="0"/>
              </a:rPr>
              <a:t>添加关键字</a:t>
            </a:r>
            <a:endParaRPr lang="zh-CN" altLang="en-US" sz="100" b="1" dirty="0">
              <a:solidFill>
                <a:schemeClr val="tx1">
                  <a:lumMod val="65000"/>
                  <a:lumOff val="35000"/>
                </a:schemeClr>
              </a:solidFill>
              <a:latin typeface="ITC Avant Garde Std Bk" panose="020B0502020202020204" pitchFamily="34" charset="0"/>
            </a:endParaRPr>
          </a:p>
        </p:txBody>
      </p:sp>
      <p:grpSp>
        <p:nvGrpSpPr>
          <p:cNvPr id="61" name="原创设计师QQ598969553          _26"/>
          <p:cNvGrpSpPr/>
          <p:nvPr/>
        </p:nvGrpSpPr>
        <p:grpSpPr>
          <a:xfrm>
            <a:off x="6593507" y="2402267"/>
            <a:ext cx="185723" cy="175428"/>
            <a:chOff x="4882149" y="3025052"/>
            <a:chExt cx="489013" cy="461905"/>
          </a:xfrm>
          <a:solidFill>
            <a:schemeClr val="accent2"/>
          </a:solidFill>
        </p:grpSpPr>
        <p:sp>
          <p:nvSpPr>
            <p:cNvPr id="62" name="Freeform 250"/>
            <p:cNvSpPr>
              <a:spLocks/>
            </p:cNvSpPr>
            <p:nvPr/>
          </p:nvSpPr>
          <p:spPr bwMode="auto">
            <a:xfrm>
              <a:off x="4882149" y="3161672"/>
              <a:ext cx="468411" cy="325285"/>
            </a:xfrm>
            <a:custGeom>
              <a:avLst/>
              <a:gdLst>
                <a:gd name="T0" fmla="*/ 102 w 183"/>
                <a:gd name="T1" fmla="*/ 127 h 127"/>
                <a:gd name="T2" fmla="*/ 65 w 183"/>
                <a:gd name="T3" fmla="*/ 119 h 127"/>
                <a:gd name="T4" fmla="*/ 20 w 183"/>
                <a:gd name="T5" fmla="*/ 0 h 127"/>
                <a:gd name="T6" fmla="*/ 50 w 183"/>
                <a:gd name="T7" fmla="*/ 14 h 127"/>
                <a:gd name="T8" fmla="*/ 78 w 183"/>
                <a:gd name="T9" fmla="*/ 89 h 127"/>
                <a:gd name="T10" fmla="*/ 154 w 183"/>
                <a:gd name="T11" fmla="*/ 60 h 127"/>
                <a:gd name="T12" fmla="*/ 183 w 183"/>
                <a:gd name="T13" fmla="*/ 74 h 127"/>
                <a:gd name="T14" fmla="*/ 134 w 183"/>
                <a:gd name="T15" fmla="*/ 121 h 127"/>
                <a:gd name="T16" fmla="*/ 102 w 183"/>
                <a:gd name="T17"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3" h="127">
                  <a:moveTo>
                    <a:pt x="102" y="127"/>
                  </a:moveTo>
                  <a:cubicBezTo>
                    <a:pt x="89" y="127"/>
                    <a:pt x="77" y="124"/>
                    <a:pt x="65" y="119"/>
                  </a:cubicBezTo>
                  <a:cubicBezTo>
                    <a:pt x="20" y="98"/>
                    <a:pt x="0" y="45"/>
                    <a:pt x="20" y="0"/>
                  </a:cubicBezTo>
                  <a:cubicBezTo>
                    <a:pt x="50" y="14"/>
                    <a:pt x="50" y="14"/>
                    <a:pt x="50" y="14"/>
                  </a:cubicBezTo>
                  <a:cubicBezTo>
                    <a:pt x="37" y="42"/>
                    <a:pt x="50" y="76"/>
                    <a:pt x="78" y="89"/>
                  </a:cubicBezTo>
                  <a:cubicBezTo>
                    <a:pt x="107" y="102"/>
                    <a:pt x="141" y="89"/>
                    <a:pt x="154" y="60"/>
                  </a:cubicBezTo>
                  <a:cubicBezTo>
                    <a:pt x="183" y="74"/>
                    <a:pt x="183" y="74"/>
                    <a:pt x="183" y="74"/>
                  </a:cubicBezTo>
                  <a:cubicBezTo>
                    <a:pt x="174" y="96"/>
                    <a:pt x="156" y="112"/>
                    <a:pt x="134" y="121"/>
                  </a:cubicBezTo>
                  <a:cubicBezTo>
                    <a:pt x="123" y="125"/>
                    <a:pt x="112" y="127"/>
                    <a:pt x="102" y="1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63" name="Freeform 251"/>
            <p:cNvSpPr>
              <a:spLocks/>
            </p:cNvSpPr>
            <p:nvPr/>
          </p:nvSpPr>
          <p:spPr bwMode="auto">
            <a:xfrm>
              <a:off x="4942869" y="3028305"/>
              <a:ext cx="179991" cy="148547"/>
            </a:xfrm>
            <a:custGeom>
              <a:avLst/>
              <a:gdLst>
                <a:gd name="T0" fmla="*/ 70 w 70"/>
                <a:gd name="T1" fmla="*/ 0 h 58"/>
                <a:gd name="T2" fmla="*/ 8 w 70"/>
                <a:gd name="T3" fmla="*/ 33 h 58"/>
                <a:gd name="T4" fmla="*/ 0 w 70"/>
                <a:gd name="T5" fmla="*/ 45 h 58"/>
                <a:gd name="T6" fmla="*/ 30 w 70"/>
                <a:gd name="T7" fmla="*/ 58 h 58"/>
                <a:gd name="T8" fmla="*/ 33 w 70"/>
                <a:gd name="T9" fmla="*/ 53 h 58"/>
                <a:gd name="T10" fmla="*/ 70 w 70"/>
                <a:gd name="T11" fmla="*/ 33 h 58"/>
                <a:gd name="T12" fmla="*/ 70 w 70"/>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70" h="58">
                  <a:moveTo>
                    <a:pt x="70" y="0"/>
                  </a:moveTo>
                  <a:cubicBezTo>
                    <a:pt x="45" y="2"/>
                    <a:pt x="23" y="14"/>
                    <a:pt x="8" y="33"/>
                  </a:cubicBezTo>
                  <a:cubicBezTo>
                    <a:pt x="5" y="37"/>
                    <a:pt x="2" y="41"/>
                    <a:pt x="0" y="45"/>
                  </a:cubicBezTo>
                  <a:cubicBezTo>
                    <a:pt x="30" y="58"/>
                    <a:pt x="30" y="58"/>
                    <a:pt x="30" y="58"/>
                  </a:cubicBezTo>
                  <a:cubicBezTo>
                    <a:pt x="31" y="57"/>
                    <a:pt x="32" y="55"/>
                    <a:pt x="33" y="53"/>
                  </a:cubicBezTo>
                  <a:cubicBezTo>
                    <a:pt x="42" y="42"/>
                    <a:pt x="55" y="35"/>
                    <a:pt x="70" y="33"/>
                  </a:cubicBezTo>
                  <a:lnTo>
                    <a:pt x="7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64" name="Freeform 252"/>
            <p:cNvSpPr>
              <a:spLocks/>
            </p:cNvSpPr>
            <p:nvPr/>
          </p:nvSpPr>
          <p:spPr bwMode="auto">
            <a:xfrm>
              <a:off x="5284419" y="3276606"/>
              <a:ext cx="86743" cy="54214"/>
            </a:xfrm>
            <a:custGeom>
              <a:avLst/>
              <a:gdLst>
                <a:gd name="T0" fmla="*/ 1 w 34"/>
                <a:gd name="T1" fmla="*/ 0 h 21"/>
                <a:gd name="T2" fmla="*/ 0 w 34"/>
                <a:gd name="T3" fmla="*/ 8 h 21"/>
                <a:gd name="T4" fmla="*/ 29 w 34"/>
                <a:gd name="T5" fmla="*/ 21 h 21"/>
                <a:gd name="T6" fmla="*/ 34 w 34"/>
                <a:gd name="T7" fmla="*/ 0 h 21"/>
                <a:gd name="T8" fmla="*/ 1 w 34"/>
                <a:gd name="T9" fmla="*/ 0 h 21"/>
              </a:gdLst>
              <a:ahLst/>
              <a:cxnLst>
                <a:cxn ang="0">
                  <a:pos x="T0" y="T1"/>
                </a:cxn>
                <a:cxn ang="0">
                  <a:pos x="T2" y="T3"/>
                </a:cxn>
                <a:cxn ang="0">
                  <a:pos x="T4" y="T5"/>
                </a:cxn>
                <a:cxn ang="0">
                  <a:pos x="T6" y="T7"/>
                </a:cxn>
                <a:cxn ang="0">
                  <a:pos x="T8" y="T9"/>
                </a:cxn>
              </a:cxnLst>
              <a:rect l="0" t="0" r="r" b="b"/>
              <a:pathLst>
                <a:path w="34" h="21">
                  <a:moveTo>
                    <a:pt x="1" y="0"/>
                  </a:moveTo>
                  <a:cubicBezTo>
                    <a:pt x="1" y="3"/>
                    <a:pt x="0" y="5"/>
                    <a:pt x="0" y="8"/>
                  </a:cubicBezTo>
                  <a:cubicBezTo>
                    <a:pt x="29" y="21"/>
                    <a:pt x="29" y="21"/>
                    <a:pt x="29" y="21"/>
                  </a:cubicBezTo>
                  <a:cubicBezTo>
                    <a:pt x="32" y="14"/>
                    <a:pt x="33" y="7"/>
                    <a:pt x="34" y="0"/>
                  </a:cubicBezTo>
                  <a:lnTo>
                    <a:pt x="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65" name="Freeform 253"/>
            <p:cNvSpPr>
              <a:spLocks/>
            </p:cNvSpPr>
            <p:nvPr/>
          </p:nvSpPr>
          <p:spPr bwMode="auto">
            <a:xfrm>
              <a:off x="5143462" y="3025052"/>
              <a:ext cx="227700" cy="230953"/>
            </a:xfrm>
            <a:custGeom>
              <a:avLst/>
              <a:gdLst>
                <a:gd name="T0" fmla="*/ 89 w 89"/>
                <a:gd name="T1" fmla="*/ 90 h 90"/>
                <a:gd name="T2" fmla="*/ 57 w 89"/>
                <a:gd name="T3" fmla="*/ 90 h 90"/>
                <a:gd name="T4" fmla="*/ 0 w 89"/>
                <a:gd name="T5" fmla="*/ 33 h 90"/>
                <a:gd name="T6" fmla="*/ 0 w 89"/>
                <a:gd name="T7" fmla="*/ 0 h 90"/>
                <a:gd name="T8" fmla="*/ 89 w 89"/>
                <a:gd name="T9" fmla="*/ 90 h 90"/>
              </a:gdLst>
              <a:ahLst/>
              <a:cxnLst>
                <a:cxn ang="0">
                  <a:pos x="T0" y="T1"/>
                </a:cxn>
                <a:cxn ang="0">
                  <a:pos x="T2" y="T3"/>
                </a:cxn>
                <a:cxn ang="0">
                  <a:pos x="T4" y="T5"/>
                </a:cxn>
                <a:cxn ang="0">
                  <a:pos x="T6" y="T7"/>
                </a:cxn>
                <a:cxn ang="0">
                  <a:pos x="T8" y="T9"/>
                </a:cxn>
              </a:cxnLst>
              <a:rect l="0" t="0" r="r" b="b"/>
              <a:pathLst>
                <a:path w="89" h="90">
                  <a:moveTo>
                    <a:pt x="89" y="90"/>
                  </a:moveTo>
                  <a:cubicBezTo>
                    <a:pt x="57" y="90"/>
                    <a:pt x="57" y="90"/>
                    <a:pt x="57" y="90"/>
                  </a:cubicBezTo>
                  <a:cubicBezTo>
                    <a:pt x="57" y="59"/>
                    <a:pt x="31" y="33"/>
                    <a:pt x="0" y="33"/>
                  </a:cubicBezTo>
                  <a:cubicBezTo>
                    <a:pt x="0" y="0"/>
                    <a:pt x="0" y="0"/>
                    <a:pt x="0" y="0"/>
                  </a:cubicBezTo>
                  <a:cubicBezTo>
                    <a:pt x="49" y="0"/>
                    <a:pt x="89" y="41"/>
                    <a:pt x="89" y="9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66" name="Rectangle 254"/>
            <p:cNvSpPr>
              <a:spLocks noChangeArrowheads="1"/>
            </p:cNvSpPr>
            <p:nvPr/>
          </p:nvSpPr>
          <p:spPr bwMode="auto">
            <a:xfrm>
              <a:off x="5058888" y="3284196"/>
              <a:ext cx="43371" cy="5421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67" name="Rectangle 255"/>
            <p:cNvSpPr>
              <a:spLocks noChangeArrowheads="1"/>
            </p:cNvSpPr>
            <p:nvPr/>
          </p:nvSpPr>
          <p:spPr bwMode="auto">
            <a:xfrm>
              <a:off x="5122860" y="3218054"/>
              <a:ext cx="41203" cy="12035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68" name="Rectangle 256"/>
            <p:cNvSpPr>
              <a:spLocks noChangeArrowheads="1"/>
            </p:cNvSpPr>
            <p:nvPr/>
          </p:nvSpPr>
          <p:spPr bwMode="auto">
            <a:xfrm>
              <a:off x="5184664" y="3182273"/>
              <a:ext cx="41203" cy="15613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grpSp>
      <p:pic>
        <p:nvPicPr>
          <p:cNvPr id="69" name="Picture 64"/>
          <p:cNvPicPr>
            <a:picLocks noGrp="1" noSelect="1" noRot="1" noChangeAspect="1" noMove="1" noResize="1" noChangeShapeType="1"/>
          </p:cNvPicPr>
          <p:nvPr/>
        </p:nvPicPr>
        <p:blipFill>
          <a:blip r:embed="rId3"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2025288287"/>
      </p:ext>
    </p:extLst>
  </p:cSld>
  <p:clrMapOvr>
    <a:masterClrMapping/>
  </p:clrMapOvr>
  <mc:AlternateContent xmlns:mc="http://schemas.openxmlformats.org/markup-compatibility/2006" xmlns:p14="http://schemas.microsoft.com/office/powerpoint/2010/main">
    <mc:Choice Requires="p14">
      <p:transition spd="slow" p14:dur="1200" advClick="0" advTm="0">
        <p14:prism/>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p:cTn id="12" dur="500" fill="hold"/>
                                        <p:tgtEl>
                                          <p:spTgt spid="13"/>
                                        </p:tgtEl>
                                        <p:attrNameLst>
                                          <p:attrName>ppt_w</p:attrName>
                                        </p:attrNameLst>
                                      </p:cBhvr>
                                      <p:tavLst>
                                        <p:tav tm="0">
                                          <p:val>
                                            <p:fltVal val="0"/>
                                          </p:val>
                                        </p:tav>
                                        <p:tav tm="100000">
                                          <p:val>
                                            <p:strVal val="#ppt_w"/>
                                          </p:val>
                                        </p:tav>
                                      </p:tavLst>
                                    </p:anim>
                                    <p:anim calcmode="lin" valueType="num">
                                      <p:cBhvr>
                                        <p:cTn id="13" dur="500" fill="hold"/>
                                        <p:tgtEl>
                                          <p:spTgt spid="13"/>
                                        </p:tgtEl>
                                        <p:attrNameLst>
                                          <p:attrName>ppt_h</p:attrName>
                                        </p:attrNameLst>
                                      </p:cBhvr>
                                      <p:tavLst>
                                        <p:tav tm="0">
                                          <p:val>
                                            <p:fltVal val="0"/>
                                          </p:val>
                                        </p:tav>
                                        <p:tav tm="100000">
                                          <p:val>
                                            <p:strVal val="#ppt_h"/>
                                          </p:val>
                                        </p:tav>
                                      </p:tavLst>
                                    </p:anim>
                                    <p:animEffect transition="in" filter="fade">
                                      <p:cBhvr>
                                        <p:cTn id="14" dur="500"/>
                                        <p:tgtEl>
                                          <p:spTgt spid="13"/>
                                        </p:tgtEl>
                                      </p:cBhvr>
                                    </p:animEffect>
                                  </p:childTnLst>
                                </p:cTn>
                              </p:par>
                              <p:par>
                                <p:cTn id="15" presetID="53" presetClass="entr" presetSubtype="16" fill="hold" grpId="0" nodeType="withEffect">
                                  <p:stCondLst>
                                    <p:cond delay="200"/>
                                  </p:stCondLst>
                                  <p:childTnLst>
                                    <p:set>
                                      <p:cBhvr>
                                        <p:cTn id="16" dur="1" fill="hold">
                                          <p:stCondLst>
                                            <p:cond delay="0"/>
                                          </p:stCondLst>
                                        </p:cTn>
                                        <p:tgtEl>
                                          <p:spTgt spid="15"/>
                                        </p:tgtEl>
                                        <p:attrNameLst>
                                          <p:attrName>style.visibility</p:attrName>
                                        </p:attrNameLst>
                                      </p:cBhvr>
                                      <p:to>
                                        <p:strVal val="visible"/>
                                      </p:to>
                                    </p:set>
                                    <p:anim calcmode="lin" valueType="num">
                                      <p:cBhvr>
                                        <p:cTn id="17" dur="500" fill="hold"/>
                                        <p:tgtEl>
                                          <p:spTgt spid="15"/>
                                        </p:tgtEl>
                                        <p:attrNameLst>
                                          <p:attrName>ppt_w</p:attrName>
                                        </p:attrNameLst>
                                      </p:cBhvr>
                                      <p:tavLst>
                                        <p:tav tm="0">
                                          <p:val>
                                            <p:fltVal val="0"/>
                                          </p:val>
                                        </p:tav>
                                        <p:tav tm="100000">
                                          <p:val>
                                            <p:strVal val="#ppt_w"/>
                                          </p:val>
                                        </p:tav>
                                      </p:tavLst>
                                    </p:anim>
                                    <p:anim calcmode="lin" valueType="num">
                                      <p:cBhvr>
                                        <p:cTn id="18" dur="500" fill="hold"/>
                                        <p:tgtEl>
                                          <p:spTgt spid="15"/>
                                        </p:tgtEl>
                                        <p:attrNameLst>
                                          <p:attrName>ppt_h</p:attrName>
                                        </p:attrNameLst>
                                      </p:cBhvr>
                                      <p:tavLst>
                                        <p:tav tm="0">
                                          <p:val>
                                            <p:fltVal val="0"/>
                                          </p:val>
                                        </p:tav>
                                        <p:tav tm="100000">
                                          <p:val>
                                            <p:strVal val="#ppt_h"/>
                                          </p:val>
                                        </p:tav>
                                      </p:tavLst>
                                    </p:anim>
                                    <p:animEffect transition="in" filter="fade">
                                      <p:cBhvr>
                                        <p:cTn id="19" dur="500"/>
                                        <p:tgtEl>
                                          <p:spTgt spid="15"/>
                                        </p:tgtEl>
                                      </p:cBhvr>
                                    </p:animEffect>
                                  </p:childTnLst>
                                </p:cTn>
                              </p:par>
                              <p:par>
                                <p:cTn id="20" presetID="53" presetClass="entr" presetSubtype="16" fill="hold" grpId="0" nodeType="withEffect">
                                  <p:stCondLst>
                                    <p:cond delay="400"/>
                                  </p:stCondLst>
                                  <p:childTnLst>
                                    <p:set>
                                      <p:cBhvr>
                                        <p:cTn id="21" dur="1" fill="hold">
                                          <p:stCondLst>
                                            <p:cond delay="0"/>
                                          </p:stCondLst>
                                        </p:cTn>
                                        <p:tgtEl>
                                          <p:spTgt spid="17"/>
                                        </p:tgtEl>
                                        <p:attrNameLst>
                                          <p:attrName>style.visibility</p:attrName>
                                        </p:attrNameLst>
                                      </p:cBhvr>
                                      <p:to>
                                        <p:strVal val="visible"/>
                                      </p:to>
                                    </p:set>
                                    <p:anim calcmode="lin" valueType="num">
                                      <p:cBhvr>
                                        <p:cTn id="22" dur="500" fill="hold"/>
                                        <p:tgtEl>
                                          <p:spTgt spid="17"/>
                                        </p:tgtEl>
                                        <p:attrNameLst>
                                          <p:attrName>ppt_w</p:attrName>
                                        </p:attrNameLst>
                                      </p:cBhvr>
                                      <p:tavLst>
                                        <p:tav tm="0">
                                          <p:val>
                                            <p:fltVal val="0"/>
                                          </p:val>
                                        </p:tav>
                                        <p:tav tm="100000">
                                          <p:val>
                                            <p:strVal val="#ppt_w"/>
                                          </p:val>
                                        </p:tav>
                                      </p:tavLst>
                                    </p:anim>
                                    <p:anim calcmode="lin" valueType="num">
                                      <p:cBhvr>
                                        <p:cTn id="23" dur="500" fill="hold"/>
                                        <p:tgtEl>
                                          <p:spTgt spid="17"/>
                                        </p:tgtEl>
                                        <p:attrNameLst>
                                          <p:attrName>ppt_h</p:attrName>
                                        </p:attrNameLst>
                                      </p:cBhvr>
                                      <p:tavLst>
                                        <p:tav tm="0">
                                          <p:val>
                                            <p:fltVal val="0"/>
                                          </p:val>
                                        </p:tav>
                                        <p:tav tm="100000">
                                          <p:val>
                                            <p:strVal val="#ppt_h"/>
                                          </p:val>
                                        </p:tav>
                                      </p:tavLst>
                                    </p:anim>
                                    <p:animEffect transition="in" filter="fade">
                                      <p:cBhvr>
                                        <p:cTn id="24" dur="500"/>
                                        <p:tgtEl>
                                          <p:spTgt spid="17"/>
                                        </p:tgtEl>
                                      </p:cBhvr>
                                    </p:animEffect>
                                  </p:childTnLst>
                                </p:cTn>
                              </p:par>
                              <p:par>
                                <p:cTn id="25" presetID="53" presetClass="entr" presetSubtype="16" fill="hold" grpId="0" nodeType="withEffect">
                                  <p:stCondLst>
                                    <p:cond delay="600"/>
                                  </p:stCondLst>
                                  <p:childTnLst>
                                    <p:set>
                                      <p:cBhvr>
                                        <p:cTn id="26" dur="1" fill="hold">
                                          <p:stCondLst>
                                            <p:cond delay="0"/>
                                          </p:stCondLst>
                                        </p:cTn>
                                        <p:tgtEl>
                                          <p:spTgt spid="58"/>
                                        </p:tgtEl>
                                        <p:attrNameLst>
                                          <p:attrName>style.visibility</p:attrName>
                                        </p:attrNameLst>
                                      </p:cBhvr>
                                      <p:to>
                                        <p:strVal val="visible"/>
                                      </p:to>
                                    </p:set>
                                    <p:anim calcmode="lin" valueType="num">
                                      <p:cBhvr>
                                        <p:cTn id="27" dur="500" fill="hold"/>
                                        <p:tgtEl>
                                          <p:spTgt spid="58"/>
                                        </p:tgtEl>
                                        <p:attrNameLst>
                                          <p:attrName>ppt_w</p:attrName>
                                        </p:attrNameLst>
                                      </p:cBhvr>
                                      <p:tavLst>
                                        <p:tav tm="0">
                                          <p:val>
                                            <p:fltVal val="0"/>
                                          </p:val>
                                        </p:tav>
                                        <p:tav tm="100000">
                                          <p:val>
                                            <p:strVal val="#ppt_w"/>
                                          </p:val>
                                        </p:tav>
                                      </p:tavLst>
                                    </p:anim>
                                    <p:anim calcmode="lin" valueType="num">
                                      <p:cBhvr>
                                        <p:cTn id="28" dur="500" fill="hold"/>
                                        <p:tgtEl>
                                          <p:spTgt spid="58"/>
                                        </p:tgtEl>
                                        <p:attrNameLst>
                                          <p:attrName>ppt_h</p:attrName>
                                        </p:attrNameLst>
                                      </p:cBhvr>
                                      <p:tavLst>
                                        <p:tav tm="0">
                                          <p:val>
                                            <p:fltVal val="0"/>
                                          </p:val>
                                        </p:tav>
                                        <p:tav tm="100000">
                                          <p:val>
                                            <p:strVal val="#ppt_h"/>
                                          </p:val>
                                        </p:tav>
                                      </p:tavLst>
                                    </p:anim>
                                    <p:animEffect transition="in" filter="fade">
                                      <p:cBhvr>
                                        <p:cTn id="29" dur="500"/>
                                        <p:tgtEl>
                                          <p:spTgt spid="58"/>
                                        </p:tgtEl>
                                      </p:cBhvr>
                                    </p:animEffect>
                                  </p:childTnLst>
                                </p:cTn>
                              </p:par>
                            </p:childTnLst>
                          </p:cTn>
                        </p:par>
                        <p:par>
                          <p:cTn id="30" fill="hold">
                            <p:stCondLst>
                              <p:cond delay="1600"/>
                            </p:stCondLst>
                            <p:childTnLst>
                              <p:par>
                                <p:cTn id="31" presetID="21" presetClass="entr" presetSubtype="1" fill="hold" grpId="0" nodeType="after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wheel(1)">
                                      <p:cBhvr>
                                        <p:cTn id="33" dur="500"/>
                                        <p:tgtEl>
                                          <p:spTgt spid="14"/>
                                        </p:tgtEl>
                                      </p:cBhvr>
                                    </p:animEffect>
                                  </p:childTnLst>
                                </p:cTn>
                              </p:par>
                              <p:par>
                                <p:cTn id="34" presetID="21" presetClass="entr" presetSubtype="1" fill="hold" grpId="0" nodeType="withEffect">
                                  <p:stCondLst>
                                    <p:cond delay="200"/>
                                  </p:stCondLst>
                                  <p:childTnLst>
                                    <p:set>
                                      <p:cBhvr>
                                        <p:cTn id="35" dur="1" fill="hold">
                                          <p:stCondLst>
                                            <p:cond delay="0"/>
                                          </p:stCondLst>
                                        </p:cTn>
                                        <p:tgtEl>
                                          <p:spTgt spid="16"/>
                                        </p:tgtEl>
                                        <p:attrNameLst>
                                          <p:attrName>style.visibility</p:attrName>
                                        </p:attrNameLst>
                                      </p:cBhvr>
                                      <p:to>
                                        <p:strVal val="visible"/>
                                      </p:to>
                                    </p:set>
                                    <p:animEffect transition="in" filter="wheel(1)">
                                      <p:cBhvr>
                                        <p:cTn id="36" dur="500"/>
                                        <p:tgtEl>
                                          <p:spTgt spid="16"/>
                                        </p:tgtEl>
                                      </p:cBhvr>
                                    </p:animEffect>
                                  </p:childTnLst>
                                </p:cTn>
                              </p:par>
                              <p:par>
                                <p:cTn id="37" presetID="21" presetClass="entr" presetSubtype="1" fill="hold" grpId="0" nodeType="withEffect">
                                  <p:stCondLst>
                                    <p:cond delay="400"/>
                                  </p:stCondLst>
                                  <p:childTnLst>
                                    <p:set>
                                      <p:cBhvr>
                                        <p:cTn id="38" dur="1" fill="hold">
                                          <p:stCondLst>
                                            <p:cond delay="0"/>
                                          </p:stCondLst>
                                        </p:cTn>
                                        <p:tgtEl>
                                          <p:spTgt spid="18"/>
                                        </p:tgtEl>
                                        <p:attrNameLst>
                                          <p:attrName>style.visibility</p:attrName>
                                        </p:attrNameLst>
                                      </p:cBhvr>
                                      <p:to>
                                        <p:strVal val="visible"/>
                                      </p:to>
                                    </p:set>
                                    <p:animEffect transition="in" filter="wheel(1)">
                                      <p:cBhvr>
                                        <p:cTn id="39" dur="500"/>
                                        <p:tgtEl>
                                          <p:spTgt spid="18"/>
                                        </p:tgtEl>
                                      </p:cBhvr>
                                    </p:animEffect>
                                  </p:childTnLst>
                                </p:cTn>
                              </p:par>
                              <p:par>
                                <p:cTn id="40" presetID="21" presetClass="entr" presetSubtype="1" fill="hold" grpId="0" nodeType="withEffect">
                                  <p:stCondLst>
                                    <p:cond delay="600"/>
                                  </p:stCondLst>
                                  <p:childTnLst>
                                    <p:set>
                                      <p:cBhvr>
                                        <p:cTn id="41" dur="1" fill="hold">
                                          <p:stCondLst>
                                            <p:cond delay="0"/>
                                          </p:stCondLst>
                                        </p:cTn>
                                        <p:tgtEl>
                                          <p:spTgt spid="59"/>
                                        </p:tgtEl>
                                        <p:attrNameLst>
                                          <p:attrName>style.visibility</p:attrName>
                                        </p:attrNameLst>
                                      </p:cBhvr>
                                      <p:to>
                                        <p:strVal val="visible"/>
                                      </p:to>
                                    </p:set>
                                    <p:animEffect transition="in" filter="wheel(1)">
                                      <p:cBhvr>
                                        <p:cTn id="42" dur="500"/>
                                        <p:tgtEl>
                                          <p:spTgt spid="59"/>
                                        </p:tgtEl>
                                      </p:cBhvr>
                                    </p:animEffect>
                                  </p:childTnLst>
                                </p:cTn>
                              </p:par>
                            </p:childTnLst>
                          </p:cTn>
                        </p:par>
                        <p:par>
                          <p:cTn id="43" fill="hold">
                            <p:stCondLst>
                              <p:cond delay="2700"/>
                            </p:stCondLst>
                            <p:childTnLst>
                              <p:par>
                                <p:cTn id="44" presetID="45" presetClass="entr" presetSubtype="0" fill="hold" nodeType="after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500"/>
                                        <p:tgtEl>
                                          <p:spTgt spid="30"/>
                                        </p:tgtEl>
                                      </p:cBhvr>
                                    </p:animEffect>
                                    <p:anim calcmode="lin" valueType="num">
                                      <p:cBhvr>
                                        <p:cTn id="47" dur="500" fill="hold"/>
                                        <p:tgtEl>
                                          <p:spTgt spid="30"/>
                                        </p:tgtEl>
                                        <p:attrNameLst>
                                          <p:attrName>ppt_w</p:attrName>
                                        </p:attrNameLst>
                                      </p:cBhvr>
                                      <p:tavLst>
                                        <p:tav tm="0" fmla="#ppt_w*sin(2.5*pi*$)">
                                          <p:val>
                                            <p:fltVal val="0"/>
                                          </p:val>
                                        </p:tav>
                                        <p:tav tm="100000">
                                          <p:val>
                                            <p:fltVal val="1"/>
                                          </p:val>
                                        </p:tav>
                                      </p:tavLst>
                                    </p:anim>
                                    <p:anim calcmode="lin" valueType="num">
                                      <p:cBhvr>
                                        <p:cTn id="48" dur="500" fill="hold"/>
                                        <p:tgtEl>
                                          <p:spTgt spid="30"/>
                                        </p:tgtEl>
                                        <p:attrNameLst>
                                          <p:attrName>ppt_h</p:attrName>
                                        </p:attrNameLst>
                                      </p:cBhvr>
                                      <p:tavLst>
                                        <p:tav tm="0">
                                          <p:val>
                                            <p:strVal val="#ppt_h"/>
                                          </p:val>
                                        </p:tav>
                                        <p:tav tm="100000">
                                          <p:val>
                                            <p:strVal val="#ppt_h"/>
                                          </p:val>
                                        </p:tav>
                                      </p:tavLst>
                                    </p:anim>
                                  </p:childTnLst>
                                </p:cTn>
                              </p:par>
                              <p:par>
                                <p:cTn id="49" presetID="53" presetClass="entr" presetSubtype="16" fill="hold" grpId="0" nodeType="withEffect">
                                  <p:stCondLst>
                                    <p:cond delay="0"/>
                                  </p:stCondLst>
                                  <p:iterate type="lt">
                                    <p:tmPct val="10000"/>
                                  </p:iterate>
                                  <p:childTnLst>
                                    <p:set>
                                      <p:cBhvr>
                                        <p:cTn id="50" dur="1" fill="hold">
                                          <p:stCondLst>
                                            <p:cond delay="0"/>
                                          </p:stCondLst>
                                        </p:cTn>
                                        <p:tgtEl>
                                          <p:spTgt spid="19"/>
                                        </p:tgtEl>
                                        <p:attrNameLst>
                                          <p:attrName>style.visibility</p:attrName>
                                        </p:attrNameLst>
                                      </p:cBhvr>
                                      <p:to>
                                        <p:strVal val="visible"/>
                                      </p:to>
                                    </p:set>
                                    <p:anim calcmode="lin" valueType="num">
                                      <p:cBhvr>
                                        <p:cTn id="51" dur="500" fill="hold"/>
                                        <p:tgtEl>
                                          <p:spTgt spid="19"/>
                                        </p:tgtEl>
                                        <p:attrNameLst>
                                          <p:attrName>ppt_w</p:attrName>
                                        </p:attrNameLst>
                                      </p:cBhvr>
                                      <p:tavLst>
                                        <p:tav tm="0">
                                          <p:val>
                                            <p:fltVal val="0"/>
                                          </p:val>
                                        </p:tav>
                                        <p:tav tm="100000">
                                          <p:val>
                                            <p:strVal val="#ppt_w"/>
                                          </p:val>
                                        </p:tav>
                                      </p:tavLst>
                                    </p:anim>
                                    <p:anim calcmode="lin" valueType="num">
                                      <p:cBhvr>
                                        <p:cTn id="52" dur="500" fill="hold"/>
                                        <p:tgtEl>
                                          <p:spTgt spid="19"/>
                                        </p:tgtEl>
                                        <p:attrNameLst>
                                          <p:attrName>ppt_h</p:attrName>
                                        </p:attrNameLst>
                                      </p:cBhvr>
                                      <p:tavLst>
                                        <p:tav tm="0">
                                          <p:val>
                                            <p:fltVal val="0"/>
                                          </p:val>
                                        </p:tav>
                                        <p:tav tm="100000">
                                          <p:val>
                                            <p:strVal val="#ppt_h"/>
                                          </p:val>
                                        </p:tav>
                                      </p:tavLst>
                                    </p:anim>
                                    <p:animEffect transition="in" filter="fade">
                                      <p:cBhvr>
                                        <p:cTn id="53" dur="500"/>
                                        <p:tgtEl>
                                          <p:spTgt spid="19"/>
                                        </p:tgtEl>
                                      </p:cBhvr>
                                    </p:animEffect>
                                  </p:childTnLst>
                                </p:cTn>
                              </p:par>
                            </p:childTnLst>
                          </p:cTn>
                        </p:par>
                        <p:par>
                          <p:cTn id="54" fill="hold">
                            <p:stCondLst>
                              <p:cond delay="3400"/>
                            </p:stCondLst>
                            <p:childTnLst>
                              <p:par>
                                <p:cTn id="55" presetID="2" presetClass="entr" presetSubtype="1" fill="hold" grpId="0" nodeType="afterEffect">
                                  <p:stCondLst>
                                    <p:cond delay="0"/>
                                  </p:stCondLst>
                                  <p:childTnLst>
                                    <p:set>
                                      <p:cBhvr>
                                        <p:cTn id="56" dur="1" fill="hold">
                                          <p:stCondLst>
                                            <p:cond delay="0"/>
                                          </p:stCondLst>
                                        </p:cTn>
                                        <p:tgtEl>
                                          <p:spTgt spid="6"/>
                                        </p:tgtEl>
                                        <p:attrNameLst>
                                          <p:attrName>style.visibility</p:attrName>
                                        </p:attrNameLst>
                                      </p:cBhvr>
                                      <p:to>
                                        <p:strVal val="visible"/>
                                      </p:to>
                                    </p:set>
                                    <p:anim calcmode="lin" valueType="num">
                                      <p:cBhvr additive="base">
                                        <p:cTn id="57" dur="500" fill="hold"/>
                                        <p:tgtEl>
                                          <p:spTgt spid="6"/>
                                        </p:tgtEl>
                                        <p:attrNameLst>
                                          <p:attrName>ppt_x</p:attrName>
                                        </p:attrNameLst>
                                      </p:cBhvr>
                                      <p:tavLst>
                                        <p:tav tm="0">
                                          <p:val>
                                            <p:strVal val="#ppt_x"/>
                                          </p:val>
                                        </p:tav>
                                        <p:tav tm="100000">
                                          <p:val>
                                            <p:strVal val="#ppt_x"/>
                                          </p:val>
                                        </p:tav>
                                      </p:tavLst>
                                    </p:anim>
                                    <p:anim calcmode="lin" valueType="num">
                                      <p:cBhvr additive="base">
                                        <p:cTn id="58" dur="500" fill="hold"/>
                                        <p:tgtEl>
                                          <p:spTgt spid="6"/>
                                        </p:tgtEl>
                                        <p:attrNameLst>
                                          <p:attrName>ppt_y</p:attrName>
                                        </p:attrNameLst>
                                      </p:cBhvr>
                                      <p:tavLst>
                                        <p:tav tm="0">
                                          <p:val>
                                            <p:strVal val="0-#ppt_h/2"/>
                                          </p:val>
                                        </p:tav>
                                        <p:tav tm="100000">
                                          <p:val>
                                            <p:strVal val="#ppt_y"/>
                                          </p:val>
                                        </p:tav>
                                      </p:tavLst>
                                    </p:anim>
                                  </p:childTnLst>
                                </p:cTn>
                              </p:par>
                            </p:childTnLst>
                          </p:cTn>
                        </p:par>
                        <p:par>
                          <p:cTn id="59" fill="hold">
                            <p:stCondLst>
                              <p:cond delay="3900"/>
                            </p:stCondLst>
                            <p:childTnLst>
                              <p:par>
                                <p:cTn id="60" presetID="14" presetClass="entr" presetSubtype="10" fill="hold" grpId="0" nodeType="afterEffect">
                                  <p:stCondLst>
                                    <p:cond delay="0"/>
                                  </p:stCondLst>
                                  <p:childTnLst>
                                    <p:set>
                                      <p:cBhvr>
                                        <p:cTn id="61" dur="1" fill="hold">
                                          <p:stCondLst>
                                            <p:cond delay="0"/>
                                          </p:stCondLst>
                                        </p:cTn>
                                        <p:tgtEl>
                                          <p:spTgt spid="8"/>
                                        </p:tgtEl>
                                        <p:attrNameLst>
                                          <p:attrName>style.visibility</p:attrName>
                                        </p:attrNameLst>
                                      </p:cBhvr>
                                      <p:to>
                                        <p:strVal val="visible"/>
                                      </p:to>
                                    </p:set>
                                    <p:animEffect transition="in" filter="randombar(horizontal)">
                                      <p:cBhvr>
                                        <p:cTn id="62" dur="500"/>
                                        <p:tgtEl>
                                          <p:spTgt spid="8"/>
                                        </p:tgtEl>
                                      </p:cBhvr>
                                    </p:animEffect>
                                  </p:childTnLst>
                                </p:cTn>
                              </p:par>
                            </p:childTnLst>
                          </p:cTn>
                        </p:par>
                        <p:par>
                          <p:cTn id="63" fill="hold">
                            <p:stCondLst>
                              <p:cond delay="4400"/>
                            </p:stCondLst>
                            <p:childTnLst>
                              <p:par>
                                <p:cTn id="64" presetID="45" presetClass="entr" presetSubtype="0" fill="hold" nodeType="afterEffect">
                                  <p:stCondLst>
                                    <p:cond delay="0"/>
                                  </p:stCondLst>
                                  <p:childTnLst>
                                    <p:set>
                                      <p:cBhvr>
                                        <p:cTn id="65" dur="1" fill="hold">
                                          <p:stCondLst>
                                            <p:cond delay="0"/>
                                          </p:stCondLst>
                                        </p:cTn>
                                        <p:tgtEl>
                                          <p:spTgt spid="48"/>
                                        </p:tgtEl>
                                        <p:attrNameLst>
                                          <p:attrName>style.visibility</p:attrName>
                                        </p:attrNameLst>
                                      </p:cBhvr>
                                      <p:to>
                                        <p:strVal val="visible"/>
                                      </p:to>
                                    </p:set>
                                    <p:animEffect transition="in" filter="fade">
                                      <p:cBhvr>
                                        <p:cTn id="66" dur="500"/>
                                        <p:tgtEl>
                                          <p:spTgt spid="48"/>
                                        </p:tgtEl>
                                      </p:cBhvr>
                                    </p:animEffect>
                                    <p:anim calcmode="lin" valueType="num">
                                      <p:cBhvr>
                                        <p:cTn id="67" dur="500" fill="hold"/>
                                        <p:tgtEl>
                                          <p:spTgt spid="48"/>
                                        </p:tgtEl>
                                        <p:attrNameLst>
                                          <p:attrName>ppt_w</p:attrName>
                                        </p:attrNameLst>
                                      </p:cBhvr>
                                      <p:tavLst>
                                        <p:tav tm="0" fmla="#ppt_w*sin(2.5*pi*$)">
                                          <p:val>
                                            <p:fltVal val="0"/>
                                          </p:val>
                                        </p:tav>
                                        <p:tav tm="100000">
                                          <p:val>
                                            <p:fltVal val="1"/>
                                          </p:val>
                                        </p:tav>
                                      </p:tavLst>
                                    </p:anim>
                                    <p:anim calcmode="lin" valueType="num">
                                      <p:cBhvr>
                                        <p:cTn id="68" dur="500" fill="hold"/>
                                        <p:tgtEl>
                                          <p:spTgt spid="48"/>
                                        </p:tgtEl>
                                        <p:attrNameLst>
                                          <p:attrName>ppt_h</p:attrName>
                                        </p:attrNameLst>
                                      </p:cBhvr>
                                      <p:tavLst>
                                        <p:tav tm="0">
                                          <p:val>
                                            <p:strVal val="#ppt_h"/>
                                          </p:val>
                                        </p:tav>
                                        <p:tav tm="100000">
                                          <p:val>
                                            <p:strVal val="#ppt_h"/>
                                          </p:val>
                                        </p:tav>
                                      </p:tavLst>
                                    </p:anim>
                                  </p:childTnLst>
                                </p:cTn>
                              </p:par>
                              <p:par>
                                <p:cTn id="69" presetID="53" presetClass="entr" presetSubtype="16" fill="hold" grpId="0" nodeType="withEffect">
                                  <p:stCondLst>
                                    <p:cond delay="0"/>
                                  </p:stCondLst>
                                  <p:iterate type="lt">
                                    <p:tmPct val="10000"/>
                                  </p:iterate>
                                  <p:childTnLst>
                                    <p:set>
                                      <p:cBhvr>
                                        <p:cTn id="70" dur="1" fill="hold">
                                          <p:stCondLst>
                                            <p:cond delay="0"/>
                                          </p:stCondLst>
                                        </p:cTn>
                                        <p:tgtEl>
                                          <p:spTgt spid="21"/>
                                        </p:tgtEl>
                                        <p:attrNameLst>
                                          <p:attrName>style.visibility</p:attrName>
                                        </p:attrNameLst>
                                      </p:cBhvr>
                                      <p:to>
                                        <p:strVal val="visible"/>
                                      </p:to>
                                    </p:set>
                                    <p:anim calcmode="lin" valueType="num">
                                      <p:cBhvr>
                                        <p:cTn id="71" dur="500" fill="hold"/>
                                        <p:tgtEl>
                                          <p:spTgt spid="21"/>
                                        </p:tgtEl>
                                        <p:attrNameLst>
                                          <p:attrName>ppt_w</p:attrName>
                                        </p:attrNameLst>
                                      </p:cBhvr>
                                      <p:tavLst>
                                        <p:tav tm="0">
                                          <p:val>
                                            <p:fltVal val="0"/>
                                          </p:val>
                                        </p:tav>
                                        <p:tav tm="100000">
                                          <p:val>
                                            <p:strVal val="#ppt_w"/>
                                          </p:val>
                                        </p:tav>
                                      </p:tavLst>
                                    </p:anim>
                                    <p:anim calcmode="lin" valueType="num">
                                      <p:cBhvr>
                                        <p:cTn id="72" dur="500" fill="hold"/>
                                        <p:tgtEl>
                                          <p:spTgt spid="21"/>
                                        </p:tgtEl>
                                        <p:attrNameLst>
                                          <p:attrName>ppt_h</p:attrName>
                                        </p:attrNameLst>
                                      </p:cBhvr>
                                      <p:tavLst>
                                        <p:tav tm="0">
                                          <p:val>
                                            <p:fltVal val="0"/>
                                          </p:val>
                                        </p:tav>
                                        <p:tav tm="100000">
                                          <p:val>
                                            <p:strVal val="#ppt_h"/>
                                          </p:val>
                                        </p:tav>
                                      </p:tavLst>
                                    </p:anim>
                                    <p:animEffect transition="in" filter="fade">
                                      <p:cBhvr>
                                        <p:cTn id="73" dur="500"/>
                                        <p:tgtEl>
                                          <p:spTgt spid="21"/>
                                        </p:tgtEl>
                                      </p:cBhvr>
                                    </p:animEffect>
                                  </p:childTnLst>
                                </p:cTn>
                              </p:par>
                            </p:childTnLst>
                          </p:cTn>
                        </p:par>
                        <p:par>
                          <p:cTn id="74" fill="hold">
                            <p:stCondLst>
                              <p:cond delay="5100"/>
                            </p:stCondLst>
                            <p:childTnLst>
                              <p:par>
                                <p:cTn id="75" presetID="2" presetClass="entr" presetSubtype="4" fill="hold" grpId="0" nodeType="afterEffect">
                                  <p:stCondLst>
                                    <p:cond delay="0"/>
                                  </p:stCondLst>
                                  <p:childTnLst>
                                    <p:set>
                                      <p:cBhvr>
                                        <p:cTn id="76" dur="1" fill="hold">
                                          <p:stCondLst>
                                            <p:cond delay="0"/>
                                          </p:stCondLst>
                                        </p:cTn>
                                        <p:tgtEl>
                                          <p:spTgt spid="4"/>
                                        </p:tgtEl>
                                        <p:attrNameLst>
                                          <p:attrName>style.visibility</p:attrName>
                                        </p:attrNameLst>
                                      </p:cBhvr>
                                      <p:to>
                                        <p:strVal val="visible"/>
                                      </p:to>
                                    </p:set>
                                    <p:anim calcmode="lin" valueType="num">
                                      <p:cBhvr additive="base">
                                        <p:cTn id="77" dur="500" fill="hold"/>
                                        <p:tgtEl>
                                          <p:spTgt spid="4"/>
                                        </p:tgtEl>
                                        <p:attrNameLst>
                                          <p:attrName>ppt_x</p:attrName>
                                        </p:attrNameLst>
                                      </p:cBhvr>
                                      <p:tavLst>
                                        <p:tav tm="0">
                                          <p:val>
                                            <p:strVal val="#ppt_x"/>
                                          </p:val>
                                        </p:tav>
                                        <p:tav tm="100000">
                                          <p:val>
                                            <p:strVal val="#ppt_x"/>
                                          </p:val>
                                        </p:tav>
                                      </p:tavLst>
                                    </p:anim>
                                    <p:anim calcmode="lin" valueType="num">
                                      <p:cBhvr additive="base">
                                        <p:cTn id="78" dur="500" fill="hold"/>
                                        <p:tgtEl>
                                          <p:spTgt spid="4"/>
                                        </p:tgtEl>
                                        <p:attrNameLst>
                                          <p:attrName>ppt_y</p:attrName>
                                        </p:attrNameLst>
                                      </p:cBhvr>
                                      <p:tavLst>
                                        <p:tav tm="0">
                                          <p:val>
                                            <p:strVal val="1+#ppt_h/2"/>
                                          </p:val>
                                        </p:tav>
                                        <p:tav tm="100000">
                                          <p:val>
                                            <p:strVal val="#ppt_y"/>
                                          </p:val>
                                        </p:tav>
                                      </p:tavLst>
                                    </p:anim>
                                  </p:childTnLst>
                                </p:cTn>
                              </p:par>
                            </p:childTnLst>
                          </p:cTn>
                        </p:par>
                        <p:par>
                          <p:cTn id="79" fill="hold">
                            <p:stCondLst>
                              <p:cond delay="5600"/>
                            </p:stCondLst>
                            <p:childTnLst>
                              <p:par>
                                <p:cTn id="80" presetID="14" presetClass="entr" presetSubtype="10" fill="hold" grpId="0" nodeType="afterEffect">
                                  <p:stCondLst>
                                    <p:cond delay="0"/>
                                  </p:stCondLst>
                                  <p:childTnLst>
                                    <p:set>
                                      <p:cBhvr>
                                        <p:cTn id="81" dur="1" fill="hold">
                                          <p:stCondLst>
                                            <p:cond delay="0"/>
                                          </p:stCondLst>
                                        </p:cTn>
                                        <p:tgtEl>
                                          <p:spTgt spid="7"/>
                                        </p:tgtEl>
                                        <p:attrNameLst>
                                          <p:attrName>style.visibility</p:attrName>
                                        </p:attrNameLst>
                                      </p:cBhvr>
                                      <p:to>
                                        <p:strVal val="visible"/>
                                      </p:to>
                                    </p:set>
                                    <p:animEffect transition="in" filter="randombar(horizontal)">
                                      <p:cBhvr>
                                        <p:cTn id="82" dur="500"/>
                                        <p:tgtEl>
                                          <p:spTgt spid="7"/>
                                        </p:tgtEl>
                                      </p:cBhvr>
                                    </p:animEffect>
                                  </p:childTnLst>
                                </p:cTn>
                              </p:par>
                            </p:childTnLst>
                          </p:cTn>
                        </p:par>
                        <p:par>
                          <p:cTn id="83" fill="hold">
                            <p:stCondLst>
                              <p:cond delay="6100"/>
                            </p:stCondLst>
                            <p:childTnLst>
                              <p:par>
                                <p:cTn id="84" presetID="45" presetClass="entr" presetSubtype="0" fill="hold" nodeType="afterEffect">
                                  <p:stCondLst>
                                    <p:cond delay="0"/>
                                  </p:stCondLst>
                                  <p:childTnLst>
                                    <p:set>
                                      <p:cBhvr>
                                        <p:cTn id="85" dur="1" fill="hold">
                                          <p:stCondLst>
                                            <p:cond delay="0"/>
                                          </p:stCondLst>
                                        </p:cTn>
                                        <p:tgtEl>
                                          <p:spTgt spid="22"/>
                                        </p:tgtEl>
                                        <p:attrNameLst>
                                          <p:attrName>style.visibility</p:attrName>
                                        </p:attrNameLst>
                                      </p:cBhvr>
                                      <p:to>
                                        <p:strVal val="visible"/>
                                      </p:to>
                                    </p:set>
                                    <p:animEffect transition="in" filter="fade">
                                      <p:cBhvr>
                                        <p:cTn id="86" dur="500"/>
                                        <p:tgtEl>
                                          <p:spTgt spid="22"/>
                                        </p:tgtEl>
                                      </p:cBhvr>
                                    </p:animEffect>
                                    <p:anim calcmode="lin" valueType="num">
                                      <p:cBhvr>
                                        <p:cTn id="87" dur="500" fill="hold"/>
                                        <p:tgtEl>
                                          <p:spTgt spid="22"/>
                                        </p:tgtEl>
                                        <p:attrNameLst>
                                          <p:attrName>ppt_w</p:attrName>
                                        </p:attrNameLst>
                                      </p:cBhvr>
                                      <p:tavLst>
                                        <p:tav tm="0" fmla="#ppt_w*sin(2.5*pi*$)">
                                          <p:val>
                                            <p:fltVal val="0"/>
                                          </p:val>
                                        </p:tav>
                                        <p:tav tm="100000">
                                          <p:val>
                                            <p:fltVal val="1"/>
                                          </p:val>
                                        </p:tav>
                                      </p:tavLst>
                                    </p:anim>
                                    <p:anim calcmode="lin" valueType="num">
                                      <p:cBhvr>
                                        <p:cTn id="88" dur="500" fill="hold"/>
                                        <p:tgtEl>
                                          <p:spTgt spid="22"/>
                                        </p:tgtEl>
                                        <p:attrNameLst>
                                          <p:attrName>ppt_h</p:attrName>
                                        </p:attrNameLst>
                                      </p:cBhvr>
                                      <p:tavLst>
                                        <p:tav tm="0">
                                          <p:val>
                                            <p:strVal val="#ppt_h"/>
                                          </p:val>
                                        </p:tav>
                                        <p:tav tm="100000">
                                          <p:val>
                                            <p:strVal val="#ppt_h"/>
                                          </p:val>
                                        </p:tav>
                                      </p:tavLst>
                                    </p:anim>
                                  </p:childTnLst>
                                </p:cTn>
                              </p:par>
                              <p:par>
                                <p:cTn id="89" presetID="53" presetClass="entr" presetSubtype="16" fill="hold" grpId="0" nodeType="withEffect">
                                  <p:stCondLst>
                                    <p:cond delay="0"/>
                                  </p:stCondLst>
                                  <p:iterate type="lt">
                                    <p:tmPct val="10000"/>
                                  </p:iterate>
                                  <p:childTnLst>
                                    <p:set>
                                      <p:cBhvr>
                                        <p:cTn id="90" dur="1" fill="hold">
                                          <p:stCondLst>
                                            <p:cond delay="0"/>
                                          </p:stCondLst>
                                        </p:cTn>
                                        <p:tgtEl>
                                          <p:spTgt spid="20"/>
                                        </p:tgtEl>
                                        <p:attrNameLst>
                                          <p:attrName>style.visibility</p:attrName>
                                        </p:attrNameLst>
                                      </p:cBhvr>
                                      <p:to>
                                        <p:strVal val="visible"/>
                                      </p:to>
                                    </p:set>
                                    <p:anim calcmode="lin" valueType="num">
                                      <p:cBhvr>
                                        <p:cTn id="91" dur="500" fill="hold"/>
                                        <p:tgtEl>
                                          <p:spTgt spid="20"/>
                                        </p:tgtEl>
                                        <p:attrNameLst>
                                          <p:attrName>ppt_w</p:attrName>
                                        </p:attrNameLst>
                                      </p:cBhvr>
                                      <p:tavLst>
                                        <p:tav tm="0">
                                          <p:val>
                                            <p:fltVal val="0"/>
                                          </p:val>
                                        </p:tav>
                                        <p:tav tm="100000">
                                          <p:val>
                                            <p:strVal val="#ppt_w"/>
                                          </p:val>
                                        </p:tav>
                                      </p:tavLst>
                                    </p:anim>
                                    <p:anim calcmode="lin" valueType="num">
                                      <p:cBhvr>
                                        <p:cTn id="92" dur="500" fill="hold"/>
                                        <p:tgtEl>
                                          <p:spTgt spid="20"/>
                                        </p:tgtEl>
                                        <p:attrNameLst>
                                          <p:attrName>ppt_h</p:attrName>
                                        </p:attrNameLst>
                                      </p:cBhvr>
                                      <p:tavLst>
                                        <p:tav tm="0">
                                          <p:val>
                                            <p:fltVal val="0"/>
                                          </p:val>
                                        </p:tav>
                                        <p:tav tm="100000">
                                          <p:val>
                                            <p:strVal val="#ppt_h"/>
                                          </p:val>
                                        </p:tav>
                                      </p:tavLst>
                                    </p:anim>
                                    <p:animEffect transition="in" filter="fade">
                                      <p:cBhvr>
                                        <p:cTn id="93" dur="500"/>
                                        <p:tgtEl>
                                          <p:spTgt spid="20"/>
                                        </p:tgtEl>
                                      </p:cBhvr>
                                    </p:animEffect>
                                  </p:childTnLst>
                                </p:cTn>
                              </p:par>
                            </p:childTnLst>
                          </p:cTn>
                        </p:par>
                        <p:par>
                          <p:cTn id="94" fill="hold">
                            <p:stCondLst>
                              <p:cond delay="6800"/>
                            </p:stCondLst>
                            <p:childTnLst>
                              <p:par>
                                <p:cTn id="95" presetID="2" presetClass="entr" presetSubtype="1" fill="hold" grpId="0" nodeType="afterEffect">
                                  <p:stCondLst>
                                    <p:cond delay="0"/>
                                  </p:stCondLst>
                                  <p:childTnLst>
                                    <p:set>
                                      <p:cBhvr>
                                        <p:cTn id="96" dur="1" fill="hold">
                                          <p:stCondLst>
                                            <p:cond delay="0"/>
                                          </p:stCondLst>
                                        </p:cTn>
                                        <p:tgtEl>
                                          <p:spTgt spid="9"/>
                                        </p:tgtEl>
                                        <p:attrNameLst>
                                          <p:attrName>style.visibility</p:attrName>
                                        </p:attrNameLst>
                                      </p:cBhvr>
                                      <p:to>
                                        <p:strVal val="visible"/>
                                      </p:to>
                                    </p:set>
                                    <p:anim calcmode="lin" valueType="num">
                                      <p:cBhvr additive="base">
                                        <p:cTn id="97" dur="500" fill="hold"/>
                                        <p:tgtEl>
                                          <p:spTgt spid="9"/>
                                        </p:tgtEl>
                                        <p:attrNameLst>
                                          <p:attrName>ppt_x</p:attrName>
                                        </p:attrNameLst>
                                      </p:cBhvr>
                                      <p:tavLst>
                                        <p:tav tm="0">
                                          <p:val>
                                            <p:strVal val="#ppt_x"/>
                                          </p:val>
                                        </p:tav>
                                        <p:tav tm="100000">
                                          <p:val>
                                            <p:strVal val="#ppt_x"/>
                                          </p:val>
                                        </p:tav>
                                      </p:tavLst>
                                    </p:anim>
                                    <p:anim calcmode="lin" valueType="num">
                                      <p:cBhvr additive="base">
                                        <p:cTn id="98" dur="500" fill="hold"/>
                                        <p:tgtEl>
                                          <p:spTgt spid="9"/>
                                        </p:tgtEl>
                                        <p:attrNameLst>
                                          <p:attrName>ppt_y</p:attrName>
                                        </p:attrNameLst>
                                      </p:cBhvr>
                                      <p:tavLst>
                                        <p:tav tm="0">
                                          <p:val>
                                            <p:strVal val="0-#ppt_h/2"/>
                                          </p:val>
                                        </p:tav>
                                        <p:tav tm="100000">
                                          <p:val>
                                            <p:strVal val="#ppt_y"/>
                                          </p:val>
                                        </p:tav>
                                      </p:tavLst>
                                    </p:anim>
                                  </p:childTnLst>
                                </p:cTn>
                              </p:par>
                            </p:childTnLst>
                          </p:cTn>
                        </p:par>
                        <p:par>
                          <p:cTn id="99" fill="hold">
                            <p:stCondLst>
                              <p:cond delay="7300"/>
                            </p:stCondLst>
                            <p:childTnLst>
                              <p:par>
                                <p:cTn id="100" presetID="14" presetClass="entr" presetSubtype="10" fill="hold" grpId="0" nodeType="afterEffect">
                                  <p:stCondLst>
                                    <p:cond delay="0"/>
                                  </p:stCondLst>
                                  <p:childTnLst>
                                    <p:set>
                                      <p:cBhvr>
                                        <p:cTn id="101" dur="1" fill="hold">
                                          <p:stCondLst>
                                            <p:cond delay="0"/>
                                          </p:stCondLst>
                                        </p:cTn>
                                        <p:tgtEl>
                                          <p:spTgt spid="10"/>
                                        </p:tgtEl>
                                        <p:attrNameLst>
                                          <p:attrName>style.visibility</p:attrName>
                                        </p:attrNameLst>
                                      </p:cBhvr>
                                      <p:to>
                                        <p:strVal val="visible"/>
                                      </p:to>
                                    </p:set>
                                    <p:animEffect transition="in" filter="randombar(horizontal)">
                                      <p:cBhvr>
                                        <p:cTn id="102" dur="500"/>
                                        <p:tgtEl>
                                          <p:spTgt spid="10"/>
                                        </p:tgtEl>
                                      </p:cBhvr>
                                    </p:animEffect>
                                  </p:childTnLst>
                                </p:cTn>
                              </p:par>
                            </p:childTnLst>
                          </p:cTn>
                        </p:par>
                        <p:par>
                          <p:cTn id="103" fill="hold">
                            <p:stCondLst>
                              <p:cond delay="7800"/>
                            </p:stCondLst>
                            <p:childTnLst>
                              <p:par>
                                <p:cTn id="104" presetID="45" presetClass="entr" presetSubtype="0" fill="hold" nodeType="afterEffect">
                                  <p:stCondLst>
                                    <p:cond delay="0"/>
                                  </p:stCondLst>
                                  <p:childTnLst>
                                    <p:set>
                                      <p:cBhvr>
                                        <p:cTn id="105" dur="1" fill="hold">
                                          <p:stCondLst>
                                            <p:cond delay="0"/>
                                          </p:stCondLst>
                                        </p:cTn>
                                        <p:tgtEl>
                                          <p:spTgt spid="61"/>
                                        </p:tgtEl>
                                        <p:attrNameLst>
                                          <p:attrName>style.visibility</p:attrName>
                                        </p:attrNameLst>
                                      </p:cBhvr>
                                      <p:to>
                                        <p:strVal val="visible"/>
                                      </p:to>
                                    </p:set>
                                    <p:animEffect transition="in" filter="fade">
                                      <p:cBhvr>
                                        <p:cTn id="106" dur="500"/>
                                        <p:tgtEl>
                                          <p:spTgt spid="61"/>
                                        </p:tgtEl>
                                      </p:cBhvr>
                                    </p:animEffect>
                                    <p:anim calcmode="lin" valueType="num">
                                      <p:cBhvr>
                                        <p:cTn id="107" dur="500" fill="hold"/>
                                        <p:tgtEl>
                                          <p:spTgt spid="61"/>
                                        </p:tgtEl>
                                        <p:attrNameLst>
                                          <p:attrName>ppt_w</p:attrName>
                                        </p:attrNameLst>
                                      </p:cBhvr>
                                      <p:tavLst>
                                        <p:tav tm="0" fmla="#ppt_w*sin(2.5*pi*$)">
                                          <p:val>
                                            <p:fltVal val="0"/>
                                          </p:val>
                                        </p:tav>
                                        <p:tav tm="100000">
                                          <p:val>
                                            <p:fltVal val="1"/>
                                          </p:val>
                                        </p:tav>
                                      </p:tavLst>
                                    </p:anim>
                                    <p:anim calcmode="lin" valueType="num">
                                      <p:cBhvr>
                                        <p:cTn id="108" dur="500" fill="hold"/>
                                        <p:tgtEl>
                                          <p:spTgt spid="61"/>
                                        </p:tgtEl>
                                        <p:attrNameLst>
                                          <p:attrName>ppt_h</p:attrName>
                                        </p:attrNameLst>
                                      </p:cBhvr>
                                      <p:tavLst>
                                        <p:tav tm="0">
                                          <p:val>
                                            <p:strVal val="#ppt_h"/>
                                          </p:val>
                                        </p:tav>
                                        <p:tav tm="100000">
                                          <p:val>
                                            <p:strVal val="#ppt_h"/>
                                          </p:val>
                                        </p:tav>
                                      </p:tavLst>
                                    </p:anim>
                                  </p:childTnLst>
                                </p:cTn>
                              </p:par>
                              <p:par>
                                <p:cTn id="109" presetID="53" presetClass="entr" presetSubtype="16" fill="hold" grpId="0" nodeType="withEffect">
                                  <p:stCondLst>
                                    <p:cond delay="0"/>
                                  </p:stCondLst>
                                  <p:iterate type="lt">
                                    <p:tmPct val="10000"/>
                                  </p:iterate>
                                  <p:childTnLst>
                                    <p:set>
                                      <p:cBhvr>
                                        <p:cTn id="110" dur="1" fill="hold">
                                          <p:stCondLst>
                                            <p:cond delay="0"/>
                                          </p:stCondLst>
                                        </p:cTn>
                                        <p:tgtEl>
                                          <p:spTgt spid="60"/>
                                        </p:tgtEl>
                                        <p:attrNameLst>
                                          <p:attrName>style.visibility</p:attrName>
                                        </p:attrNameLst>
                                      </p:cBhvr>
                                      <p:to>
                                        <p:strVal val="visible"/>
                                      </p:to>
                                    </p:set>
                                    <p:anim calcmode="lin" valueType="num">
                                      <p:cBhvr>
                                        <p:cTn id="111" dur="500" fill="hold"/>
                                        <p:tgtEl>
                                          <p:spTgt spid="60"/>
                                        </p:tgtEl>
                                        <p:attrNameLst>
                                          <p:attrName>ppt_w</p:attrName>
                                        </p:attrNameLst>
                                      </p:cBhvr>
                                      <p:tavLst>
                                        <p:tav tm="0">
                                          <p:val>
                                            <p:fltVal val="0"/>
                                          </p:val>
                                        </p:tav>
                                        <p:tav tm="100000">
                                          <p:val>
                                            <p:strVal val="#ppt_w"/>
                                          </p:val>
                                        </p:tav>
                                      </p:tavLst>
                                    </p:anim>
                                    <p:anim calcmode="lin" valueType="num">
                                      <p:cBhvr>
                                        <p:cTn id="112" dur="500" fill="hold"/>
                                        <p:tgtEl>
                                          <p:spTgt spid="60"/>
                                        </p:tgtEl>
                                        <p:attrNameLst>
                                          <p:attrName>ppt_h</p:attrName>
                                        </p:attrNameLst>
                                      </p:cBhvr>
                                      <p:tavLst>
                                        <p:tav tm="0">
                                          <p:val>
                                            <p:fltVal val="0"/>
                                          </p:val>
                                        </p:tav>
                                        <p:tav tm="100000">
                                          <p:val>
                                            <p:strVal val="#ppt_h"/>
                                          </p:val>
                                        </p:tav>
                                      </p:tavLst>
                                    </p:anim>
                                    <p:animEffect transition="in" filter="fade">
                                      <p:cBhvr>
                                        <p:cTn id="113" dur="500"/>
                                        <p:tgtEl>
                                          <p:spTgt spid="60"/>
                                        </p:tgtEl>
                                      </p:cBhvr>
                                    </p:animEffect>
                                  </p:childTnLst>
                                </p:cTn>
                              </p:par>
                            </p:childTnLst>
                          </p:cTn>
                        </p:par>
                        <p:par>
                          <p:cTn id="114" fill="hold">
                            <p:stCondLst>
                              <p:cond delay="8500"/>
                            </p:stCondLst>
                            <p:childTnLst>
                              <p:par>
                                <p:cTn id="115" presetID="2" presetClass="entr" presetSubtype="4" fill="hold" grpId="0" nodeType="afterEffect">
                                  <p:stCondLst>
                                    <p:cond delay="0"/>
                                  </p:stCondLst>
                                  <p:childTnLst>
                                    <p:set>
                                      <p:cBhvr>
                                        <p:cTn id="116" dur="1" fill="hold">
                                          <p:stCondLst>
                                            <p:cond delay="0"/>
                                          </p:stCondLst>
                                        </p:cTn>
                                        <p:tgtEl>
                                          <p:spTgt spid="11"/>
                                        </p:tgtEl>
                                        <p:attrNameLst>
                                          <p:attrName>style.visibility</p:attrName>
                                        </p:attrNameLst>
                                      </p:cBhvr>
                                      <p:to>
                                        <p:strVal val="visible"/>
                                      </p:to>
                                    </p:set>
                                    <p:anim calcmode="lin" valueType="num">
                                      <p:cBhvr additive="base">
                                        <p:cTn id="117" dur="500" fill="hold"/>
                                        <p:tgtEl>
                                          <p:spTgt spid="11"/>
                                        </p:tgtEl>
                                        <p:attrNameLst>
                                          <p:attrName>ppt_x</p:attrName>
                                        </p:attrNameLst>
                                      </p:cBhvr>
                                      <p:tavLst>
                                        <p:tav tm="0">
                                          <p:val>
                                            <p:strVal val="#ppt_x"/>
                                          </p:val>
                                        </p:tav>
                                        <p:tav tm="100000">
                                          <p:val>
                                            <p:strVal val="#ppt_x"/>
                                          </p:val>
                                        </p:tav>
                                      </p:tavLst>
                                    </p:anim>
                                    <p:anim calcmode="lin" valueType="num">
                                      <p:cBhvr additive="base">
                                        <p:cTn id="118" dur="500" fill="hold"/>
                                        <p:tgtEl>
                                          <p:spTgt spid="11"/>
                                        </p:tgtEl>
                                        <p:attrNameLst>
                                          <p:attrName>ppt_y</p:attrName>
                                        </p:attrNameLst>
                                      </p:cBhvr>
                                      <p:tavLst>
                                        <p:tav tm="0">
                                          <p:val>
                                            <p:strVal val="1+#ppt_h/2"/>
                                          </p:val>
                                        </p:tav>
                                        <p:tav tm="100000">
                                          <p:val>
                                            <p:strVal val="#ppt_y"/>
                                          </p:val>
                                        </p:tav>
                                      </p:tavLst>
                                    </p:anim>
                                  </p:childTnLst>
                                </p:cTn>
                              </p:par>
                            </p:childTnLst>
                          </p:cTn>
                        </p:par>
                        <p:par>
                          <p:cTn id="119" fill="hold">
                            <p:stCondLst>
                              <p:cond delay="9000"/>
                            </p:stCondLst>
                            <p:childTnLst>
                              <p:par>
                                <p:cTn id="120" presetID="14" presetClass="entr" presetSubtype="10" fill="hold" grpId="0" nodeType="afterEffect">
                                  <p:stCondLst>
                                    <p:cond delay="0"/>
                                  </p:stCondLst>
                                  <p:childTnLst>
                                    <p:set>
                                      <p:cBhvr>
                                        <p:cTn id="121" dur="1" fill="hold">
                                          <p:stCondLst>
                                            <p:cond delay="0"/>
                                          </p:stCondLst>
                                        </p:cTn>
                                        <p:tgtEl>
                                          <p:spTgt spid="12"/>
                                        </p:tgtEl>
                                        <p:attrNameLst>
                                          <p:attrName>style.visibility</p:attrName>
                                        </p:attrNameLst>
                                      </p:cBhvr>
                                      <p:to>
                                        <p:strVal val="visible"/>
                                      </p:to>
                                    </p:set>
                                    <p:animEffect transition="in" filter="randombar(horizontal)">
                                      <p:cBhvr>
                                        <p:cTn id="1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p:bldP spid="8" grpId="0"/>
      <p:bldP spid="9" grpId="0" animBg="1"/>
      <p:bldP spid="10" grpId="0"/>
      <p:bldP spid="11" grpId="0" animBg="1"/>
      <p:bldP spid="12" grpId="0"/>
      <p:bldP spid="13" grpId="0" animBg="1"/>
      <p:bldP spid="14" grpId="0" animBg="1"/>
      <p:bldP spid="15" grpId="0" animBg="1"/>
      <p:bldP spid="16" grpId="0" animBg="1"/>
      <p:bldP spid="17" grpId="0" animBg="1"/>
      <p:bldP spid="18" grpId="0" animBg="1"/>
      <p:bldP spid="19" grpId="0"/>
      <p:bldP spid="20" grpId="0"/>
      <p:bldP spid="21" grpId="0"/>
      <p:bldP spid="58" grpId="0" animBg="1"/>
      <p:bldP spid="59" grpId="0" animBg="1"/>
      <p:bldP spid="6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原创设计师QQ598969553          _1"/>
          <p:cNvSpPr txBox="1"/>
          <p:nvPr/>
        </p:nvSpPr>
        <p:spPr>
          <a:xfrm>
            <a:off x="2803736" y="299722"/>
            <a:ext cx="3523130" cy="377026"/>
          </a:xfrm>
          <a:prstGeom prst="rect">
            <a:avLst/>
          </a:prstGeom>
          <a:noFill/>
        </p:spPr>
        <p:txBody>
          <a:bodyPr wrap="square" lIns="68580" tIns="34290" rIns="68580" bIns="34290" rtlCol="0">
            <a:spAutoFit/>
          </a:bodyPr>
          <a:lstStyle/>
          <a:p>
            <a:pPr algn="ctr"/>
            <a:r>
              <a:rPr lang="zh-CN" altLang="en-US" sz="2000" b="1" dirty="0">
                <a:solidFill>
                  <a:schemeClr val="tx1">
                    <a:lumMod val="65000"/>
                    <a:lumOff val="35000"/>
                  </a:schemeClr>
                </a:solidFill>
                <a:latin typeface="+mn-ea"/>
              </a:rPr>
              <a:t>添加标题文本内容</a:t>
            </a:r>
            <a:endParaRPr lang="en-US" altLang="zh-CN" sz="2000" b="1" dirty="0">
              <a:solidFill>
                <a:schemeClr val="tx1">
                  <a:lumMod val="65000"/>
                  <a:lumOff val="35000"/>
                </a:schemeClr>
              </a:solidFill>
              <a:latin typeface="+mn-ea"/>
            </a:endParaRPr>
          </a:p>
        </p:txBody>
      </p:sp>
      <p:sp>
        <p:nvSpPr>
          <p:cNvPr id="3" name="原创设计师QQ598969553          _2"/>
          <p:cNvSpPr/>
          <p:nvPr/>
        </p:nvSpPr>
        <p:spPr>
          <a:xfrm>
            <a:off x="5291568" y="1431335"/>
            <a:ext cx="2671029" cy="1264960"/>
          </a:xfrm>
          <a:prstGeom prst="roundRect">
            <a:avLst>
              <a:gd name="adj" fmla="val 6918"/>
            </a:avLst>
          </a:prstGeom>
          <a:noFill/>
          <a:ln w="12700">
            <a:solidFill>
              <a:srgbClr val="A6AAA9"/>
            </a:solidFill>
            <a:miter lim="400000"/>
          </a:ln>
        </p:spPr>
        <p:txBody>
          <a:bodyPr lIns="14288" tIns="14288" rIns="14288" bIns="14288" anchor="ctr"/>
          <a:lstStyle/>
          <a:p>
            <a:pPr lvl="0"/>
            <a:endParaRPr sz="1300"/>
          </a:p>
        </p:txBody>
      </p:sp>
      <p:sp>
        <p:nvSpPr>
          <p:cNvPr id="4" name="原创设计师QQ598969553          _3"/>
          <p:cNvSpPr/>
          <p:nvPr/>
        </p:nvSpPr>
        <p:spPr>
          <a:xfrm>
            <a:off x="5291568" y="2879192"/>
            <a:ext cx="2671029" cy="1263620"/>
          </a:xfrm>
          <a:prstGeom prst="roundRect">
            <a:avLst>
              <a:gd name="adj" fmla="val 6925"/>
            </a:avLst>
          </a:prstGeom>
          <a:noFill/>
          <a:ln w="12700">
            <a:solidFill>
              <a:srgbClr val="A6AAA9"/>
            </a:solidFill>
            <a:miter lim="400000"/>
          </a:ln>
        </p:spPr>
        <p:txBody>
          <a:bodyPr lIns="14288" tIns="14288" rIns="14288" bIns="14288" anchor="ctr"/>
          <a:lstStyle/>
          <a:p>
            <a:pPr lvl="0"/>
            <a:endParaRPr sz="1300"/>
          </a:p>
        </p:txBody>
      </p:sp>
      <p:sp>
        <p:nvSpPr>
          <p:cNvPr id="6" name="原创设计师QQ598969553          _4"/>
          <p:cNvSpPr/>
          <p:nvPr/>
        </p:nvSpPr>
        <p:spPr>
          <a:xfrm>
            <a:off x="1186463" y="2878522"/>
            <a:ext cx="2671029" cy="1264959"/>
          </a:xfrm>
          <a:prstGeom prst="roundRect">
            <a:avLst>
              <a:gd name="adj" fmla="val 6918"/>
            </a:avLst>
          </a:prstGeom>
          <a:noFill/>
          <a:ln w="12700">
            <a:solidFill>
              <a:srgbClr val="A6AAA9"/>
            </a:solidFill>
            <a:miter lim="400000"/>
          </a:ln>
        </p:spPr>
        <p:txBody>
          <a:bodyPr lIns="14288" tIns="14288" rIns="14288" bIns="14288" anchor="ctr"/>
          <a:lstStyle/>
          <a:p>
            <a:pPr lvl="0"/>
            <a:endParaRPr sz="1300"/>
          </a:p>
        </p:txBody>
      </p:sp>
      <p:sp>
        <p:nvSpPr>
          <p:cNvPr id="7" name="原创设计师QQ598969553          _5"/>
          <p:cNvSpPr/>
          <p:nvPr/>
        </p:nvSpPr>
        <p:spPr>
          <a:xfrm>
            <a:off x="1186463" y="1431335"/>
            <a:ext cx="2671029" cy="1264960"/>
          </a:xfrm>
          <a:prstGeom prst="roundRect">
            <a:avLst>
              <a:gd name="adj" fmla="val 6918"/>
            </a:avLst>
          </a:prstGeom>
          <a:noFill/>
          <a:ln w="12700">
            <a:solidFill>
              <a:srgbClr val="A6AAA9"/>
            </a:solidFill>
            <a:miter lim="400000"/>
          </a:ln>
        </p:spPr>
        <p:txBody>
          <a:bodyPr lIns="14288" tIns="14288" rIns="14288" bIns="14288" anchor="ctr"/>
          <a:lstStyle/>
          <a:p>
            <a:pPr lvl="0"/>
            <a:endParaRPr sz="1300"/>
          </a:p>
        </p:txBody>
      </p:sp>
      <p:sp>
        <p:nvSpPr>
          <p:cNvPr id="9" name="原创设计师QQ598969553          _6"/>
          <p:cNvSpPr/>
          <p:nvPr/>
        </p:nvSpPr>
        <p:spPr>
          <a:xfrm>
            <a:off x="1747495" y="1851670"/>
            <a:ext cx="1741450" cy="382439"/>
          </a:xfrm>
          <a:prstGeom prst="rect">
            <a:avLst/>
          </a:prstGeom>
          <a:ln w="12700">
            <a:miter lim="400000"/>
          </a:ln>
          <a:extLst>
            <a:ext uri="{C572A759-6A51-4108-AA02-DFA0A04FC94B}">
              <ma14:wrappingTextBoxFlag xmlns="" xmlns:ma14="http://schemas.microsoft.com/office/mac/drawingml/2011/main" val="1"/>
            </a:ext>
          </a:extLst>
        </p:spPr>
        <p:txBody>
          <a:bodyPr lIns="0" tIns="0" rIns="0" bIns="0"/>
          <a:lstStyle>
            <a:lvl1pPr algn="l">
              <a:lnSpc>
                <a:spcPct val="120000"/>
              </a:lnSpc>
              <a:spcBef>
                <a:spcPts val="2500"/>
              </a:spcBef>
              <a:defRPr sz="2000">
                <a:solidFill>
                  <a:srgbClr val="53585F"/>
                </a:solidFill>
              </a:defRPr>
            </a:lvl1pPr>
          </a:lstStyle>
          <a:p>
            <a:pPr algn="just"/>
            <a:r>
              <a:rPr lang="zh-CN" altLang="en-US" sz="1000" dirty="0">
                <a:solidFill>
                  <a:schemeClr val="tx1">
                    <a:lumMod val="75000"/>
                    <a:lumOff val="25000"/>
                  </a:schemeClr>
                </a:solidFill>
                <a:latin typeface="微软雅黑" pitchFamily="34" charset="-122"/>
                <a:ea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10" name="原创设计师QQ598969553          _7"/>
          <p:cNvSpPr/>
          <p:nvPr/>
        </p:nvSpPr>
        <p:spPr>
          <a:xfrm>
            <a:off x="1741649" y="1537860"/>
            <a:ext cx="1401999" cy="301211"/>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lstStyle>
            <a:lvl1pPr algn="l">
              <a:lnSpc>
                <a:spcPct val="120000"/>
              </a:lnSpc>
              <a:defRPr sz="3500">
                <a:solidFill>
                  <a:srgbClr val="53585F"/>
                </a:solidFill>
              </a:defRPr>
            </a:lvl1p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p>
        </p:txBody>
      </p:sp>
      <p:sp>
        <p:nvSpPr>
          <p:cNvPr id="11" name="原创设计师QQ598969553          _8"/>
          <p:cNvSpPr/>
          <p:nvPr/>
        </p:nvSpPr>
        <p:spPr>
          <a:xfrm>
            <a:off x="1747495" y="3304099"/>
            <a:ext cx="1741450" cy="364164"/>
          </a:xfrm>
          <a:prstGeom prst="rect">
            <a:avLst/>
          </a:prstGeom>
          <a:ln w="12700">
            <a:miter lim="400000"/>
          </a:ln>
          <a:extLst>
            <a:ext uri="{C572A759-6A51-4108-AA02-DFA0A04FC94B}">
              <ma14:wrappingTextBoxFlag xmlns="" xmlns:ma14="http://schemas.microsoft.com/office/mac/drawingml/2011/main" val="1"/>
            </a:ext>
          </a:extLst>
        </p:spPr>
        <p:txBody>
          <a:bodyPr lIns="0" tIns="0" rIns="0" bIns="0"/>
          <a:lstStyle>
            <a:lvl1pPr algn="l">
              <a:lnSpc>
                <a:spcPct val="120000"/>
              </a:lnSpc>
              <a:spcBef>
                <a:spcPts val="2500"/>
              </a:spcBef>
              <a:defRPr sz="2000">
                <a:solidFill>
                  <a:srgbClr val="53585F"/>
                </a:solidFill>
              </a:defRPr>
            </a:lvl1pPr>
          </a:lstStyle>
          <a:p>
            <a:pPr algn="just"/>
            <a:r>
              <a:rPr lang="zh-CN" altLang="en-US" sz="1000" dirty="0">
                <a:solidFill>
                  <a:schemeClr val="tx1">
                    <a:lumMod val="75000"/>
                    <a:lumOff val="25000"/>
                  </a:schemeClr>
                </a:solidFill>
                <a:latin typeface="微软雅黑" pitchFamily="34" charset="-122"/>
                <a:ea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12" name="原创设计师QQ598969553          _9"/>
          <p:cNvSpPr/>
          <p:nvPr/>
        </p:nvSpPr>
        <p:spPr>
          <a:xfrm>
            <a:off x="1741649" y="3011260"/>
            <a:ext cx="1401999" cy="301211"/>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lstStyle>
            <a:lvl1pPr algn="l">
              <a:lnSpc>
                <a:spcPct val="120000"/>
              </a:lnSpc>
              <a:defRPr sz="3500">
                <a:solidFill>
                  <a:srgbClr val="53585F"/>
                </a:solidFill>
              </a:defRPr>
            </a:lvl1p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p>
        </p:txBody>
      </p:sp>
      <p:sp>
        <p:nvSpPr>
          <p:cNvPr id="13" name="原创设计师QQ598969553          _10"/>
          <p:cNvSpPr/>
          <p:nvPr/>
        </p:nvSpPr>
        <p:spPr>
          <a:xfrm>
            <a:off x="5654872" y="1851670"/>
            <a:ext cx="1734500" cy="382439"/>
          </a:xfrm>
          <a:prstGeom prst="rect">
            <a:avLst/>
          </a:prstGeom>
          <a:ln w="12700">
            <a:miter lim="400000"/>
          </a:ln>
          <a:extLst>
            <a:ext uri="{C572A759-6A51-4108-AA02-DFA0A04FC94B}">
              <ma14:wrappingTextBoxFlag xmlns="" xmlns:ma14="http://schemas.microsoft.com/office/mac/drawingml/2011/main" val="1"/>
            </a:ext>
          </a:extLst>
        </p:spPr>
        <p:txBody>
          <a:bodyPr lIns="0" tIns="0" rIns="0" bIns="0"/>
          <a:lstStyle>
            <a:lvl1pPr algn="r">
              <a:lnSpc>
                <a:spcPct val="120000"/>
              </a:lnSpc>
              <a:spcBef>
                <a:spcPts val="4500"/>
              </a:spcBef>
              <a:defRPr sz="2000">
                <a:solidFill>
                  <a:srgbClr val="53585F"/>
                </a:solidFill>
              </a:defRPr>
            </a:lvl1pPr>
          </a:lstStyle>
          <a:p>
            <a:pPr algn="just"/>
            <a:r>
              <a:rPr lang="zh-CN" altLang="en-US" sz="1000" dirty="0">
                <a:solidFill>
                  <a:schemeClr val="tx1">
                    <a:lumMod val="75000"/>
                    <a:lumOff val="25000"/>
                  </a:schemeClr>
                </a:solidFill>
                <a:latin typeface="微软雅黑" pitchFamily="34" charset="-122"/>
                <a:ea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14" name="原创设计师QQ598969553          _11"/>
          <p:cNvSpPr/>
          <p:nvPr/>
        </p:nvSpPr>
        <p:spPr>
          <a:xfrm>
            <a:off x="5987765" y="1537860"/>
            <a:ext cx="1401999" cy="301211"/>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lstStyle>
            <a:lvl1pPr algn="r">
              <a:defRPr sz="3500">
                <a:solidFill>
                  <a:srgbClr val="53585F"/>
                </a:solidFill>
              </a:defRPr>
            </a:lvl1p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p>
        </p:txBody>
      </p:sp>
      <p:sp>
        <p:nvSpPr>
          <p:cNvPr id="15" name="原创设计师QQ598969553          _12"/>
          <p:cNvSpPr/>
          <p:nvPr/>
        </p:nvSpPr>
        <p:spPr>
          <a:xfrm>
            <a:off x="5654873" y="3304101"/>
            <a:ext cx="1734500" cy="364163"/>
          </a:xfrm>
          <a:prstGeom prst="rect">
            <a:avLst/>
          </a:prstGeom>
          <a:ln w="12700">
            <a:miter lim="400000"/>
          </a:ln>
          <a:extLst>
            <a:ext uri="{C572A759-6A51-4108-AA02-DFA0A04FC94B}">
              <ma14:wrappingTextBoxFlag xmlns="" xmlns:ma14="http://schemas.microsoft.com/office/mac/drawingml/2011/main" val="1"/>
            </a:ext>
          </a:extLst>
        </p:spPr>
        <p:txBody>
          <a:bodyPr lIns="0" tIns="0" rIns="0" bIns="0"/>
          <a:lstStyle>
            <a:lvl1pPr algn="r">
              <a:lnSpc>
                <a:spcPct val="120000"/>
              </a:lnSpc>
              <a:spcBef>
                <a:spcPts val="4500"/>
              </a:spcBef>
              <a:defRPr sz="2000">
                <a:solidFill>
                  <a:srgbClr val="53585F"/>
                </a:solidFill>
              </a:defRPr>
            </a:lvl1pPr>
          </a:lstStyle>
          <a:p>
            <a:pPr algn="just"/>
            <a:r>
              <a:rPr lang="zh-CN" altLang="en-US" sz="1000" dirty="0">
                <a:solidFill>
                  <a:schemeClr val="tx1">
                    <a:lumMod val="75000"/>
                    <a:lumOff val="25000"/>
                  </a:schemeClr>
                </a:solidFill>
                <a:latin typeface="微软雅黑" pitchFamily="34" charset="-122"/>
                <a:ea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16" name="原创设计师QQ598969553          _13"/>
          <p:cNvSpPr/>
          <p:nvPr/>
        </p:nvSpPr>
        <p:spPr>
          <a:xfrm>
            <a:off x="5987765" y="3011260"/>
            <a:ext cx="1401999" cy="301211"/>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lstStyle>
            <a:lvl1pPr algn="r">
              <a:defRPr sz="3500">
                <a:solidFill>
                  <a:srgbClr val="53585F"/>
                </a:solidFill>
              </a:defRPr>
            </a:lvl1p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p>
        </p:txBody>
      </p:sp>
      <p:grpSp>
        <p:nvGrpSpPr>
          <p:cNvPr id="57" name="原创设计师QQ598969553          _14"/>
          <p:cNvGrpSpPr/>
          <p:nvPr/>
        </p:nvGrpSpPr>
        <p:grpSpPr>
          <a:xfrm>
            <a:off x="3488945" y="1702369"/>
            <a:ext cx="2176351" cy="2176351"/>
            <a:chOff x="2193191" y="1899415"/>
            <a:chExt cx="2421376" cy="2421376"/>
          </a:xfrm>
          <a:effectLst/>
        </p:grpSpPr>
        <p:sp>
          <p:nvSpPr>
            <p:cNvPr id="58" name="椭圆 57"/>
            <p:cNvSpPr/>
            <p:nvPr/>
          </p:nvSpPr>
          <p:spPr>
            <a:xfrm>
              <a:off x="2193191" y="1899415"/>
              <a:ext cx="2421376" cy="2421376"/>
            </a:xfrm>
            <a:prstGeom prst="ellipse">
              <a:avLst/>
            </a:prstGeom>
            <a:solidFill>
              <a:schemeClr val="accent1"/>
            </a:solidFill>
            <a:ln w="31750">
              <a:gradFill flip="none" rotWithShape="1">
                <a:gsLst>
                  <a:gs pos="0">
                    <a:schemeClr val="bg1">
                      <a:lumMod val="65000"/>
                    </a:schemeClr>
                  </a:gs>
                  <a:gs pos="100000">
                    <a:schemeClr val="bg1"/>
                  </a:gs>
                </a:gsLst>
                <a:lin ang="2700000" scaled="1"/>
                <a:tileRect/>
              </a:gradFill>
            </a:ln>
            <a:effectLst>
              <a:innerShdw blurRad="127000" dist="63500" dir="13500000">
                <a:schemeClr val="accent3">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sp>
          <p:nvSpPr>
            <p:cNvPr id="59" name="椭圆 58"/>
            <p:cNvSpPr/>
            <p:nvPr/>
          </p:nvSpPr>
          <p:spPr>
            <a:xfrm>
              <a:off x="2345502" y="2051726"/>
              <a:ext cx="2116756" cy="2116756"/>
            </a:xfrm>
            <a:prstGeom prst="ellipse">
              <a:avLst/>
            </a:prstGeom>
            <a:solidFill>
              <a:schemeClr val="bg1">
                <a:lumMod val="95000"/>
              </a:schemeClr>
            </a:solidFill>
            <a:ln w="50800">
              <a:noFill/>
            </a:ln>
            <a:effectLst>
              <a:outerShdw blurRad="165100" dist="88900" dir="2700000" algn="tl" rotWithShape="0">
                <a:schemeClr val="accent3">
                  <a:lumMod val="50000"/>
                  <a:alpha val="64000"/>
                </a:schemeClr>
              </a:outerShdw>
            </a:effectLst>
            <a:scene3d>
              <a:camera prst="orthographicFront"/>
              <a:lightRig rig="threePt" dir="t"/>
            </a:scene3d>
            <a:sp3d prstMaterial="softEdge">
              <a:bevelT w="82550" h="317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pSp>
      <p:sp>
        <p:nvSpPr>
          <p:cNvPr id="60" name="原创设计师QQ598969553          _15"/>
          <p:cNvSpPr/>
          <p:nvPr/>
        </p:nvSpPr>
        <p:spPr>
          <a:xfrm>
            <a:off x="3736467" y="2423166"/>
            <a:ext cx="1630868" cy="707886"/>
          </a:xfrm>
          <a:prstGeom prst="rect">
            <a:avLst/>
          </a:prstGeom>
        </p:spPr>
        <p:txBody>
          <a:bodyPr wrap="square">
            <a:spAutoFit/>
          </a:bodyPr>
          <a:lstStyle/>
          <a:p>
            <a:pPr algn="ct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年度工作</a:t>
            </a:r>
            <a:endPar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内容概述</a:t>
            </a:r>
          </a:p>
        </p:txBody>
      </p:sp>
      <p:grpSp>
        <p:nvGrpSpPr>
          <p:cNvPr id="61" name="原创设计师QQ598969553          _16"/>
          <p:cNvGrpSpPr/>
          <p:nvPr/>
        </p:nvGrpSpPr>
        <p:grpSpPr>
          <a:xfrm>
            <a:off x="618867" y="1527304"/>
            <a:ext cx="1139838" cy="1139838"/>
            <a:chOff x="4184106" y="2952206"/>
            <a:chExt cx="3823790" cy="3823790"/>
          </a:xfrm>
        </p:grpSpPr>
        <p:sp>
          <p:nvSpPr>
            <p:cNvPr id="62" name="椭圆 61"/>
            <p:cNvSpPr/>
            <p:nvPr/>
          </p:nvSpPr>
          <p:spPr>
            <a:xfrm>
              <a:off x="4184106" y="2952206"/>
              <a:ext cx="3823790" cy="3823790"/>
            </a:xfrm>
            <a:prstGeom prst="ellipse">
              <a:avLst/>
            </a:prstGeom>
            <a:gradFill>
              <a:gsLst>
                <a:gs pos="100000">
                  <a:schemeClr val="bg1">
                    <a:lumMod val="75000"/>
                  </a:schemeClr>
                </a:gs>
                <a:gs pos="0">
                  <a:schemeClr val="bg1"/>
                </a:gs>
              </a:gsLst>
              <a:lin ang="5400000" scaled="0"/>
            </a:gradFill>
            <a:ln w="9525">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grpSp>
          <p:nvGrpSpPr>
            <p:cNvPr id="63" name="组合 62"/>
            <p:cNvGrpSpPr/>
            <p:nvPr/>
          </p:nvGrpSpPr>
          <p:grpSpPr>
            <a:xfrm>
              <a:off x="4710169" y="3478269"/>
              <a:ext cx="2771663" cy="2771663"/>
              <a:chOff x="2193191" y="1899415"/>
              <a:chExt cx="2421376" cy="2421376"/>
            </a:xfrm>
            <a:effectLst/>
          </p:grpSpPr>
          <p:sp>
            <p:nvSpPr>
              <p:cNvPr id="64" name="椭圆 63"/>
              <p:cNvSpPr/>
              <p:nvPr/>
            </p:nvSpPr>
            <p:spPr>
              <a:xfrm>
                <a:off x="2193191" y="1899415"/>
                <a:ext cx="2421376" cy="2421376"/>
              </a:xfrm>
              <a:prstGeom prst="ellipse">
                <a:avLst/>
              </a:prstGeom>
              <a:solidFill>
                <a:schemeClr val="accent2"/>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1">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sp>
            <p:nvSpPr>
              <p:cNvPr id="65" name="椭圆 64"/>
              <p:cNvSpPr/>
              <p:nvPr/>
            </p:nvSpPr>
            <p:spPr>
              <a:xfrm>
                <a:off x="2386802" y="2093026"/>
                <a:ext cx="2034160" cy="2034160"/>
              </a:xfrm>
              <a:prstGeom prst="ellipse">
                <a:avLst/>
              </a:prstGeom>
              <a:solidFill>
                <a:schemeClr val="bg1">
                  <a:lumMod val="95000"/>
                </a:schemeClr>
              </a:solidFill>
              <a:ln w="50800">
                <a:noFill/>
              </a:ln>
              <a:effectLst>
                <a:outerShdw blurRad="76200" dist="38100" dir="2700000" algn="tl" rotWithShape="0">
                  <a:schemeClr val="accent1">
                    <a:lumMod val="50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grpSp>
      </p:grpSp>
      <p:grpSp>
        <p:nvGrpSpPr>
          <p:cNvPr id="66" name="原创设计师QQ598969553          _17"/>
          <p:cNvGrpSpPr/>
          <p:nvPr/>
        </p:nvGrpSpPr>
        <p:grpSpPr>
          <a:xfrm>
            <a:off x="612144" y="2926877"/>
            <a:ext cx="1139838" cy="1139838"/>
            <a:chOff x="4184106" y="2952206"/>
            <a:chExt cx="3823790" cy="3823790"/>
          </a:xfrm>
        </p:grpSpPr>
        <p:sp>
          <p:nvSpPr>
            <p:cNvPr id="67" name="椭圆 66"/>
            <p:cNvSpPr/>
            <p:nvPr/>
          </p:nvSpPr>
          <p:spPr>
            <a:xfrm>
              <a:off x="4184106" y="2952206"/>
              <a:ext cx="3823790" cy="3823790"/>
            </a:xfrm>
            <a:prstGeom prst="ellipse">
              <a:avLst/>
            </a:prstGeom>
            <a:gradFill>
              <a:gsLst>
                <a:gs pos="100000">
                  <a:schemeClr val="bg1">
                    <a:lumMod val="75000"/>
                  </a:schemeClr>
                </a:gs>
                <a:gs pos="0">
                  <a:schemeClr val="bg1"/>
                </a:gs>
              </a:gsLst>
              <a:lin ang="5400000" scaled="0"/>
            </a:gradFill>
            <a:ln w="9525">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grpSp>
          <p:nvGrpSpPr>
            <p:cNvPr id="68" name="组合 67"/>
            <p:cNvGrpSpPr/>
            <p:nvPr/>
          </p:nvGrpSpPr>
          <p:grpSpPr>
            <a:xfrm>
              <a:off x="4710169" y="3478269"/>
              <a:ext cx="2771663" cy="2771663"/>
              <a:chOff x="2193191" y="1899415"/>
              <a:chExt cx="2421376" cy="2421376"/>
            </a:xfrm>
            <a:effectLst/>
          </p:grpSpPr>
          <p:sp>
            <p:nvSpPr>
              <p:cNvPr id="69" name="椭圆 68"/>
              <p:cNvSpPr/>
              <p:nvPr/>
            </p:nvSpPr>
            <p:spPr>
              <a:xfrm>
                <a:off x="2193191" y="1899415"/>
                <a:ext cx="2421376" cy="2421376"/>
              </a:xfrm>
              <a:prstGeom prst="ellipse">
                <a:avLst/>
              </a:prstGeom>
              <a:solidFill>
                <a:schemeClr val="accent1"/>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2">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sp>
            <p:nvSpPr>
              <p:cNvPr id="70" name="椭圆 69"/>
              <p:cNvSpPr/>
              <p:nvPr/>
            </p:nvSpPr>
            <p:spPr>
              <a:xfrm>
                <a:off x="2386802" y="2093026"/>
                <a:ext cx="2034160" cy="2034160"/>
              </a:xfrm>
              <a:prstGeom prst="ellipse">
                <a:avLst/>
              </a:prstGeom>
              <a:solidFill>
                <a:schemeClr val="bg1">
                  <a:lumMod val="95000"/>
                </a:schemeClr>
              </a:solidFill>
              <a:ln w="50800">
                <a:noFill/>
              </a:ln>
              <a:effectLst>
                <a:outerShdw blurRad="76200" dist="38100" dir="2700000" algn="tl" rotWithShape="0">
                  <a:schemeClr val="accent2">
                    <a:lumMod val="50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grpSp>
      </p:grpSp>
      <p:grpSp>
        <p:nvGrpSpPr>
          <p:cNvPr id="71" name="原创设计师QQ598969553          _18"/>
          <p:cNvGrpSpPr/>
          <p:nvPr/>
        </p:nvGrpSpPr>
        <p:grpSpPr>
          <a:xfrm>
            <a:off x="7387113" y="1513856"/>
            <a:ext cx="1139838" cy="1139838"/>
            <a:chOff x="4184106" y="2952206"/>
            <a:chExt cx="3823790" cy="3823790"/>
          </a:xfrm>
        </p:grpSpPr>
        <p:sp>
          <p:nvSpPr>
            <p:cNvPr id="72" name="椭圆 71"/>
            <p:cNvSpPr/>
            <p:nvPr/>
          </p:nvSpPr>
          <p:spPr>
            <a:xfrm>
              <a:off x="4184106" y="2952206"/>
              <a:ext cx="3823790" cy="3823790"/>
            </a:xfrm>
            <a:prstGeom prst="ellipse">
              <a:avLst/>
            </a:prstGeom>
            <a:gradFill>
              <a:gsLst>
                <a:gs pos="100000">
                  <a:schemeClr val="bg1">
                    <a:lumMod val="75000"/>
                  </a:schemeClr>
                </a:gs>
                <a:gs pos="0">
                  <a:schemeClr val="bg1"/>
                </a:gs>
              </a:gsLst>
              <a:lin ang="5400000" scaled="0"/>
            </a:gradFill>
            <a:ln w="9525">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grpSp>
          <p:nvGrpSpPr>
            <p:cNvPr id="73" name="组合 72"/>
            <p:cNvGrpSpPr/>
            <p:nvPr/>
          </p:nvGrpSpPr>
          <p:grpSpPr>
            <a:xfrm>
              <a:off x="4710169" y="3478269"/>
              <a:ext cx="2771663" cy="2771663"/>
              <a:chOff x="2193191" y="1899415"/>
              <a:chExt cx="2421376" cy="2421376"/>
            </a:xfrm>
            <a:effectLst/>
          </p:grpSpPr>
          <p:sp>
            <p:nvSpPr>
              <p:cNvPr id="74" name="椭圆 73"/>
              <p:cNvSpPr/>
              <p:nvPr/>
            </p:nvSpPr>
            <p:spPr>
              <a:xfrm>
                <a:off x="2193191" y="1899415"/>
                <a:ext cx="2421376" cy="2421376"/>
              </a:xfrm>
              <a:prstGeom prst="ellipse">
                <a:avLst/>
              </a:prstGeom>
              <a:solidFill>
                <a:schemeClr val="accent1"/>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3">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sp>
            <p:nvSpPr>
              <p:cNvPr id="75" name="椭圆 74"/>
              <p:cNvSpPr/>
              <p:nvPr/>
            </p:nvSpPr>
            <p:spPr>
              <a:xfrm>
                <a:off x="2386802" y="2093026"/>
                <a:ext cx="2034160" cy="2034160"/>
              </a:xfrm>
              <a:prstGeom prst="ellipse">
                <a:avLst/>
              </a:prstGeom>
              <a:solidFill>
                <a:schemeClr val="bg1">
                  <a:lumMod val="95000"/>
                </a:schemeClr>
              </a:solidFill>
              <a:ln w="50800">
                <a:noFill/>
              </a:ln>
              <a:effectLst>
                <a:outerShdw blurRad="76200" dist="38100" dir="2700000" algn="tl" rotWithShape="0">
                  <a:schemeClr val="accent3">
                    <a:lumMod val="50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grpSp>
      </p:grpSp>
      <p:grpSp>
        <p:nvGrpSpPr>
          <p:cNvPr id="76" name="原创设计师QQ598969553          _19"/>
          <p:cNvGrpSpPr/>
          <p:nvPr/>
        </p:nvGrpSpPr>
        <p:grpSpPr>
          <a:xfrm>
            <a:off x="7385954" y="2947808"/>
            <a:ext cx="1139838" cy="1139838"/>
            <a:chOff x="4184106" y="2952206"/>
            <a:chExt cx="3823790" cy="3823790"/>
          </a:xfrm>
        </p:grpSpPr>
        <p:sp>
          <p:nvSpPr>
            <p:cNvPr id="77" name="椭圆 76"/>
            <p:cNvSpPr/>
            <p:nvPr/>
          </p:nvSpPr>
          <p:spPr>
            <a:xfrm>
              <a:off x="4184106" y="2952206"/>
              <a:ext cx="3823790" cy="3823790"/>
            </a:xfrm>
            <a:prstGeom prst="ellipse">
              <a:avLst/>
            </a:prstGeom>
            <a:gradFill>
              <a:gsLst>
                <a:gs pos="100000">
                  <a:schemeClr val="bg1">
                    <a:lumMod val="75000"/>
                  </a:schemeClr>
                </a:gs>
                <a:gs pos="0">
                  <a:schemeClr val="bg1"/>
                </a:gs>
              </a:gsLst>
              <a:lin ang="5400000" scaled="0"/>
            </a:gradFill>
            <a:ln w="9525">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grpSp>
          <p:nvGrpSpPr>
            <p:cNvPr id="78" name="组合 77"/>
            <p:cNvGrpSpPr/>
            <p:nvPr/>
          </p:nvGrpSpPr>
          <p:grpSpPr>
            <a:xfrm>
              <a:off x="4710167" y="3478267"/>
              <a:ext cx="2771663" cy="2771663"/>
              <a:chOff x="2193190" y="1899413"/>
              <a:chExt cx="2421376" cy="2421376"/>
            </a:xfrm>
            <a:effectLst/>
          </p:grpSpPr>
          <p:sp>
            <p:nvSpPr>
              <p:cNvPr id="79" name="椭圆 78"/>
              <p:cNvSpPr/>
              <p:nvPr/>
            </p:nvSpPr>
            <p:spPr>
              <a:xfrm>
                <a:off x="2193190" y="1899413"/>
                <a:ext cx="2421376" cy="2421376"/>
              </a:xfrm>
              <a:prstGeom prst="ellipse">
                <a:avLst/>
              </a:prstGeom>
              <a:solidFill>
                <a:schemeClr val="accent2"/>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4">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sp>
            <p:nvSpPr>
              <p:cNvPr id="80" name="椭圆 79"/>
              <p:cNvSpPr/>
              <p:nvPr/>
            </p:nvSpPr>
            <p:spPr>
              <a:xfrm>
                <a:off x="2386802" y="2093027"/>
                <a:ext cx="2034160" cy="2034159"/>
              </a:xfrm>
              <a:prstGeom prst="ellipse">
                <a:avLst/>
              </a:prstGeom>
              <a:solidFill>
                <a:schemeClr val="bg1">
                  <a:lumMod val="95000"/>
                </a:schemeClr>
              </a:solidFill>
              <a:ln w="50800">
                <a:noFill/>
              </a:ln>
              <a:effectLst>
                <a:outerShdw blurRad="76200" dist="38100" dir="2700000" algn="tl" rotWithShape="0">
                  <a:schemeClr val="accent4">
                    <a:lumMod val="50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grpSp>
      </p:grpSp>
      <p:sp>
        <p:nvSpPr>
          <p:cNvPr id="81" name="原创设计师QQ598969553          _20"/>
          <p:cNvSpPr txBox="1"/>
          <p:nvPr/>
        </p:nvSpPr>
        <p:spPr>
          <a:xfrm>
            <a:off x="840749" y="1855873"/>
            <a:ext cx="696074" cy="482700"/>
          </a:xfrm>
          <a:prstGeom prst="rect">
            <a:avLst/>
          </a:prstGeom>
          <a:noFill/>
        </p:spPr>
        <p:txBody>
          <a:bodyPr wrap="square" lIns="112274" tIns="56136" rIns="112274" bIns="56136" rtlCol="0">
            <a:spAutoFit/>
          </a:bodyPr>
          <a:lstStyle/>
          <a:p>
            <a:pPr algn="ct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添加</a:t>
            </a:r>
            <a:endPar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关键字</a:t>
            </a:r>
          </a:p>
        </p:txBody>
      </p:sp>
      <p:sp>
        <p:nvSpPr>
          <p:cNvPr id="82" name="原创设计师QQ598969553          _21"/>
          <p:cNvSpPr txBox="1"/>
          <p:nvPr/>
        </p:nvSpPr>
        <p:spPr>
          <a:xfrm>
            <a:off x="834026" y="3255446"/>
            <a:ext cx="696074" cy="482700"/>
          </a:xfrm>
          <a:prstGeom prst="rect">
            <a:avLst/>
          </a:prstGeom>
          <a:noFill/>
        </p:spPr>
        <p:txBody>
          <a:bodyPr wrap="square" lIns="112274" tIns="56136" rIns="112274" bIns="56136" rtlCol="0">
            <a:spAutoFit/>
          </a:bodyPr>
          <a:lstStyle/>
          <a:p>
            <a:pPr algn="ct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添加</a:t>
            </a:r>
            <a:endPar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关键字</a:t>
            </a:r>
          </a:p>
        </p:txBody>
      </p:sp>
      <p:sp>
        <p:nvSpPr>
          <p:cNvPr id="83" name="原创设计师QQ598969553          _22"/>
          <p:cNvSpPr txBox="1"/>
          <p:nvPr/>
        </p:nvSpPr>
        <p:spPr>
          <a:xfrm>
            <a:off x="7608995" y="1842425"/>
            <a:ext cx="696074" cy="482700"/>
          </a:xfrm>
          <a:prstGeom prst="rect">
            <a:avLst/>
          </a:prstGeom>
          <a:noFill/>
        </p:spPr>
        <p:txBody>
          <a:bodyPr wrap="square" lIns="112274" tIns="56136" rIns="112274" bIns="56136" rtlCol="0">
            <a:spAutoFit/>
          </a:bodyPr>
          <a:lstStyle/>
          <a:p>
            <a:pPr algn="ct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添加</a:t>
            </a:r>
            <a:endPar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关键字</a:t>
            </a:r>
          </a:p>
        </p:txBody>
      </p:sp>
      <p:sp>
        <p:nvSpPr>
          <p:cNvPr id="84" name="原创设计师QQ598969553          _23"/>
          <p:cNvSpPr txBox="1"/>
          <p:nvPr/>
        </p:nvSpPr>
        <p:spPr>
          <a:xfrm>
            <a:off x="7607836" y="3276377"/>
            <a:ext cx="696074" cy="482700"/>
          </a:xfrm>
          <a:prstGeom prst="rect">
            <a:avLst/>
          </a:prstGeom>
          <a:noFill/>
        </p:spPr>
        <p:txBody>
          <a:bodyPr wrap="square" lIns="112274" tIns="56136" rIns="112274" bIns="56136" rtlCol="0">
            <a:spAutoFit/>
          </a:bodyPr>
          <a:lstStyle/>
          <a:p>
            <a:pPr algn="ct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添加</a:t>
            </a:r>
            <a:endPar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关键字</a:t>
            </a:r>
          </a:p>
        </p:txBody>
      </p:sp>
      <p:pic>
        <p:nvPicPr>
          <p:cNvPr id="43" name="Picture 64"/>
          <p:cNvPicPr>
            <a:picLocks noGrp="1" noSelect="1" noRot="1" noChangeAspect="1" noMove="1" noResize="1" noChangeShapeType="1"/>
          </p:cNvPicPr>
          <p:nvPr/>
        </p:nvPicPr>
        <p:blipFill>
          <a:blip r:embed="rId3"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3164967055"/>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wheel(1)">
                                      <p:cBhvr>
                                        <p:cTn id="7" dur="500"/>
                                        <p:tgtEl>
                                          <p:spTgt spid="5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0"/>
                                        </p:tgtEl>
                                        <p:attrNameLst>
                                          <p:attrName>style.visibility</p:attrName>
                                        </p:attrNameLst>
                                      </p:cBhvr>
                                      <p:to>
                                        <p:strVal val="visible"/>
                                      </p:to>
                                    </p:set>
                                    <p:animEffect transition="in" filter="fade">
                                      <p:cBhvr>
                                        <p:cTn id="11" dur="500"/>
                                        <p:tgtEl>
                                          <p:spTgt spid="60"/>
                                        </p:tgtEl>
                                      </p:cBhvr>
                                    </p:animEffect>
                                  </p:childTnLst>
                                </p:cTn>
                              </p:par>
                            </p:childTnLst>
                          </p:cTn>
                        </p:par>
                        <p:par>
                          <p:cTn id="12" fill="hold">
                            <p:stCondLst>
                              <p:cond delay="1000"/>
                            </p:stCondLst>
                            <p:childTnLst>
                              <p:par>
                                <p:cTn id="13" presetID="53" presetClass="entr" presetSubtype="16"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p:cTn id="15" dur="500" fill="hold"/>
                                        <p:tgtEl>
                                          <p:spTgt spid="7"/>
                                        </p:tgtEl>
                                        <p:attrNameLst>
                                          <p:attrName>ppt_w</p:attrName>
                                        </p:attrNameLst>
                                      </p:cBhvr>
                                      <p:tavLst>
                                        <p:tav tm="0">
                                          <p:val>
                                            <p:fltVal val="0"/>
                                          </p:val>
                                        </p:tav>
                                        <p:tav tm="100000">
                                          <p:val>
                                            <p:strVal val="#ppt_w"/>
                                          </p:val>
                                        </p:tav>
                                      </p:tavLst>
                                    </p:anim>
                                    <p:anim calcmode="lin" valueType="num">
                                      <p:cBhvr>
                                        <p:cTn id="16" dur="500" fill="hold"/>
                                        <p:tgtEl>
                                          <p:spTgt spid="7"/>
                                        </p:tgtEl>
                                        <p:attrNameLst>
                                          <p:attrName>ppt_h</p:attrName>
                                        </p:attrNameLst>
                                      </p:cBhvr>
                                      <p:tavLst>
                                        <p:tav tm="0">
                                          <p:val>
                                            <p:fltVal val="0"/>
                                          </p:val>
                                        </p:tav>
                                        <p:tav tm="100000">
                                          <p:val>
                                            <p:strVal val="#ppt_h"/>
                                          </p:val>
                                        </p:tav>
                                      </p:tavLst>
                                    </p:anim>
                                    <p:animEffect transition="in" filter="fade">
                                      <p:cBhvr>
                                        <p:cTn id="17" dur="500"/>
                                        <p:tgtEl>
                                          <p:spTgt spid="7"/>
                                        </p:tgtEl>
                                      </p:cBhvr>
                                    </p:animEffect>
                                  </p:childTnLst>
                                </p:cTn>
                              </p:par>
                            </p:childTnLst>
                          </p:cTn>
                        </p:par>
                        <p:par>
                          <p:cTn id="18" fill="hold">
                            <p:stCondLst>
                              <p:cond delay="1500"/>
                            </p:stCondLst>
                            <p:childTnLst>
                              <p:par>
                                <p:cTn id="19" presetID="53" presetClass="entr" presetSubtype="16" fill="hold" nodeType="afterEffect">
                                  <p:stCondLst>
                                    <p:cond delay="0"/>
                                  </p:stCondLst>
                                  <p:childTnLst>
                                    <p:set>
                                      <p:cBhvr>
                                        <p:cTn id="20" dur="1" fill="hold">
                                          <p:stCondLst>
                                            <p:cond delay="0"/>
                                          </p:stCondLst>
                                        </p:cTn>
                                        <p:tgtEl>
                                          <p:spTgt spid="61"/>
                                        </p:tgtEl>
                                        <p:attrNameLst>
                                          <p:attrName>style.visibility</p:attrName>
                                        </p:attrNameLst>
                                      </p:cBhvr>
                                      <p:to>
                                        <p:strVal val="visible"/>
                                      </p:to>
                                    </p:set>
                                    <p:anim calcmode="lin" valueType="num">
                                      <p:cBhvr>
                                        <p:cTn id="21" dur="500" fill="hold"/>
                                        <p:tgtEl>
                                          <p:spTgt spid="61"/>
                                        </p:tgtEl>
                                        <p:attrNameLst>
                                          <p:attrName>ppt_w</p:attrName>
                                        </p:attrNameLst>
                                      </p:cBhvr>
                                      <p:tavLst>
                                        <p:tav tm="0">
                                          <p:val>
                                            <p:fltVal val="0"/>
                                          </p:val>
                                        </p:tav>
                                        <p:tav tm="100000">
                                          <p:val>
                                            <p:strVal val="#ppt_w"/>
                                          </p:val>
                                        </p:tav>
                                      </p:tavLst>
                                    </p:anim>
                                    <p:anim calcmode="lin" valueType="num">
                                      <p:cBhvr>
                                        <p:cTn id="22" dur="500" fill="hold"/>
                                        <p:tgtEl>
                                          <p:spTgt spid="61"/>
                                        </p:tgtEl>
                                        <p:attrNameLst>
                                          <p:attrName>ppt_h</p:attrName>
                                        </p:attrNameLst>
                                      </p:cBhvr>
                                      <p:tavLst>
                                        <p:tav tm="0">
                                          <p:val>
                                            <p:fltVal val="0"/>
                                          </p:val>
                                        </p:tav>
                                        <p:tav tm="100000">
                                          <p:val>
                                            <p:strVal val="#ppt_h"/>
                                          </p:val>
                                        </p:tav>
                                      </p:tavLst>
                                    </p:anim>
                                    <p:animEffect transition="in" filter="fade">
                                      <p:cBhvr>
                                        <p:cTn id="23" dur="500"/>
                                        <p:tgtEl>
                                          <p:spTgt spid="61"/>
                                        </p:tgtEl>
                                      </p:cBhvr>
                                    </p:animEffect>
                                  </p:childTnLst>
                                </p:cTn>
                              </p:par>
                              <p:par>
                                <p:cTn id="24" presetID="53" presetClass="entr" presetSubtype="16" fill="hold" grpId="0" nodeType="withEffect">
                                  <p:stCondLst>
                                    <p:cond delay="0"/>
                                  </p:stCondLst>
                                  <p:childTnLst>
                                    <p:set>
                                      <p:cBhvr>
                                        <p:cTn id="25" dur="1" fill="hold">
                                          <p:stCondLst>
                                            <p:cond delay="0"/>
                                          </p:stCondLst>
                                        </p:cTn>
                                        <p:tgtEl>
                                          <p:spTgt spid="81"/>
                                        </p:tgtEl>
                                        <p:attrNameLst>
                                          <p:attrName>style.visibility</p:attrName>
                                        </p:attrNameLst>
                                      </p:cBhvr>
                                      <p:to>
                                        <p:strVal val="visible"/>
                                      </p:to>
                                    </p:set>
                                    <p:anim calcmode="lin" valueType="num">
                                      <p:cBhvr>
                                        <p:cTn id="26" dur="500" fill="hold"/>
                                        <p:tgtEl>
                                          <p:spTgt spid="81"/>
                                        </p:tgtEl>
                                        <p:attrNameLst>
                                          <p:attrName>ppt_w</p:attrName>
                                        </p:attrNameLst>
                                      </p:cBhvr>
                                      <p:tavLst>
                                        <p:tav tm="0">
                                          <p:val>
                                            <p:fltVal val="0"/>
                                          </p:val>
                                        </p:tav>
                                        <p:tav tm="100000">
                                          <p:val>
                                            <p:strVal val="#ppt_w"/>
                                          </p:val>
                                        </p:tav>
                                      </p:tavLst>
                                    </p:anim>
                                    <p:anim calcmode="lin" valueType="num">
                                      <p:cBhvr>
                                        <p:cTn id="27" dur="500" fill="hold"/>
                                        <p:tgtEl>
                                          <p:spTgt spid="81"/>
                                        </p:tgtEl>
                                        <p:attrNameLst>
                                          <p:attrName>ppt_h</p:attrName>
                                        </p:attrNameLst>
                                      </p:cBhvr>
                                      <p:tavLst>
                                        <p:tav tm="0">
                                          <p:val>
                                            <p:fltVal val="0"/>
                                          </p:val>
                                        </p:tav>
                                        <p:tav tm="100000">
                                          <p:val>
                                            <p:strVal val="#ppt_h"/>
                                          </p:val>
                                        </p:tav>
                                      </p:tavLst>
                                    </p:anim>
                                    <p:animEffect transition="in" filter="fade">
                                      <p:cBhvr>
                                        <p:cTn id="28" dur="500"/>
                                        <p:tgtEl>
                                          <p:spTgt spid="81"/>
                                        </p:tgtEl>
                                      </p:cBhvr>
                                    </p:animEffect>
                                  </p:childTnLst>
                                </p:cTn>
                              </p:par>
                            </p:childTnLst>
                          </p:cTn>
                        </p:par>
                        <p:par>
                          <p:cTn id="29" fill="hold">
                            <p:stCondLst>
                              <p:cond delay="2000"/>
                            </p:stCondLst>
                            <p:childTnLst>
                              <p:par>
                                <p:cTn id="30" presetID="10" presetClass="entr" presetSubtype="0" fill="hold" grpId="0" nodeType="after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childTnLst>
                          </p:cTn>
                        </p:par>
                        <p:par>
                          <p:cTn id="36" fill="hold">
                            <p:stCondLst>
                              <p:cond delay="2500"/>
                            </p:stCondLst>
                            <p:childTnLst>
                              <p:par>
                                <p:cTn id="37" presetID="53" presetClass="entr" presetSubtype="16" fill="hold" grpId="0" nodeType="afterEffect">
                                  <p:stCondLst>
                                    <p:cond delay="0"/>
                                  </p:stCondLst>
                                  <p:childTnLst>
                                    <p:set>
                                      <p:cBhvr>
                                        <p:cTn id="38" dur="1" fill="hold">
                                          <p:stCondLst>
                                            <p:cond delay="0"/>
                                          </p:stCondLst>
                                        </p:cTn>
                                        <p:tgtEl>
                                          <p:spTgt spid="6"/>
                                        </p:tgtEl>
                                        <p:attrNameLst>
                                          <p:attrName>style.visibility</p:attrName>
                                        </p:attrNameLst>
                                      </p:cBhvr>
                                      <p:to>
                                        <p:strVal val="visible"/>
                                      </p:to>
                                    </p:set>
                                    <p:anim calcmode="lin" valueType="num">
                                      <p:cBhvr>
                                        <p:cTn id="39" dur="500" fill="hold"/>
                                        <p:tgtEl>
                                          <p:spTgt spid="6"/>
                                        </p:tgtEl>
                                        <p:attrNameLst>
                                          <p:attrName>ppt_w</p:attrName>
                                        </p:attrNameLst>
                                      </p:cBhvr>
                                      <p:tavLst>
                                        <p:tav tm="0">
                                          <p:val>
                                            <p:fltVal val="0"/>
                                          </p:val>
                                        </p:tav>
                                        <p:tav tm="100000">
                                          <p:val>
                                            <p:strVal val="#ppt_w"/>
                                          </p:val>
                                        </p:tav>
                                      </p:tavLst>
                                    </p:anim>
                                    <p:anim calcmode="lin" valueType="num">
                                      <p:cBhvr>
                                        <p:cTn id="40" dur="500" fill="hold"/>
                                        <p:tgtEl>
                                          <p:spTgt spid="6"/>
                                        </p:tgtEl>
                                        <p:attrNameLst>
                                          <p:attrName>ppt_h</p:attrName>
                                        </p:attrNameLst>
                                      </p:cBhvr>
                                      <p:tavLst>
                                        <p:tav tm="0">
                                          <p:val>
                                            <p:fltVal val="0"/>
                                          </p:val>
                                        </p:tav>
                                        <p:tav tm="100000">
                                          <p:val>
                                            <p:strVal val="#ppt_h"/>
                                          </p:val>
                                        </p:tav>
                                      </p:tavLst>
                                    </p:anim>
                                    <p:animEffect transition="in" filter="fade">
                                      <p:cBhvr>
                                        <p:cTn id="41" dur="500"/>
                                        <p:tgtEl>
                                          <p:spTgt spid="6"/>
                                        </p:tgtEl>
                                      </p:cBhvr>
                                    </p:animEffect>
                                  </p:childTnLst>
                                </p:cTn>
                              </p:par>
                            </p:childTnLst>
                          </p:cTn>
                        </p:par>
                        <p:par>
                          <p:cTn id="42" fill="hold">
                            <p:stCondLst>
                              <p:cond delay="3000"/>
                            </p:stCondLst>
                            <p:childTnLst>
                              <p:par>
                                <p:cTn id="43" presetID="53" presetClass="entr" presetSubtype="16" fill="hold" nodeType="afterEffect">
                                  <p:stCondLst>
                                    <p:cond delay="0"/>
                                  </p:stCondLst>
                                  <p:childTnLst>
                                    <p:set>
                                      <p:cBhvr>
                                        <p:cTn id="44" dur="1" fill="hold">
                                          <p:stCondLst>
                                            <p:cond delay="0"/>
                                          </p:stCondLst>
                                        </p:cTn>
                                        <p:tgtEl>
                                          <p:spTgt spid="66"/>
                                        </p:tgtEl>
                                        <p:attrNameLst>
                                          <p:attrName>style.visibility</p:attrName>
                                        </p:attrNameLst>
                                      </p:cBhvr>
                                      <p:to>
                                        <p:strVal val="visible"/>
                                      </p:to>
                                    </p:set>
                                    <p:anim calcmode="lin" valueType="num">
                                      <p:cBhvr>
                                        <p:cTn id="45" dur="500" fill="hold"/>
                                        <p:tgtEl>
                                          <p:spTgt spid="66"/>
                                        </p:tgtEl>
                                        <p:attrNameLst>
                                          <p:attrName>ppt_w</p:attrName>
                                        </p:attrNameLst>
                                      </p:cBhvr>
                                      <p:tavLst>
                                        <p:tav tm="0">
                                          <p:val>
                                            <p:fltVal val="0"/>
                                          </p:val>
                                        </p:tav>
                                        <p:tav tm="100000">
                                          <p:val>
                                            <p:strVal val="#ppt_w"/>
                                          </p:val>
                                        </p:tav>
                                      </p:tavLst>
                                    </p:anim>
                                    <p:anim calcmode="lin" valueType="num">
                                      <p:cBhvr>
                                        <p:cTn id="46" dur="500" fill="hold"/>
                                        <p:tgtEl>
                                          <p:spTgt spid="66"/>
                                        </p:tgtEl>
                                        <p:attrNameLst>
                                          <p:attrName>ppt_h</p:attrName>
                                        </p:attrNameLst>
                                      </p:cBhvr>
                                      <p:tavLst>
                                        <p:tav tm="0">
                                          <p:val>
                                            <p:fltVal val="0"/>
                                          </p:val>
                                        </p:tav>
                                        <p:tav tm="100000">
                                          <p:val>
                                            <p:strVal val="#ppt_h"/>
                                          </p:val>
                                        </p:tav>
                                      </p:tavLst>
                                    </p:anim>
                                    <p:animEffect transition="in" filter="fade">
                                      <p:cBhvr>
                                        <p:cTn id="47" dur="500"/>
                                        <p:tgtEl>
                                          <p:spTgt spid="66"/>
                                        </p:tgtEl>
                                      </p:cBhvr>
                                    </p:animEffect>
                                  </p:childTnLst>
                                </p:cTn>
                              </p:par>
                              <p:par>
                                <p:cTn id="48" presetID="53" presetClass="entr" presetSubtype="16" fill="hold" grpId="0" nodeType="withEffect">
                                  <p:stCondLst>
                                    <p:cond delay="0"/>
                                  </p:stCondLst>
                                  <p:childTnLst>
                                    <p:set>
                                      <p:cBhvr>
                                        <p:cTn id="49" dur="1" fill="hold">
                                          <p:stCondLst>
                                            <p:cond delay="0"/>
                                          </p:stCondLst>
                                        </p:cTn>
                                        <p:tgtEl>
                                          <p:spTgt spid="82"/>
                                        </p:tgtEl>
                                        <p:attrNameLst>
                                          <p:attrName>style.visibility</p:attrName>
                                        </p:attrNameLst>
                                      </p:cBhvr>
                                      <p:to>
                                        <p:strVal val="visible"/>
                                      </p:to>
                                    </p:set>
                                    <p:anim calcmode="lin" valueType="num">
                                      <p:cBhvr>
                                        <p:cTn id="50" dur="500" fill="hold"/>
                                        <p:tgtEl>
                                          <p:spTgt spid="82"/>
                                        </p:tgtEl>
                                        <p:attrNameLst>
                                          <p:attrName>ppt_w</p:attrName>
                                        </p:attrNameLst>
                                      </p:cBhvr>
                                      <p:tavLst>
                                        <p:tav tm="0">
                                          <p:val>
                                            <p:fltVal val="0"/>
                                          </p:val>
                                        </p:tav>
                                        <p:tav tm="100000">
                                          <p:val>
                                            <p:strVal val="#ppt_w"/>
                                          </p:val>
                                        </p:tav>
                                      </p:tavLst>
                                    </p:anim>
                                    <p:anim calcmode="lin" valueType="num">
                                      <p:cBhvr>
                                        <p:cTn id="51" dur="500" fill="hold"/>
                                        <p:tgtEl>
                                          <p:spTgt spid="82"/>
                                        </p:tgtEl>
                                        <p:attrNameLst>
                                          <p:attrName>ppt_h</p:attrName>
                                        </p:attrNameLst>
                                      </p:cBhvr>
                                      <p:tavLst>
                                        <p:tav tm="0">
                                          <p:val>
                                            <p:fltVal val="0"/>
                                          </p:val>
                                        </p:tav>
                                        <p:tav tm="100000">
                                          <p:val>
                                            <p:strVal val="#ppt_h"/>
                                          </p:val>
                                        </p:tav>
                                      </p:tavLst>
                                    </p:anim>
                                    <p:animEffect transition="in" filter="fade">
                                      <p:cBhvr>
                                        <p:cTn id="52" dur="500"/>
                                        <p:tgtEl>
                                          <p:spTgt spid="82"/>
                                        </p:tgtEl>
                                      </p:cBhvr>
                                    </p:animEffect>
                                  </p:childTnLst>
                                </p:cTn>
                              </p:par>
                            </p:childTnLst>
                          </p:cTn>
                        </p:par>
                        <p:par>
                          <p:cTn id="53" fill="hold">
                            <p:stCondLst>
                              <p:cond delay="3500"/>
                            </p:stCondLst>
                            <p:childTnLst>
                              <p:par>
                                <p:cTn id="54" presetID="10" presetClass="entr" presetSubtype="0" fill="hold" grpId="0" nodeType="after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500"/>
                                        <p:tgtEl>
                                          <p:spTgt spid="12"/>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1"/>
                                        </p:tgtEl>
                                        <p:attrNameLst>
                                          <p:attrName>style.visibility</p:attrName>
                                        </p:attrNameLst>
                                      </p:cBhvr>
                                      <p:to>
                                        <p:strVal val="visible"/>
                                      </p:to>
                                    </p:set>
                                    <p:animEffect transition="in" filter="fade">
                                      <p:cBhvr>
                                        <p:cTn id="59" dur="500"/>
                                        <p:tgtEl>
                                          <p:spTgt spid="11"/>
                                        </p:tgtEl>
                                      </p:cBhvr>
                                    </p:animEffect>
                                  </p:childTnLst>
                                </p:cTn>
                              </p:par>
                            </p:childTnLst>
                          </p:cTn>
                        </p:par>
                        <p:par>
                          <p:cTn id="60" fill="hold">
                            <p:stCondLst>
                              <p:cond delay="4000"/>
                            </p:stCondLst>
                            <p:childTnLst>
                              <p:par>
                                <p:cTn id="61" presetID="53" presetClass="entr" presetSubtype="16" fill="hold" grpId="0" nodeType="afterEffect">
                                  <p:stCondLst>
                                    <p:cond delay="0"/>
                                  </p:stCondLst>
                                  <p:childTnLst>
                                    <p:set>
                                      <p:cBhvr>
                                        <p:cTn id="62" dur="1" fill="hold">
                                          <p:stCondLst>
                                            <p:cond delay="0"/>
                                          </p:stCondLst>
                                        </p:cTn>
                                        <p:tgtEl>
                                          <p:spTgt spid="3"/>
                                        </p:tgtEl>
                                        <p:attrNameLst>
                                          <p:attrName>style.visibility</p:attrName>
                                        </p:attrNameLst>
                                      </p:cBhvr>
                                      <p:to>
                                        <p:strVal val="visible"/>
                                      </p:to>
                                    </p:set>
                                    <p:anim calcmode="lin" valueType="num">
                                      <p:cBhvr>
                                        <p:cTn id="63" dur="500" fill="hold"/>
                                        <p:tgtEl>
                                          <p:spTgt spid="3"/>
                                        </p:tgtEl>
                                        <p:attrNameLst>
                                          <p:attrName>ppt_w</p:attrName>
                                        </p:attrNameLst>
                                      </p:cBhvr>
                                      <p:tavLst>
                                        <p:tav tm="0">
                                          <p:val>
                                            <p:fltVal val="0"/>
                                          </p:val>
                                        </p:tav>
                                        <p:tav tm="100000">
                                          <p:val>
                                            <p:strVal val="#ppt_w"/>
                                          </p:val>
                                        </p:tav>
                                      </p:tavLst>
                                    </p:anim>
                                    <p:anim calcmode="lin" valueType="num">
                                      <p:cBhvr>
                                        <p:cTn id="64" dur="500" fill="hold"/>
                                        <p:tgtEl>
                                          <p:spTgt spid="3"/>
                                        </p:tgtEl>
                                        <p:attrNameLst>
                                          <p:attrName>ppt_h</p:attrName>
                                        </p:attrNameLst>
                                      </p:cBhvr>
                                      <p:tavLst>
                                        <p:tav tm="0">
                                          <p:val>
                                            <p:fltVal val="0"/>
                                          </p:val>
                                        </p:tav>
                                        <p:tav tm="100000">
                                          <p:val>
                                            <p:strVal val="#ppt_h"/>
                                          </p:val>
                                        </p:tav>
                                      </p:tavLst>
                                    </p:anim>
                                    <p:animEffect transition="in" filter="fade">
                                      <p:cBhvr>
                                        <p:cTn id="65" dur="500"/>
                                        <p:tgtEl>
                                          <p:spTgt spid="3"/>
                                        </p:tgtEl>
                                      </p:cBhvr>
                                    </p:animEffect>
                                  </p:childTnLst>
                                </p:cTn>
                              </p:par>
                            </p:childTnLst>
                          </p:cTn>
                        </p:par>
                        <p:par>
                          <p:cTn id="66" fill="hold">
                            <p:stCondLst>
                              <p:cond delay="4500"/>
                            </p:stCondLst>
                            <p:childTnLst>
                              <p:par>
                                <p:cTn id="67" presetID="53" presetClass="entr" presetSubtype="16" fill="hold" nodeType="afterEffect">
                                  <p:stCondLst>
                                    <p:cond delay="0"/>
                                  </p:stCondLst>
                                  <p:childTnLst>
                                    <p:set>
                                      <p:cBhvr>
                                        <p:cTn id="68" dur="1" fill="hold">
                                          <p:stCondLst>
                                            <p:cond delay="0"/>
                                          </p:stCondLst>
                                        </p:cTn>
                                        <p:tgtEl>
                                          <p:spTgt spid="71"/>
                                        </p:tgtEl>
                                        <p:attrNameLst>
                                          <p:attrName>style.visibility</p:attrName>
                                        </p:attrNameLst>
                                      </p:cBhvr>
                                      <p:to>
                                        <p:strVal val="visible"/>
                                      </p:to>
                                    </p:set>
                                    <p:anim calcmode="lin" valueType="num">
                                      <p:cBhvr>
                                        <p:cTn id="69" dur="500" fill="hold"/>
                                        <p:tgtEl>
                                          <p:spTgt spid="71"/>
                                        </p:tgtEl>
                                        <p:attrNameLst>
                                          <p:attrName>ppt_w</p:attrName>
                                        </p:attrNameLst>
                                      </p:cBhvr>
                                      <p:tavLst>
                                        <p:tav tm="0">
                                          <p:val>
                                            <p:fltVal val="0"/>
                                          </p:val>
                                        </p:tav>
                                        <p:tav tm="100000">
                                          <p:val>
                                            <p:strVal val="#ppt_w"/>
                                          </p:val>
                                        </p:tav>
                                      </p:tavLst>
                                    </p:anim>
                                    <p:anim calcmode="lin" valueType="num">
                                      <p:cBhvr>
                                        <p:cTn id="70" dur="500" fill="hold"/>
                                        <p:tgtEl>
                                          <p:spTgt spid="71"/>
                                        </p:tgtEl>
                                        <p:attrNameLst>
                                          <p:attrName>ppt_h</p:attrName>
                                        </p:attrNameLst>
                                      </p:cBhvr>
                                      <p:tavLst>
                                        <p:tav tm="0">
                                          <p:val>
                                            <p:fltVal val="0"/>
                                          </p:val>
                                        </p:tav>
                                        <p:tav tm="100000">
                                          <p:val>
                                            <p:strVal val="#ppt_h"/>
                                          </p:val>
                                        </p:tav>
                                      </p:tavLst>
                                    </p:anim>
                                    <p:animEffect transition="in" filter="fade">
                                      <p:cBhvr>
                                        <p:cTn id="71" dur="500"/>
                                        <p:tgtEl>
                                          <p:spTgt spid="71"/>
                                        </p:tgtEl>
                                      </p:cBhvr>
                                    </p:animEffect>
                                  </p:childTnLst>
                                </p:cTn>
                              </p:par>
                              <p:par>
                                <p:cTn id="72" presetID="53" presetClass="entr" presetSubtype="16" fill="hold" grpId="0" nodeType="withEffect">
                                  <p:stCondLst>
                                    <p:cond delay="0"/>
                                  </p:stCondLst>
                                  <p:childTnLst>
                                    <p:set>
                                      <p:cBhvr>
                                        <p:cTn id="73" dur="1" fill="hold">
                                          <p:stCondLst>
                                            <p:cond delay="0"/>
                                          </p:stCondLst>
                                        </p:cTn>
                                        <p:tgtEl>
                                          <p:spTgt spid="83"/>
                                        </p:tgtEl>
                                        <p:attrNameLst>
                                          <p:attrName>style.visibility</p:attrName>
                                        </p:attrNameLst>
                                      </p:cBhvr>
                                      <p:to>
                                        <p:strVal val="visible"/>
                                      </p:to>
                                    </p:set>
                                    <p:anim calcmode="lin" valueType="num">
                                      <p:cBhvr>
                                        <p:cTn id="74" dur="500" fill="hold"/>
                                        <p:tgtEl>
                                          <p:spTgt spid="83"/>
                                        </p:tgtEl>
                                        <p:attrNameLst>
                                          <p:attrName>ppt_w</p:attrName>
                                        </p:attrNameLst>
                                      </p:cBhvr>
                                      <p:tavLst>
                                        <p:tav tm="0">
                                          <p:val>
                                            <p:fltVal val="0"/>
                                          </p:val>
                                        </p:tav>
                                        <p:tav tm="100000">
                                          <p:val>
                                            <p:strVal val="#ppt_w"/>
                                          </p:val>
                                        </p:tav>
                                      </p:tavLst>
                                    </p:anim>
                                    <p:anim calcmode="lin" valueType="num">
                                      <p:cBhvr>
                                        <p:cTn id="75" dur="500" fill="hold"/>
                                        <p:tgtEl>
                                          <p:spTgt spid="83"/>
                                        </p:tgtEl>
                                        <p:attrNameLst>
                                          <p:attrName>ppt_h</p:attrName>
                                        </p:attrNameLst>
                                      </p:cBhvr>
                                      <p:tavLst>
                                        <p:tav tm="0">
                                          <p:val>
                                            <p:fltVal val="0"/>
                                          </p:val>
                                        </p:tav>
                                        <p:tav tm="100000">
                                          <p:val>
                                            <p:strVal val="#ppt_h"/>
                                          </p:val>
                                        </p:tav>
                                      </p:tavLst>
                                    </p:anim>
                                    <p:animEffect transition="in" filter="fade">
                                      <p:cBhvr>
                                        <p:cTn id="76" dur="500"/>
                                        <p:tgtEl>
                                          <p:spTgt spid="83"/>
                                        </p:tgtEl>
                                      </p:cBhvr>
                                    </p:animEffect>
                                  </p:childTnLst>
                                </p:cTn>
                              </p:par>
                            </p:childTnLst>
                          </p:cTn>
                        </p:par>
                        <p:par>
                          <p:cTn id="77" fill="hold">
                            <p:stCondLst>
                              <p:cond delay="5000"/>
                            </p:stCondLst>
                            <p:childTnLst>
                              <p:par>
                                <p:cTn id="78" presetID="10" presetClass="entr" presetSubtype="0" fill="hold" grpId="0" nodeType="afterEffect">
                                  <p:stCondLst>
                                    <p:cond delay="0"/>
                                  </p:stCondLst>
                                  <p:childTnLst>
                                    <p:set>
                                      <p:cBhvr>
                                        <p:cTn id="79" dur="1" fill="hold">
                                          <p:stCondLst>
                                            <p:cond delay="0"/>
                                          </p:stCondLst>
                                        </p:cTn>
                                        <p:tgtEl>
                                          <p:spTgt spid="14"/>
                                        </p:tgtEl>
                                        <p:attrNameLst>
                                          <p:attrName>style.visibility</p:attrName>
                                        </p:attrNameLst>
                                      </p:cBhvr>
                                      <p:to>
                                        <p:strVal val="visible"/>
                                      </p:to>
                                    </p:set>
                                    <p:animEffect transition="in" filter="fade">
                                      <p:cBhvr>
                                        <p:cTn id="80" dur="500"/>
                                        <p:tgtEl>
                                          <p:spTgt spid="14"/>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13"/>
                                        </p:tgtEl>
                                        <p:attrNameLst>
                                          <p:attrName>style.visibility</p:attrName>
                                        </p:attrNameLst>
                                      </p:cBhvr>
                                      <p:to>
                                        <p:strVal val="visible"/>
                                      </p:to>
                                    </p:set>
                                    <p:animEffect transition="in" filter="fade">
                                      <p:cBhvr>
                                        <p:cTn id="83" dur="500"/>
                                        <p:tgtEl>
                                          <p:spTgt spid="13"/>
                                        </p:tgtEl>
                                      </p:cBhvr>
                                    </p:animEffect>
                                  </p:childTnLst>
                                </p:cTn>
                              </p:par>
                            </p:childTnLst>
                          </p:cTn>
                        </p:par>
                        <p:par>
                          <p:cTn id="84" fill="hold">
                            <p:stCondLst>
                              <p:cond delay="5500"/>
                            </p:stCondLst>
                            <p:childTnLst>
                              <p:par>
                                <p:cTn id="85" presetID="53" presetClass="entr" presetSubtype="16" fill="hold" grpId="0" nodeType="afterEffect">
                                  <p:stCondLst>
                                    <p:cond delay="0"/>
                                  </p:stCondLst>
                                  <p:childTnLst>
                                    <p:set>
                                      <p:cBhvr>
                                        <p:cTn id="86" dur="1" fill="hold">
                                          <p:stCondLst>
                                            <p:cond delay="0"/>
                                          </p:stCondLst>
                                        </p:cTn>
                                        <p:tgtEl>
                                          <p:spTgt spid="4"/>
                                        </p:tgtEl>
                                        <p:attrNameLst>
                                          <p:attrName>style.visibility</p:attrName>
                                        </p:attrNameLst>
                                      </p:cBhvr>
                                      <p:to>
                                        <p:strVal val="visible"/>
                                      </p:to>
                                    </p:set>
                                    <p:anim calcmode="lin" valueType="num">
                                      <p:cBhvr>
                                        <p:cTn id="87" dur="500" fill="hold"/>
                                        <p:tgtEl>
                                          <p:spTgt spid="4"/>
                                        </p:tgtEl>
                                        <p:attrNameLst>
                                          <p:attrName>ppt_w</p:attrName>
                                        </p:attrNameLst>
                                      </p:cBhvr>
                                      <p:tavLst>
                                        <p:tav tm="0">
                                          <p:val>
                                            <p:fltVal val="0"/>
                                          </p:val>
                                        </p:tav>
                                        <p:tav tm="100000">
                                          <p:val>
                                            <p:strVal val="#ppt_w"/>
                                          </p:val>
                                        </p:tav>
                                      </p:tavLst>
                                    </p:anim>
                                    <p:anim calcmode="lin" valueType="num">
                                      <p:cBhvr>
                                        <p:cTn id="88" dur="500" fill="hold"/>
                                        <p:tgtEl>
                                          <p:spTgt spid="4"/>
                                        </p:tgtEl>
                                        <p:attrNameLst>
                                          <p:attrName>ppt_h</p:attrName>
                                        </p:attrNameLst>
                                      </p:cBhvr>
                                      <p:tavLst>
                                        <p:tav tm="0">
                                          <p:val>
                                            <p:fltVal val="0"/>
                                          </p:val>
                                        </p:tav>
                                        <p:tav tm="100000">
                                          <p:val>
                                            <p:strVal val="#ppt_h"/>
                                          </p:val>
                                        </p:tav>
                                      </p:tavLst>
                                    </p:anim>
                                    <p:animEffect transition="in" filter="fade">
                                      <p:cBhvr>
                                        <p:cTn id="89" dur="500"/>
                                        <p:tgtEl>
                                          <p:spTgt spid="4"/>
                                        </p:tgtEl>
                                      </p:cBhvr>
                                    </p:animEffect>
                                  </p:childTnLst>
                                </p:cTn>
                              </p:par>
                            </p:childTnLst>
                          </p:cTn>
                        </p:par>
                        <p:par>
                          <p:cTn id="90" fill="hold">
                            <p:stCondLst>
                              <p:cond delay="6000"/>
                            </p:stCondLst>
                            <p:childTnLst>
                              <p:par>
                                <p:cTn id="91" presetID="53" presetClass="entr" presetSubtype="16" fill="hold" nodeType="afterEffect">
                                  <p:stCondLst>
                                    <p:cond delay="0"/>
                                  </p:stCondLst>
                                  <p:childTnLst>
                                    <p:set>
                                      <p:cBhvr>
                                        <p:cTn id="92" dur="1" fill="hold">
                                          <p:stCondLst>
                                            <p:cond delay="0"/>
                                          </p:stCondLst>
                                        </p:cTn>
                                        <p:tgtEl>
                                          <p:spTgt spid="76"/>
                                        </p:tgtEl>
                                        <p:attrNameLst>
                                          <p:attrName>style.visibility</p:attrName>
                                        </p:attrNameLst>
                                      </p:cBhvr>
                                      <p:to>
                                        <p:strVal val="visible"/>
                                      </p:to>
                                    </p:set>
                                    <p:anim calcmode="lin" valueType="num">
                                      <p:cBhvr>
                                        <p:cTn id="93" dur="500" fill="hold"/>
                                        <p:tgtEl>
                                          <p:spTgt spid="76"/>
                                        </p:tgtEl>
                                        <p:attrNameLst>
                                          <p:attrName>ppt_w</p:attrName>
                                        </p:attrNameLst>
                                      </p:cBhvr>
                                      <p:tavLst>
                                        <p:tav tm="0">
                                          <p:val>
                                            <p:fltVal val="0"/>
                                          </p:val>
                                        </p:tav>
                                        <p:tav tm="100000">
                                          <p:val>
                                            <p:strVal val="#ppt_w"/>
                                          </p:val>
                                        </p:tav>
                                      </p:tavLst>
                                    </p:anim>
                                    <p:anim calcmode="lin" valueType="num">
                                      <p:cBhvr>
                                        <p:cTn id="94" dur="500" fill="hold"/>
                                        <p:tgtEl>
                                          <p:spTgt spid="76"/>
                                        </p:tgtEl>
                                        <p:attrNameLst>
                                          <p:attrName>ppt_h</p:attrName>
                                        </p:attrNameLst>
                                      </p:cBhvr>
                                      <p:tavLst>
                                        <p:tav tm="0">
                                          <p:val>
                                            <p:fltVal val="0"/>
                                          </p:val>
                                        </p:tav>
                                        <p:tav tm="100000">
                                          <p:val>
                                            <p:strVal val="#ppt_h"/>
                                          </p:val>
                                        </p:tav>
                                      </p:tavLst>
                                    </p:anim>
                                    <p:animEffect transition="in" filter="fade">
                                      <p:cBhvr>
                                        <p:cTn id="95" dur="500"/>
                                        <p:tgtEl>
                                          <p:spTgt spid="76"/>
                                        </p:tgtEl>
                                      </p:cBhvr>
                                    </p:animEffect>
                                  </p:childTnLst>
                                </p:cTn>
                              </p:par>
                              <p:par>
                                <p:cTn id="96" presetID="53" presetClass="entr" presetSubtype="16" fill="hold" grpId="0" nodeType="withEffect">
                                  <p:stCondLst>
                                    <p:cond delay="0"/>
                                  </p:stCondLst>
                                  <p:childTnLst>
                                    <p:set>
                                      <p:cBhvr>
                                        <p:cTn id="97" dur="1" fill="hold">
                                          <p:stCondLst>
                                            <p:cond delay="0"/>
                                          </p:stCondLst>
                                        </p:cTn>
                                        <p:tgtEl>
                                          <p:spTgt spid="84"/>
                                        </p:tgtEl>
                                        <p:attrNameLst>
                                          <p:attrName>style.visibility</p:attrName>
                                        </p:attrNameLst>
                                      </p:cBhvr>
                                      <p:to>
                                        <p:strVal val="visible"/>
                                      </p:to>
                                    </p:set>
                                    <p:anim calcmode="lin" valueType="num">
                                      <p:cBhvr>
                                        <p:cTn id="98" dur="500" fill="hold"/>
                                        <p:tgtEl>
                                          <p:spTgt spid="84"/>
                                        </p:tgtEl>
                                        <p:attrNameLst>
                                          <p:attrName>ppt_w</p:attrName>
                                        </p:attrNameLst>
                                      </p:cBhvr>
                                      <p:tavLst>
                                        <p:tav tm="0">
                                          <p:val>
                                            <p:fltVal val="0"/>
                                          </p:val>
                                        </p:tav>
                                        <p:tav tm="100000">
                                          <p:val>
                                            <p:strVal val="#ppt_w"/>
                                          </p:val>
                                        </p:tav>
                                      </p:tavLst>
                                    </p:anim>
                                    <p:anim calcmode="lin" valueType="num">
                                      <p:cBhvr>
                                        <p:cTn id="99" dur="500" fill="hold"/>
                                        <p:tgtEl>
                                          <p:spTgt spid="84"/>
                                        </p:tgtEl>
                                        <p:attrNameLst>
                                          <p:attrName>ppt_h</p:attrName>
                                        </p:attrNameLst>
                                      </p:cBhvr>
                                      <p:tavLst>
                                        <p:tav tm="0">
                                          <p:val>
                                            <p:fltVal val="0"/>
                                          </p:val>
                                        </p:tav>
                                        <p:tav tm="100000">
                                          <p:val>
                                            <p:strVal val="#ppt_h"/>
                                          </p:val>
                                        </p:tav>
                                      </p:tavLst>
                                    </p:anim>
                                    <p:animEffect transition="in" filter="fade">
                                      <p:cBhvr>
                                        <p:cTn id="100" dur="500"/>
                                        <p:tgtEl>
                                          <p:spTgt spid="84"/>
                                        </p:tgtEl>
                                      </p:cBhvr>
                                    </p:animEffect>
                                  </p:childTnLst>
                                </p:cTn>
                              </p:par>
                            </p:childTnLst>
                          </p:cTn>
                        </p:par>
                        <p:par>
                          <p:cTn id="101" fill="hold">
                            <p:stCondLst>
                              <p:cond delay="6500"/>
                            </p:stCondLst>
                            <p:childTnLst>
                              <p:par>
                                <p:cTn id="102" presetID="10" presetClass="entr" presetSubtype="0" fill="hold" grpId="0" nodeType="afterEffect">
                                  <p:stCondLst>
                                    <p:cond delay="0"/>
                                  </p:stCondLst>
                                  <p:childTnLst>
                                    <p:set>
                                      <p:cBhvr>
                                        <p:cTn id="103" dur="1" fill="hold">
                                          <p:stCondLst>
                                            <p:cond delay="0"/>
                                          </p:stCondLst>
                                        </p:cTn>
                                        <p:tgtEl>
                                          <p:spTgt spid="16"/>
                                        </p:tgtEl>
                                        <p:attrNameLst>
                                          <p:attrName>style.visibility</p:attrName>
                                        </p:attrNameLst>
                                      </p:cBhvr>
                                      <p:to>
                                        <p:strVal val="visible"/>
                                      </p:to>
                                    </p:set>
                                    <p:animEffect transition="in" filter="fade">
                                      <p:cBhvr>
                                        <p:cTn id="104" dur="500"/>
                                        <p:tgtEl>
                                          <p:spTgt spid="16"/>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15"/>
                                        </p:tgtEl>
                                        <p:attrNameLst>
                                          <p:attrName>style.visibility</p:attrName>
                                        </p:attrNameLst>
                                      </p:cBhvr>
                                      <p:to>
                                        <p:strVal val="visible"/>
                                      </p:to>
                                    </p:set>
                                    <p:animEffect transition="in" filter="fade">
                                      <p:cBhvr>
                                        <p:cTn id="10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9" grpId="0" animBg="1"/>
      <p:bldP spid="10" grpId="0" animBg="1"/>
      <p:bldP spid="11" grpId="0" animBg="1"/>
      <p:bldP spid="12" grpId="0" animBg="1"/>
      <p:bldP spid="13" grpId="0" animBg="1"/>
      <p:bldP spid="14" grpId="0" animBg="1"/>
      <p:bldP spid="15" grpId="0" animBg="1"/>
      <p:bldP spid="16" grpId="0" animBg="1"/>
      <p:bldP spid="60" grpId="0"/>
      <p:bldP spid="81" grpId="0"/>
      <p:bldP spid="82" grpId="0"/>
      <p:bldP spid="83" grpId="0"/>
      <p:bldP spid="8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原创设计师QQ598969553          _1"/>
          <p:cNvGrpSpPr/>
          <p:nvPr/>
        </p:nvGrpSpPr>
        <p:grpSpPr>
          <a:xfrm rot="2700000">
            <a:off x="931649" y="2323665"/>
            <a:ext cx="1123506" cy="1110268"/>
            <a:chOff x="3237545" y="4561747"/>
            <a:chExt cx="1146960" cy="1146960"/>
          </a:xfrm>
        </p:grpSpPr>
        <p:sp>
          <p:nvSpPr>
            <p:cNvPr id="30" name="圆角矩形 29"/>
            <p:cNvSpPr/>
            <p:nvPr/>
          </p:nvSpPr>
          <p:spPr>
            <a:xfrm>
              <a:off x="3237545" y="4561747"/>
              <a:ext cx="1146960" cy="1146960"/>
            </a:xfrm>
            <a:prstGeom prst="roundRect">
              <a:avLst>
                <a:gd name="adj" fmla="val 9039"/>
              </a:avLst>
            </a:prstGeom>
            <a:solidFill>
              <a:schemeClr val="accent2"/>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31" name="圆角矩形 30"/>
            <p:cNvSpPr/>
            <p:nvPr/>
          </p:nvSpPr>
          <p:spPr>
            <a:xfrm>
              <a:off x="3329042" y="4642031"/>
              <a:ext cx="976147" cy="986387"/>
            </a:xfrm>
            <a:prstGeom prst="roundRect">
              <a:avLst>
                <a:gd name="adj" fmla="val 9613"/>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444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32" name="原创设计师QQ598969553          _2"/>
          <p:cNvGrpSpPr/>
          <p:nvPr/>
        </p:nvGrpSpPr>
        <p:grpSpPr>
          <a:xfrm rot="2700000">
            <a:off x="2483422" y="2323665"/>
            <a:ext cx="1123506" cy="1110268"/>
            <a:chOff x="3237545" y="4561747"/>
            <a:chExt cx="1146960" cy="1146960"/>
          </a:xfrm>
        </p:grpSpPr>
        <p:sp>
          <p:nvSpPr>
            <p:cNvPr id="33" name="圆角矩形 32"/>
            <p:cNvSpPr/>
            <p:nvPr/>
          </p:nvSpPr>
          <p:spPr>
            <a:xfrm>
              <a:off x="3237545" y="4561747"/>
              <a:ext cx="1146960" cy="1146960"/>
            </a:xfrm>
            <a:prstGeom prst="roundRect">
              <a:avLst>
                <a:gd name="adj" fmla="val 9039"/>
              </a:avLst>
            </a:prstGeom>
            <a:solidFill>
              <a:schemeClr val="accent1"/>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34" name="圆角矩形 33"/>
            <p:cNvSpPr/>
            <p:nvPr/>
          </p:nvSpPr>
          <p:spPr>
            <a:xfrm>
              <a:off x="3329042" y="4642031"/>
              <a:ext cx="976147" cy="986387"/>
            </a:xfrm>
            <a:prstGeom prst="roundRect">
              <a:avLst>
                <a:gd name="adj" fmla="val 9613"/>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444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35" name="原创设计师QQ598969553          _3"/>
          <p:cNvGrpSpPr/>
          <p:nvPr/>
        </p:nvGrpSpPr>
        <p:grpSpPr>
          <a:xfrm rot="2700000">
            <a:off x="4025835" y="2323665"/>
            <a:ext cx="1123506" cy="1110268"/>
            <a:chOff x="3237545" y="4561747"/>
            <a:chExt cx="1146960" cy="1146960"/>
          </a:xfrm>
        </p:grpSpPr>
        <p:sp>
          <p:nvSpPr>
            <p:cNvPr id="36" name="圆角矩形 35"/>
            <p:cNvSpPr/>
            <p:nvPr/>
          </p:nvSpPr>
          <p:spPr>
            <a:xfrm>
              <a:off x="3237545" y="4561747"/>
              <a:ext cx="1146960" cy="1146960"/>
            </a:xfrm>
            <a:prstGeom prst="roundRect">
              <a:avLst>
                <a:gd name="adj" fmla="val 9039"/>
              </a:avLst>
            </a:prstGeom>
            <a:solidFill>
              <a:schemeClr val="accent2"/>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37" name="圆角矩形 36"/>
            <p:cNvSpPr/>
            <p:nvPr/>
          </p:nvSpPr>
          <p:spPr>
            <a:xfrm>
              <a:off x="3329042" y="4642031"/>
              <a:ext cx="976147" cy="986387"/>
            </a:xfrm>
            <a:prstGeom prst="roundRect">
              <a:avLst>
                <a:gd name="adj" fmla="val 9613"/>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444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38" name="原创设计师QQ598969553          _4"/>
          <p:cNvGrpSpPr/>
          <p:nvPr/>
        </p:nvGrpSpPr>
        <p:grpSpPr>
          <a:xfrm rot="2700000">
            <a:off x="5580621" y="2323665"/>
            <a:ext cx="1123506" cy="1110268"/>
            <a:chOff x="3237545" y="4561747"/>
            <a:chExt cx="1146960" cy="1146960"/>
          </a:xfrm>
        </p:grpSpPr>
        <p:sp>
          <p:nvSpPr>
            <p:cNvPr id="39" name="圆角矩形 38"/>
            <p:cNvSpPr/>
            <p:nvPr/>
          </p:nvSpPr>
          <p:spPr>
            <a:xfrm>
              <a:off x="3237545" y="4561747"/>
              <a:ext cx="1146960" cy="1146960"/>
            </a:xfrm>
            <a:prstGeom prst="roundRect">
              <a:avLst>
                <a:gd name="adj" fmla="val 9039"/>
              </a:avLst>
            </a:prstGeom>
            <a:solidFill>
              <a:schemeClr val="accent1"/>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mn-ea"/>
              </a:endParaRPr>
            </a:p>
          </p:txBody>
        </p:sp>
        <p:sp>
          <p:nvSpPr>
            <p:cNvPr id="40" name="圆角矩形 39"/>
            <p:cNvSpPr/>
            <p:nvPr/>
          </p:nvSpPr>
          <p:spPr>
            <a:xfrm>
              <a:off x="3329042" y="4642031"/>
              <a:ext cx="976147" cy="986387"/>
            </a:xfrm>
            <a:prstGeom prst="roundRect">
              <a:avLst>
                <a:gd name="adj" fmla="val 9613"/>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444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41" name="原创设计师QQ598969553          _5"/>
          <p:cNvGrpSpPr/>
          <p:nvPr/>
        </p:nvGrpSpPr>
        <p:grpSpPr>
          <a:xfrm rot="2700000">
            <a:off x="7118077" y="2323665"/>
            <a:ext cx="1123506" cy="1110268"/>
            <a:chOff x="3237545" y="4561747"/>
            <a:chExt cx="1146960" cy="1146960"/>
          </a:xfrm>
        </p:grpSpPr>
        <p:sp>
          <p:nvSpPr>
            <p:cNvPr id="42" name="圆角矩形 41"/>
            <p:cNvSpPr/>
            <p:nvPr/>
          </p:nvSpPr>
          <p:spPr>
            <a:xfrm>
              <a:off x="3237545" y="4561747"/>
              <a:ext cx="1146960" cy="1146960"/>
            </a:xfrm>
            <a:prstGeom prst="roundRect">
              <a:avLst>
                <a:gd name="adj" fmla="val 9039"/>
              </a:avLst>
            </a:prstGeom>
            <a:solidFill>
              <a:schemeClr val="accent2"/>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mn-ea"/>
              </a:endParaRPr>
            </a:p>
          </p:txBody>
        </p:sp>
        <p:sp>
          <p:nvSpPr>
            <p:cNvPr id="43" name="圆角矩形 42"/>
            <p:cNvSpPr/>
            <p:nvPr/>
          </p:nvSpPr>
          <p:spPr>
            <a:xfrm>
              <a:off x="3329042" y="4642031"/>
              <a:ext cx="976147" cy="986387"/>
            </a:xfrm>
            <a:prstGeom prst="roundRect">
              <a:avLst>
                <a:gd name="adj" fmla="val 9613"/>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444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sp>
        <p:nvSpPr>
          <p:cNvPr id="5" name="原创设计师QQ598969553          _6"/>
          <p:cNvSpPr txBox="1"/>
          <p:nvPr/>
        </p:nvSpPr>
        <p:spPr>
          <a:xfrm>
            <a:off x="2803736" y="299722"/>
            <a:ext cx="3523130" cy="377026"/>
          </a:xfrm>
          <a:prstGeom prst="rect">
            <a:avLst/>
          </a:prstGeom>
          <a:noFill/>
        </p:spPr>
        <p:txBody>
          <a:bodyPr wrap="square" lIns="68580" tIns="34290" rIns="68580" bIns="34290" rtlCol="0">
            <a:spAutoFit/>
          </a:bodyPr>
          <a:lstStyle/>
          <a:p>
            <a:pPr algn="ctr"/>
            <a:r>
              <a:rPr lang="zh-CN" altLang="en-US" sz="2000" b="1" dirty="0">
                <a:solidFill>
                  <a:schemeClr val="tx1">
                    <a:lumMod val="65000"/>
                    <a:lumOff val="35000"/>
                  </a:schemeClr>
                </a:solidFill>
                <a:latin typeface="+mn-ea"/>
              </a:rPr>
              <a:t>添加标题文本内容</a:t>
            </a:r>
            <a:endParaRPr lang="en-US" altLang="zh-CN" sz="2000" b="1" dirty="0">
              <a:solidFill>
                <a:schemeClr val="tx1">
                  <a:lumMod val="65000"/>
                  <a:lumOff val="35000"/>
                </a:schemeClr>
              </a:solidFill>
              <a:latin typeface="+mn-ea"/>
            </a:endParaRPr>
          </a:p>
        </p:txBody>
      </p:sp>
      <p:sp>
        <p:nvSpPr>
          <p:cNvPr id="19" name="原创设计师QQ598969553          _7"/>
          <p:cNvSpPr txBox="1">
            <a:spLocks/>
          </p:cNvSpPr>
          <p:nvPr/>
        </p:nvSpPr>
        <p:spPr>
          <a:xfrm>
            <a:off x="1034102" y="2765846"/>
            <a:ext cx="908114" cy="200824"/>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0" name="原创设计师QQ598969553          _8"/>
          <p:cNvSpPr txBox="1">
            <a:spLocks/>
          </p:cNvSpPr>
          <p:nvPr/>
        </p:nvSpPr>
        <p:spPr>
          <a:xfrm>
            <a:off x="2599346" y="2765846"/>
            <a:ext cx="908114" cy="200824"/>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1" name="原创设计师QQ598969553          _9"/>
          <p:cNvSpPr txBox="1">
            <a:spLocks/>
          </p:cNvSpPr>
          <p:nvPr/>
        </p:nvSpPr>
        <p:spPr>
          <a:xfrm>
            <a:off x="4143885" y="2765846"/>
            <a:ext cx="908114" cy="200824"/>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2" name="原创设计师QQ598969553          _10"/>
          <p:cNvSpPr txBox="1">
            <a:spLocks/>
          </p:cNvSpPr>
          <p:nvPr/>
        </p:nvSpPr>
        <p:spPr>
          <a:xfrm>
            <a:off x="5688957" y="2765846"/>
            <a:ext cx="908114" cy="200824"/>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3" name="原创设计师QQ598969553          _11"/>
          <p:cNvSpPr txBox="1">
            <a:spLocks/>
          </p:cNvSpPr>
          <p:nvPr/>
        </p:nvSpPr>
        <p:spPr>
          <a:xfrm>
            <a:off x="7248014" y="2765846"/>
            <a:ext cx="908114" cy="200824"/>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4" name="原创设计师QQ598969553          _12"/>
          <p:cNvSpPr txBox="1"/>
          <p:nvPr/>
        </p:nvSpPr>
        <p:spPr>
          <a:xfrm>
            <a:off x="642124" y="1249930"/>
            <a:ext cx="1746277" cy="738664"/>
          </a:xfrm>
          <a:prstGeom prst="rect">
            <a:avLst/>
          </a:prstGeom>
          <a:noFill/>
        </p:spPr>
        <p:txBody>
          <a:bodyPr wrap="square" lIns="0" tIns="0" rIns="0" bIns="0" rtlCol="0">
            <a:spAutoFit/>
          </a:bodyPr>
          <a:lstStyle/>
          <a:p>
            <a:pPr algn="just">
              <a:lnSpc>
                <a:spcPct val="120000"/>
              </a:lnSpc>
            </a:pPr>
            <a:r>
              <a:rPr lang="zh-CN" altLang="en-US" sz="1000" dirty="0">
                <a:solidFill>
                  <a:schemeClr val="tx1">
                    <a:lumMod val="75000"/>
                    <a:lumOff val="25000"/>
                  </a:schemeClr>
                </a:solidFill>
                <a:latin typeface="微软雅黑" pitchFamily="34" charset="-122"/>
                <a:ea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25" name="原创设计师QQ598969553          _13"/>
          <p:cNvSpPr txBox="1"/>
          <p:nvPr/>
        </p:nvSpPr>
        <p:spPr>
          <a:xfrm>
            <a:off x="2158204" y="3860802"/>
            <a:ext cx="1746277" cy="738664"/>
          </a:xfrm>
          <a:prstGeom prst="rect">
            <a:avLst/>
          </a:prstGeom>
          <a:noFill/>
        </p:spPr>
        <p:txBody>
          <a:bodyPr wrap="square" lIns="0" tIns="0" rIns="0" bIns="0" rtlCol="0">
            <a:spAutoFit/>
          </a:bodyPr>
          <a:lstStyle/>
          <a:p>
            <a:pPr algn="just">
              <a:lnSpc>
                <a:spcPct val="120000"/>
              </a:lnSpc>
            </a:pPr>
            <a:r>
              <a:rPr lang="zh-CN" altLang="en-US" sz="1000" dirty="0">
                <a:solidFill>
                  <a:schemeClr val="tx1">
                    <a:lumMod val="75000"/>
                    <a:lumOff val="25000"/>
                  </a:schemeClr>
                </a:solidFill>
                <a:latin typeface="微软雅黑" pitchFamily="34" charset="-122"/>
                <a:ea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26" name="原创设计师QQ598969553          _14"/>
          <p:cNvSpPr txBox="1"/>
          <p:nvPr/>
        </p:nvSpPr>
        <p:spPr>
          <a:xfrm>
            <a:off x="3722237" y="1249930"/>
            <a:ext cx="1746277" cy="738664"/>
          </a:xfrm>
          <a:prstGeom prst="rect">
            <a:avLst/>
          </a:prstGeom>
          <a:noFill/>
        </p:spPr>
        <p:txBody>
          <a:bodyPr wrap="square" lIns="0" tIns="0" rIns="0" bIns="0" rtlCol="0">
            <a:spAutoFit/>
          </a:bodyPr>
          <a:lstStyle/>
          <a:p>
            <a:pPr algn="just">
              <a:lnSpc>
                <a:spcPct val="120000"/>
              </a:lnSpc>
            </a:pPr>
            <a:r>
              <a:rPr lang="zh-CN" altLang="en-US" sz="1000" dirty="0">
                <a:solidFill>
                  <a:schemeClr val="tx1">
                    <a:lumMod val="75000"/>
                    <a:lumOff val="25000"/>
                  </a:schemeClr>
                </a:solidFill>
                <a:latin typeface="微软雅黑" pitchFamily="34" charset="-122"/>
                <a:ea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27" name="原创设计师QQ598969553          _15"/>
          <p:cNvSpPr txBox="1"/>
          <p:nvPr/>
        </p:nvSpPr>
        <p:spPr>
          <a:xfrm>
            <a:off x="5287297" y="3860802"/>
            <a:ext cx="1746277" cy="738664"/>
          </a:xfrm>
          <a:prstGeom prst="rect">
            <a:avLst/>
          </a:prstGeom>
          <a:noFill/>
        </p:spPr>
        <p:txBody>
          <a:bodyPr wrap="square" lIns="0" tIns="0" rIns="0" bIns="0" rtlCol="0">
            <a:spAutoFit/>
          </a:bodyPr>
          <a:lstStyle/>
          <a:p>
            <a:pPr algn="just">
              <a:lnSpc>
                <a:spcPct val="120000"/>
              </a:lnSpc>
            </a:pPr>
            <a:r>
              <a:rPr lang="zh-CN" altLang="en-US" sz="1000" dirty="0">
                <a:solidFill>
                  <a:schemeClr val="tx1">
                    <a:lumMod val="75000"/>
                    <a:lumOff val="25000"/>
                  </a:schemeClr>
                </a:solidFill>
                <a:latin typeface="微软雅黑" pitchFamily="34" charset="-122"/>
                <a:ea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28" name="原创设计师QQ598969553          _16"/>
          <p:cNvSpPr txBox="1"/>
          <p:nvPr/>
        </p:nvSpPr>
        <p:spPr>
          <a:xfrm>
            <a:off x="6797835" y="1249930"/>
            <a:ext cx="1746277" cy="738664"/>
          </a:xfrm>
          <a:prstGeom prst="rect">
            <a:avLst/>
          </a:prstGeom>
          <a:noFill/>
        </p:spPr>
        <p:txBody>
          <a:bodyPr wrap="square" lIns="0" tIns="0" rIns="0" bIns="0" rtlCol="0">
            <a:spAutoFit/>
          </a:bodyPr>
          <a:lstStyle/>
          <a:p>
            <a:pPr algn="just">
              <a:lnSpc>
                <a:spcPct val="120000"/>
              </a:lnSpc>
            </a:pPr>
            <a:r>
              <a:rPr lang="zh-CN" altLang="en-US" sz="1000" dirty="0">
                <a:solidFill>
                  <a:schemeClr val="tx1">
                    <a:lumMod val="75000"/>
                    <a:lumOff val="25000"/>
                  </a:schemeClr>
                </a:solidFill>
                <a:latin typeface="微软雅黑" pitchFamily="34" charset="-122"/>
                <a:ea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pic>
        <p:nvPicPr>
          <p:cNvPr id="44" name="Picture 64"/>
          <p:cNvPicPr>
            <a:picLocks noGrp="1" noSelect="1" noRot="1" noChangeAspect="1" noMove="1" noResize="1" noChangeShapeType="1"/>
          </p:cNvPicPr>
          <p:nvPr/>
        </p:nvPicPr>
        <p:blipFill>
          <a:blip r:embed="rId3"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310798818"/>
      </p:ext>
    </p:extLst>
  </p:cSld>
  <p:clrMapOvr>
    <a:masterClrMapping/>
  </p:clrMapOvr>
  <mc:AlternateContent xmlns:mc="http://schemas.openxmlformats.org/markup-compatibility/2006" xmlns:p14="http://schemas.microsoft.com/office/powerpoint/2010/main">
    <mc:Choice Requires="p14">
      <p:transition spd="slow" p14:dur="1600" advClick="0" advTm="0">
        <p14:prism isInverted="1"/>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p:cTn id="7" dur="500" fill="hold"/>
                                        <p:tgtEl>
                                          <p:spTgt spid="29"/>
                                        </p:tgtEl>
                                        <p:attrNameLst>
                                          <p:attrName>ppt_w</p:attrName>
                                        </p:attrNameLst>
                                      </p:cBhvr>
                                      <p:tavLst>
                                        <p:tav tm="0">
                                          <p:val>
                                            <p:fltVal val="0"/>
                                          </p:val>
                                        </p:tav>
                                        <p:tav tm="100000">
                                          <p:val>
                                            <p:strVal val="#ppt_w"/>
                                          </p:val>
                                        </p:tav>
                                      </p:tavLst>
                                    </p:anim>
                                    <p:anim calcmode="lin" valueType="num">
                                      <p:cBhvr>
                                        <p:cTn id="8" dur="500" fill="hold"/>
                                        <p:tgtEl>
                                          <p:spTgt spid="29"/>
                                        </p:tgtEl>
                                        <p:attrNameLst>
                                          <p:attrName>ppt_h</p:attrName>
                                        </p:attrNameLst>
                                      </p:cBhvr>
                                      <p:tavLst>
                                        <p:tav tm="0">
                                          <p:val>
                                            <p:fltVal val="0"/>
                                          </p:val>
                                        </p:tav>
                                        <p:tav tm="100000">
                                          <p:val>
                                            <p:strVal val="#ppt_h"/>
                                          </p:val>
                                        </p:tav>
                                      </p:tavLst>
                                    </p:anim>
                                    <p:animEffect transition="in" filter="fade">
                                      <p:cBhvr>
                                        <p:cTn id="9" dur="500"/>
                                        <p:tgtEl>
                                          <p:spTgt spid="29"/>
                                        </p:tgtEl>
                                      </p:cBhvr>
                                    </p:animEffect>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19">
                                            <p:txEl>
                                              <p:pRg st="0" end="0"/>
                                            </p:txEl>
                                          </p:spTgt>
                                        </p:tgtEl>
                                        <p:attrNameLst>
                                          <p:attrName>style.visibility</p:attrName>
                                        </p:attrNameLst>
                                      </p:cBhvr>
                                      <p:to>
                                        <p:strVal val="visible"/>
                                      </p:to>
                                    </p:set>
                                    <p:animEffect transition="in" filter="fade">
                                      <p:cBhvr>
                                        <p:cTn id="13" dur="500"/>
                                        <p:tgtEl>
                                          <p:spTgt spid="19">
                                            <p:txEl>
                                              <p:pRg st="0" end="0"/>
                                            </p:txEl>
                                          </p:spTgt>
                                        </p:tgtEl>
                                      </p:cBhvr>
                                    </p:animEffect>
                                  </p:childTnLst>
                                </p:cTn>
                              </p:par>
                            </p:childTnLst>
                          </p:cTn>
                        </p:par>
                        <p:par>
                          <p:cTn id="14" fill="hold">
                            <p:stCondLst>
                              <p:cond delay="1000"/>
                            </p:stCondLst>
                            <p:childTnLst>
                              <p:par>
                                <p:cTn id="15" presetID="18" presetClass="entr" presetSubtype="6" fill="hold" grpId="0" nodeType="after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strips(downRight)">
                                      <p:cBhvr>
                                        <p:cTn id="17" dur="500"/>
                                        <p:tgtEl>
                                          <p:spTgt spid="24"/>
                                        </p:tgtEl>
                                      </p:cBhvr>
                                    </p:animEffect>
                                  </p:childTnLst>
                                </p:cTn>
                              </p:par>
                            </p:childTnLst>
                          </p:cTn>
                        </p:par>
                        <p:par>
                          <p:cTn id="18" fill="hold">
                            <p:stCondLst>
                              <p:cond delay="1500"/>
                            </p:stCondLst>
                            <p:childTnLst>
                              <p:par>
                                <p:cTn id="19" presetID="53" presetClass="entr" presetSubtype="16" fill="hold" nodeType="afterEffect">
                                  <p:stCondLst>
                                    <p:cond delay="0"/>
                                  </p:stCondLst>
                                  <p:childTnLst>
                                    <p:set>
                                      <p:cBhvr>
                                        <p:cTn id="20" dur="1" fill="hold">
                                          <p:stCondLst>
                                            <p:cond delay="0"/>
                                          </p:stCondLst>
                                        </p:cTn>
                                        <p:tgtEl>
                                          <p:spTgt spid="32"/>
                                        </p:tgtEl>
                                        <p:attrNameLst>
                                          <p:attrName>style.visibility</p:attrName>
                                        </p:attrNameLst>
                                      </p:cBhvr>
                                      <p:to>
                                        <p:strVal val="visible"/>
                                      </p:to>
                                    </p:set>
                                    <p:anim calcmode="lin" valueType="num">
                                      <p:cBhvr>
                                        <p:cTn id="21" dur="500" fill="hold"/>
                                        <p:tgtEl>
                                          <p:spTgt spid="32"/>
                                        </p:tgtEl>
                                        <p:attrNameLst>
                                          <p:attrName>ppt_w</p:attrName>
                                        </p:attrNameLst>
                                      </p:cBhvr>
                                      <p:tavLst>
                                        <p:tav tm="0">
                                          <p:val>
                                            <p:fltVal val="0"/>
                                          </p:val>
                                        </p:tav>
                                        <p:tav tm="100000">
                                          <p:val>
                                            <p:strVal val="#ppt_w"/>
                                          </p:val>
                                        </p:tav>
                                      </p:tavLst>
                                    </p:anim>
                                    <p:anim calcmode="lin" valueType="num">
                                      <p:cBhvr>
                                        <p:cTn id="22" dur="500" fill="hold"/>
                                        <p:tgtEl>
                                          <p:spTgt spid="32"/>
                                        </p:tgtEl>
                                        <p:attrNameLst>
                                          <p:attrName>ppt_h</p:attrName>
                                        </p:attrNameLst>
                                      </p:cBhvr>
                                      <p:tavLst>
                                        <p:tav tm="0">
                                          <p:val>
                                            <p:fltVal val="0"/>
                                          </p:val>
                                        </p:tav>
                                        <p:tav tm="100000">
                                          <p:val>
                                            <p:strVal val="#ppt_h"/>
                                          </p:val>
                                        </p:tav>
                                      </p:tavLst>
                                    </p:anim>
                                    <p:animEffect transition="in" filter="fade">
                                      <p:cBhvr>
                                        <p:cTn id="23" dur="500"/>
                                        <p:tgtEl>
                                          <p:spTgt spid="32"/>
                                        </p:tgtEl>
                                      </p:cBhvr>
                                    </p:animEffect>
                                  </p:childTnLst>
                                </p:cTn>
                              </p:par>
                            </p:childTnLst>
                          </p:cTn>
                        </p:par>
                        <p:par>
                          <p:cTn id="24" fill="hold">
                            <p:stCondLst>
                              <p:cond delay="2000"/>
                            </p:stCondLst>
                            <p:childTnLst>
                              <p:par>
                                <p:cTn id="25" presetID="10" presetClass="entr" presetSubtype="0" fill="hold" grpId="0" nodeType="afterEffect">
                                  <p:stCondLst>
                                    <p:cond delay="0"/>
                                  </p:stCondLst>
                                  <p:childTnLst>
                                    <p:set>
                                      <p:cBhvr>
                                        <p:cTn id="26" dur="1" fill="hold">
                                          <p:stCondLst>
                                            <p:cond delay="0"/>
                                          </p:stCondLst>
                                        </p:cTn>
                                        <p:tgtEl>
                                          <p:spTgt spid="20">
                                            <p:txEl>
                                              <p:pRg st="0" end="0"/>
                                            </p:txEl>
                                          </p:spTgt>
                                        </p:tgtEl>
                                        <p:attrNameLst>
                                          <p:attrName>style.visibility</p:attrName>
                                        </p:attrNameLst>
                                      </p:cBhvr>
                                      <p:to>
                                        <p:strVal val="visible"/>
                                      </p:to>
                                    </p:set>
                                    <p:animEffect transition="in" filter="fade">
                                      <p:cBhvr>
                                        <p:cTn id="27" dur="500"/>
                                        <p:tgtEl>
                                          <p:spTgt spid="20">
                                            <p:txEl>
                                              <p:pRg st="0" end="0"/>
                                            </p:txEl>
                                          </p:spTgt>
                                        </p:tgtEl>
                                      </p:cBhvr>
                                    </p:animEffect>
                                  </p:childTnLst>
                                </p:cTn>
                              </p:par>
                            </p:childTnLst>
                          </p:cTn>
                        </p:par>
                        <p:par>
                          <p:cTn id="28" fill="hold">
                            <p:stCondLst>
                              <p:cond delay="2500"/>
                            </p:stCondLst>
                            <p:childTnLst>
                              <p:par>
                                <p:cTn id="29" presetID="18" presetClass="entr" presetSubtype="6" fill="hold" grpId="0"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strips(downRight)">
                                      <p:cBhvr>
                                        <p:cTn id="31" dur="500"/>
                                        <p:tgtEl>
                                          <p:spTgt spid="25"/>
                                        </p:tgtEl>
                                      </p:cBhvr>
                                    </p:animEffect>
                                  </p:childTnLst>
                                </p:cTn>
                              </p:par>
                            </p:childTnLst>
                          </p:cTn>
                        </p:par>
                        <p:par>
                          <p:cTn id="32" fill="hold">
                            <p:stCondLst>
                              <p:cond delay="3000"/>
                            </p:stCondLst>
                            <p:childTnLst>
                              <p:par>
                                <p:cTn id="33" presetID="53" presetClass="entr" presetSubtype="16" fill="hold" nodeType="afterEffect">
                                  <p:stCondLst>
                                    <p:cond delay="0"/>
                                  </p:stCondLst>
                                  <p:childTnLst>
                                    <p:set>
                                      <p:cBhvr>
                                        <p:cTn id="34" dur="1" fill="hold">
                                          <p:stCondLst>
                                            <p:cond delay="0"/>
                                          </p:stCondLst>
                                        </p:cTn>
                                        <p:tgtEl>
                                          <p:spTgt spid="35"/>
                                        </p:tgtEl>
                                        <p:attrNameLst>
                                          <p:attrName>style.visibility</p:attrName>
                                        </p:attrNameLst>
                                      </p:cBhvr>
                                      <p:to>
                                        <p:strVal val="visible"/>
                                      </p:to>
                                    </p:set>
                                    <p:anim calcmode="lin" valueType="num">
                                      <p:cBhvr>
                                        <p:cTn id="35" dur="500" fill="hold"/>
                                        <p:tgtEl>
                                          <p:spTgt spid="35"/>
                                        </p:tgtEl>
                                        <p:attrNameLst>
                                          <p:attrName>ppt_w</p:attrName>
                                        </p:attrNameLst>
                                      </p:cBhvr>
                                      <p:tavLst>
                                        <p:tav tm="0">
                                          <p:val>
                                            <p:fltVal val="0"/>
                                          </p:val>
                                        </p:tav>
                                        <p:tav tm="100000">
                                          <p:val>
                                            <p:strVal val="#ppt_w"/>
                                          </p:val>
                                        </p:tav>
                                      </p:tavLst>
                                    </p:anim>
                                    <p:anim calcmode="lin" valueType="num">
                                      <p:cBhvr>
                                        <p:cTn id="36" dur="500" fill="hold"/>
                                        <p:tgtEl>
                                          <p:spTgt spid="35"/>
                                        </p:tgtEl>
                                        <p:attrNameLst>
                                          <p:attrName>ppt_h</p:attrName>
                                        </p:attrNameLst>
                                      </p:cBhvr>
                                      <p:tavLst>
                                        <p:tav tm="0">
                                          <p:val>
                                            <p:fltVal val="0"/>
                                          </p:val>
                                        </p:tav>
                                        <p:tav tm="100000">
                                          <p:val>
                                            <p:strVal val="#ppt_h"/>
                                          </p:val>
                                        </p:tav>
                                      </p:tavLst>
                                    </p:anim>
                                    <p:animEffect transition="in" filter="fade">
                                      <p:cBhvr>
                                        <p:cTn id="37" dur="500"/>
                                        <p:tgtEl>
                                          <p:spTgt spid="35"/>
                                        </p:tgtEl>
                                      </p:cBhvr>
                                    </p:animEffect>
                                  </p:childTnLst>
                                </p:cTn>
                              </p:par>
                            </p:childTnLst>
                          </p:cTn>
                        </p:par>
                        <p:par>
                          <p:cTn id="38" fill="hold">
                            <p:stCondLst>
                              <p:cond delay="3500"/>
                            </p:stCondLst>
                            <p:childTnLst>
                              <p:par>
                                <p:cTn id="39" presetID="10" presetClass="entr" presetSubtype="0" fill="hold" grpId="0" nodeType="afterEffect">
                                  <p:stCondLst>
                                    <p:cond delay="0"/>
                                  </p:stCondLst>
                                  <p:childTnLst>
                                    <p:set>
                                      <p:cBhvr>
                                        <p:cTn id="40" dur="1" fill="hold">
                                          <p:stCondLst>
                                            <p:cond delay="0"/>
                                          </p:stCondLst>
                                        </p:cTn>
                                        <p:tgtEl>
                                          <p:spTgt spid="21">
                                            <p:txEl>
                                              <p:pRg st="0" end="0"/>
                                            </p:txEl>
                                          </p:spTgt>
                                        </p:tgtEl>
                                        <p:attrNameLst>
                                          <p:attrName>style.visibility</p:attrName>
                                        </p:attrNameLst>
                                      </p:cBhvr>
                                      <p:to>
                                        <p:strVal val="visible"/>
                                      </p:to>
                                    </p:set>
                                    <p:animEffect transition="in" filter="fade">
                                      <p:cBhvr>
                                        <p:cTn id="41" dur="500"/>
                                        <p:tgtEl>
                                          <p:spTgt spid="21">
                                            <p:txEl>
                                              <p:pRg st="0" end="0"/>
                                            </p:txEl>
                                          </p:spTgt>
                                        </p:tgtEl>
                                      </p:cBhvr>
                                    </p:animEffect>
                                  </p:childTnLst>
                                </p:cTn>
                              </p:par>
                            </p:childTnLst>
                          </p:cTn>
                        </p:par>
                        <p:par>
                          <p:cTn id="42" fill="hold">
                            <p:stCondLst>
                              <p:cond delay="4000"/>
                            </p:stCondLst>
                            <p:childTnLst>
                              <p:par>
                                <p:cTn id="43" presetID="18" presetClass="entr" presetSubtype="6" fill="hold" grpId="0" nodeType="after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strips(downRight)">
                                      <p:cBhvr>
                                        <p:cTn id="45" dur="500"/>
                                        <p:tgtEl>
                                          <p:spTgt spid="26"/>
                                        </p:tgtEl>
                                      </p:cBhvr>
                                    </p:animEffect>
                                  </p:childTnLst>
                                </p:cTn>
                              </p:par>
                            </p:childTnLst>
                          </p:cTn>
                        </p:par>
                        <p:par>
                          <p:cTn id="46" fill="hold">
                            <p:stCondLst>
                              <p:cond delay="4500"/>
                            </p:stCondLst>
                            <p:childTnLst>
                              <p:par>
                                <p:cTn id="47" presetID="53" presetClass="entr" presetSubtype="16" fill="hold" nodeType="afterEffect">
                                  <p:stCondLst>
                                    <p:cond delay="0"/>
                                  </p:stCondLst>
                                  <p:childTnLst>
                                    <p:set>
                                      <p:cBhvr>
                                        <p:cTn id="48" dur="1" fill="hold">
                                          <p:stCondLst>
                                            <p:cond delay="0"/>
                                          </p:stCondLst>
                                        </p:cTn>
                                        <p:tgtEl>
                                          <p:spTgt spid="38"/>
                                        </p:tgtEl>
                                        <p:attrNameLst>
                                          <p:attrName>style.visibility</p:attrName>
                                        </p:attrNameLst>
                                      </p:cBhvr>
                                      <p:to>
                                        <p:strVal val="visible"/>
                                      </p:to>
                                    </p:set>
                                    <p:anim calcmode="lin" valueType="num">
                                      <p:cBhvr>
                                        <p:cTn id="49" dur="500" fill="hold"/>
                                        <p:tgtEl>
                                          <p:spTgt spid="38"/>
                                        </p:tgtEl>
                                        <p:attrNameLst>
                                          <p:attrName>ppt_w</p:attrName>
                                        </p:attrNameLst>
                                      </p:cBhvr>
                                      <p:tavLst>
                                        <p:tav tm="0">
                                          <p:val>
                                            <p:fltVal val="0"/>
                                          </p:val>
                                        </p:tav>
                                        <p:tav tm="100000">
                                          <p:val>
                                            <p:strVal val="#ppt_w"/>
                                          </p:val>
                                        </p:tav>
                                      </p:tavLst>
                                    </p:anim>
                                    <p:anim calcmode="lin" valueType="num">
                                      <p:cBhvr>
                                        <p:cTn id="50" dur="500" fill="hold"/>
                                        <p:tgtEl>
                                          <p:spTgt spid="38"/>
                                        </p:tgtEl>
                                        <p:attrNameLst>
                                          <p:attrName>ppt_h</p:attrName>
                                        </p:attrNameLst>
                                      </p:cBhvr>
                                      <p:tavLst>
                                        <p:tav tm="0">
                                          <p:val>
                                            <p:fltVal val="0"/>
                                          </p:val>
                                        </p:tav>
                                        <p:tav tm="100000">
                                          <p:val>
                                            <p:strVal val="#ppt_h"/>
                                          </p:val>
                                        </p:tav>
                                      </p:tavLst>
                                    </p:anim>
                                    <p:animEffect transition="in" filter="fade">
                                      <p:cBhvr>
                                        <p:cTn id="51" dur="500"/>
                                        <p:tgtEl>
                                          <p:spTgt spid="38"/>
                                        </p:tgtEl>
                                      </p:cBhvr>
                                    </p:animEffect>
                                  </p:childTnLst>
                                </p:cTn>
                              </p:par>
                            </p:childTnLst>
                          </p:cTn>
                        </p:par>
                        <p:par>
                          <p:cTn id="52" fill="hold">
                            <p:stCondLst>
                              <p:cond delay="5000"/>
                            </p:stCondLst>
                            <p:childTnLst>
                              <p:par>
                                <p:cTn id="53" presetID="10" presetClass="entr" presetSubtype="0" fill="hold" grpId="0" nodeType="afterEffect">
                                  <p:stCondLst>
                                    <p:cond delay="0"/>
                                  </p:stCondLst>
                                  <p:childTnLst>
                                    <p:set>
                                      <p:cBhvr>
                                        <p:cTn id="54" dur="1" fill="hold">
                                          <p:stCondLst>
                                            <p:cond delay="0"/>
                                          </p:stCondLst>
                                        </p:cTn>
                                        <p:tgtEl>
                                          <p:spTgt spid="22">
                                            <p:txEl>
                                              <p:pRg st="0" end="0"/>
                                            </p:txEl>
                                          </p:spTgt>
                                        </p:tgtEl>
                                        <p:attrNameLst>
                                          <p:attrName>style.visibility</p:attrName>
                                        </p:attrNameLst>
                                      </p:cBhvr>
                                      <p:to>
                                        <p:strVal val="visible"/>
                                      </p:to>
                                    </p:set>
                                    <p:animEffect transition="in" filter="fade">
                                      <p:cBhvr>
                                        <p:cTn id="55" dur="500"/>
                                        <p:tgtEl>
                                          <p:spTgt spid="22">
                                            <p:txEl>
                                              <p:pRg st="0" end="0"/>
                                            </p:txEl>
                                          </p:spTgt>
                                        </p:tgtEl>
                                      </p:cBhvr>
                                    </p:animEffect>
                                  </p:childTnLst>
                                </p:cTn>
                              </p:par>
                            </p:childTnLst>
                          </p:cTn>
                        </p:par>
                        <p:par>
                          <p:cTn id="56" fill="hold">
                            <p:stCondLst>
                              <p:cond delay="5500"/>
                            </p:stCondLst>
                            <p:childTnLst>
                              <p:par>
                                <p:cTn id="57" presetID="18" presetClass="entr" presetSubtype="6" fill="hold" grpId="0" nodeType="after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strips(downRight)">
                                      <p:cBhvr>
                                        <p:cTn id="59" dur="500"/>
                                        <p:tgtEl>
                                          <p:spTgt spid="27"/>
                                        </p:tgtEl>
                                      </p:cBhvr>
                                    </p:animEffect>
                                  </p:childTnLst>
                                </p:cTn>
                              </p:par>
                            </p:childTnLst>
                          </p:cTn>
                        </p:par>
                        <p:par>
                          <p:cTn id="60" fill="hold">
                            <p:stCondLst>
                              <p:cond delay="6000"/>
                            </p:stCondLst>
                            <p:childTnLst>
                              <p:par>
                                <p:cTn id="61" presetID="53" presetClass="entr" presetSubtype="16" fill="hold" nodeType="afterEffect">
                                  <p:stCondLst>
                                    <p:cond delay="0"/>
                                  </p:stCondLst>
                                  <p:childTnLst>
                                    <p:set>
                                      <p:cBhvr>
                                        <p:cTn id="62" dur="1" fill="hold">
                                          <p:stCondLst>
                                            <p:cond delay="0"/>
                                          </p:stCondLst>
                                        </p:cTn>
                                        <p:tgtEl>
                                          <p:spTgt spid="41"/>
                                        </p:tgtEl>
                                        <p:attrNameLst>
                                          <p:attrName>style.visibility</p:attrName>
                                        </p:attrNameLst>
                                      </p:cBhvr>
                                      <p:to>
                                        <p:strVal val="visible"/>
                                      </p:to>
                                    </p:set>
                                    <p:anim calcmode="lin" valueType="num">
                                      <p:cBhvr>
                                        <p:cTn id="63" dur="500" fill="hold"/>
                                        <p:tgtEl>
                                          <p:spTgt spid="41"/>
                                        </p:tgtEl>
                                        <p:attrNameLst>
                                          <p:attrName>ppt_w</p:attrName>
                                        </p:attrNameLst>
                                      </p:cBhvr>
                                      <p:tavLst>
                                        <p:tav tm="0">
                                          <p:val>
                                            <p:fltVal val="0"/>
                                          </p:val>
                                        </p:tav>
                                        <p:tav tm="100000">
                                          <p:val>
                                            <p:strVal val="#ppt_w"/>
                                          </p:val>
                                        </p:tav>
                                      </p:tavLst>
                                    </p:anim>
                                    <p:anim calcmode="lin" valueType="num">
                                      <p:cBhvr>
                                        <p:cTn id="64" dur="500" fill="hold"/>
                                        <p:tgtEl>
                                          <p:spTgt spid="41"/>
                                        </p:tgtEl>
                                        <p:attrNameLst>
                                          <p:attrName>ppt_h</p:attrName>
                                        </p:attrNameLst>
                                      </p:cBhvr>
                                      <p:tavLst>
                                        <p:tav tm="0">
                                          <p:val>
                                            <p:fltVal val="0"/>
                                          </p:val>
                                        </p:tav>
                                        <p:tav tm="100000">
                                          <p:val>
                                            <p:strVal val="#ppt_h"/>
                                          </p:val>
                                        </p:tav>
                                      </p:tavLst>
                                    </p:anim>
                                    <p:animEffect transition="in" filter="fade">
                                      <p:cBhvr>
                                        <p:cTn id="65" dur="500"/>
                                        <p:tgtEl>
                                          <p:spTgt spid="41"/>
                                        </p:tgtEl>
                                      </p:cBhvr>
                                    </p:animEffect>
                                  </p:childTnLst>
                                </p:cTn>
                              </p:par>
                            </p:childTnLst>
                          </p:cTn>
                        </p:par>
                        <p:par>
                          <p:cTn id="66" fill="hold">
                            <p:stCondLst>
                              <p:cond delay="6500"/>
                            </p:stCondLst>
                            <p:childTnLst>
                              <p:par>
                                <p:cTn id="67" presetID="10" presetClass="entr" presetSubtype="0" fill="hold" grpId="0" nodeType="afterEffect">
                                  <p:stCondLst>
                                    <p:cond delay="0"/>
                                  </p:stCondLst>
                                  <p:childTnLst>
                                    <p:set>
                                      <p:cBhvr>
                                        <p:cTn id="68" dur="1" fill="hold">
                                          <p:stCondLst>
                                            <p:cond delay="0"/>
                                          </p:stCondLst>
                                        </p:cTn>
                                        <p:tgtEl>
                                          <p:spTgt spid="23">
                                            <p:txEl>
                                              <p:pRg st="0" end="0"/>
                                            </p:txEl>
                                          </p:spTgt>
                                        </p:tgtEl>
                                        <p:attrNameLst>
                                          <p:attrName>style.visibility</p:attrName>
                                        </p:attrNameLst>
                                      </p:cBhvr>
                                      <p:to>
                                        <p:strVal val="visible"/>
                                      </p:to>
                                    </p:set>
                                    <p:animEffect transition="in" filter="fade">
                                      <p:cBhvr>
                                        <p:cTn id="69" dur="500"/>
                                        <p:tgtEl>
                                          <p:spTgt spid="23">
                                            <p:txEl>
                                              <p:pRg st="0" end="0"/>
                                            </p:txEl>
                                          </p:spTgt>
                                        </p:tgtEl>
                                      </p:cBhvr>
                                    </p:animEffect>
                                  </p:childTnLst>
                                </p:cTn>
                              </p:par>
                            </p:childTnLst>
                          </p:cTn>
                        </p:par>
                        <p:par>
                          <p:cTn id="70" fill="hold">
                            <p:stCondLst>
                              <p:cond delay="7000"/>
                            </p:stCondLst>
                            <p:childTnLst>
                              <p:par>
                                <p:cTn id="71" presetID="18" presetClass="entr" presetSubtype="6" fill="hold" grpId="0" nodeType="after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strips(downRight)">
                                      <p:cBhvr>
                                        <p:cTn id="73"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build="p"/>
      <p:bldP spid="20" grpId="0" build="p"/>
      <p:bldP spid="21" grpId="0" build="p"/>
      <p:bldP spid="22" grpId="0" build="p"/>
      <p:bldP spid="23" grpId="0" build="p"/>
      <p:bldP spid="24" grpId="0"/>
      <p:bldP spid="25" grpId="0"/>
      <p:bldP spid="26" grpId="0"/>
      <p:bldP spid="27" grpId="0"/>
      <p:bldP spid="2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原创设计师QQ598969553          _1"/>
          <p:cNvSpPr/>
          <p:nvPr/>
        </p:nvSpPr>
        <p:spPr>
          <a:xfrm>
            <a:off x="3984952" y="1901409"/>
            <a:ext cx="5159048" cy="132371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0" name="原创设计师QQ598969553          _2"/>
          <p:cNvGrpSpPr/>
          <p:nvPr/>
        </p:nvGrpSpPr>
        <p:grpSpPr>
          <a:xfrm>
            <a:off x="2926908" y="1901409"/>
            <a:ext cx="1497888" cy="1327566"/>
            <a:chOff x="2926908" y="1901409"/>
            <a:chExt cx="1497888" cy="1327566"/>
          </a:xfrm>
        </p:grpSpPr>
        <p:grpSp>
          <p:nvGrpSpPr>
            <p:cNvPr id="31" name="组合 30"/>
            <p:cNvGrpSpPr/>
            <p:nvPr/>
          </p:nvGrpSpPr>
          <p:grpSpPr>
            <a:xfrm rot="5400000">
              <a:off x="3012069" y="1816248"/>
              <a:ext cx="1327566" cy="1497888"/>
              <a:chOff x="4468733" y="2771468"/>
              <a:chExt cx="1487127" cy="1677919"/>
            </a:xfrm>
          </p:grpSpPr>
          <p:sp>
            <p:nvSpPr>
              <p:cNvPr id="33" name="Freeform 5"/>
              <p:cNvSpPr>
                <a:spLocks/>
              </p:cNvSpPr>
              <p:nvPr/>
            </p:nvSpPr>
            <p:spPr bwMode="auto">
              <a:xfrm rot="5400000">
                <a:off x="4373337" y="2866864"/>
                <a:ext cx="1677919" cy="148712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0">
                    <a:schemeClr val="bg1"/>
                  </a:gs>
                  <a:gs pos="100000">
                    <a:srgbClr val="DCDCDC"/>
                  </a:gs>
                </a:gsLst>
                <a:lin ang="2700000" scaled="0"/>
              </a:gradFill>
              <a:ln w="19050">
                <a:gradFill>
                  <a:gsLst>
                    <a:gs pos="0">
                      <a:srgbClr val="ADADAD"/>
                    </a:gs>
                    <a:gs pos="66000">
                      <a:schemeClr val="bg1"/>
                    </a:gs>
                  </a:gsLst>
                  <a:lin ang="2700000" scaled="0"/>
                </a:gradFill>
              </a:ln>
              <a:effectLst>
                <a:outerShdw blurRad="1143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a:p>
            </p:txBody>
          </p:sp>
          <p:sp>
            <p:nvSpPr>
              <p:cNvPr id="34" name="Freeform 5"/>
              <p:cNvSpPr>
                <a:spLocks/>
              </p:cNvSpPr>
              <p:nvPr/>
            </p:nvSpPr>
            <p:spPr bwMode="auto">
              <a:xfrm rot="5400000">
                <a:off x="4600910" y="3068560"/>
                <a:ext cx="1222771" cy="108373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1"/>
              </a:solidFill>
              <a:ln w="15875">
                <a:noFill/>
              </a:ln>
              <a:effectLst>
                <a:innerShdw blurRad="63500" dist="25400" dir="2700000">
                  <a:prstClr val="black">
                    <a:alpha val="50000"/>
                  </a:prstClr>
                </a:innerShdw>
              </a:effectLst>
            </p:spPr>
            <p:txBody>
              <a:bodyPr vert="horz" wrap="square" lIns="91440" tIns="45720" rIns="91440" bIns="45720" numCol="1" anchor="t" anchorCtr="0" compatLnSpc="1">
                <a:prstTxWarp prst="textNoShape">
                  <a:avLst/>
                </a:prstTxWarp>
              </a:bodyPr>
              <a:lstStyle/>
              <a:p>
                <a:endParaRPr lang="zh-CN" altLang="en-US" dirty="0"/>
              </a:p>
            </p:txBody>
          </p:sp>
        </p:grpSp>
        <p:sp>
          <p:nvSpPr>
            <p:cNvPr id="32" name="TextBox 6"/>
            <p:cNvSpPr txBox="1"/>
            <p:nvPr/>
          </p:nvSpPr>
          <p:spPr>
            <a:xfrm>
              <a:off x="3366751" y="2272804"/>
              <a:ext cx="618201" cy="584775"/>
            </a:xfrm>
            <a:prstGeom prst="rect">
              <a:avLst/>
            </a:prstGeom>
            <a:noFill/>
          </p:spPr>
          <p:txBody>
            <a:bodyPr wrap="square" rtlCol="0">
              <a:spAutoFit/>
            </a:bodyPr>
            <a:lstStyle/>
            <a:p>
              <a:pPr algn="ctr"/>
              <a:r>
                <a:rPr lang="en-US" altLang="zh-CN" sz="3200" dirty="0">
                  <a:solidFill>
                    <a:schemeClr val="bg1"/>
                  </a:solidFill>
                  <a:latin typeface="Impact" panose="020B0806030902050204" pitchFamily="34" charset="0"/>
                  <a:ea typeface="微软雅黑" panose="020B0503020204020204" pitchFamily="34" charset="-122"/>
                </a:rPr>
                <a:t>03</a:t>
              </a:r>
              <a:endParaRPr lang="zh-CN" altLang="en-US" sz="3200" dirty="0">
                <a:solidFill>
                  <a:schemeClr val="bg1"/>
                </a:solidFill>
                <a:latin typeface="Impact" panose="020B0806030902050204" pitchFamily="34" charset="0"/>
                <a:ea typeface="微软雅黑" panose="020B0503020204020204" pitchFamily="34" charset="-122"/>
              </a:endParaRPr>
            </a:p>
          </p:txBody>
        </p:sp>
      </p:grpSp>
      <p:sp>
        <p:nvSpPr>
          <p:cNvPr id="35" name="原创设计师QQ598969553          _3"/>
          <p:cNvSpPr/>
          <p:nvPr/>
        </p:nvSpPr>
        <p:spPr>
          <a:xfrm>
            <a:off x="5560623" y="2245339"/>
            <a:ext cx="1338828" cy="369332"/>
          </a:xfrm>
          <a:prstGeom prst="rect">
            <a:avLst/>
          </a:prstGeom>
        </p:spPr>
        <p:txBody>
          <a:bodyPr wrap="none">
            <a:spAutoFit/>
          </a:bodyPr>
          <a:lstStyle/>
          <a:p>
            <a:pPr algn="ctr"/>
            <a:r>
              <a:rPr lang="zh-CN" altLang="en-US" b="1" dirty="0">
                <a:solidFill>
                  <a:schemeClr val="bg1"/>
                </a:solidFill>
                <a:latin typeface="华文细黑" panose="02010600040101010101" pitchFamily="2" charset="-122"/>
                <a:ea typeface="华文细黑" panose="02010600040101010101" pitchFamily="2" charset="-122"/>
              </a:rPr>
              <a:t>产品与运营</a:t>
            </a:r>
          </a:p>
        </p:txBody>
      </p:sp>
      <p:sp>
        <p:nvSpPr>
          <p:cNvPr id="36" name="原创设计师QQ598969553          _4"/>
          <p:cNvSpPr/>
          <p:nvPr/>
        </p:nvSpPr>
        <p:spPr>
          <a:xfrm>
            <a:off x="5667478" y="2682905"/>
            <a:ext cx="1165704" cy="276999"/>
          </a:xfrm>
          <a:prstGeom prst="rect">
            <a:avLst/>
          </a:prstGeom>
        </p:spPr>
        <p:txBody>
          <a:bodyPr wrap="none">
            <a:spAutoFit/>
          </a:bodyPr>
          <a:lstStyle/>
          <a:p>
            <a:pPr algn="ctr"/>
            <a:r>
              <a:rPr lang="en-US" altLang="zh-CN" sz="1200" b="1" dirty="0">
                <a:solidFill>
                  <a:schemeClr val="bg1"/>
                </a:solidFill>
                <a:latin typeface="华文细黑" panose="02010600040101010101" pitchFamily="2" charset="-122"/>
                <a:ea typeface="华文细黑" panose="02010600040101010101" pitchFamily="2" charset="-122"/>
              </a:rPr>
              <a:t>(</a:t>
            </a:r>
            <a:r>
              <a:rPr lang="zh-CN" altLang="en-US" sz="1200" b="1" dirty="0">
                <a:solidFill>
                  <a:schemeClr val="bg1"/>
                </a:solidFill>
                <a:latin typeface="华文细黑" panose="02010600040101010101" pitchFamily="2" charset="-122"/>
                <a:ea typeface="华文细黑" panose="02010600040101010101" pitchFamily="2" charset="-122"/>
              </a:rPr>
              <a:t>打算怎么做）</a:t>
            </a:r>
          </a:p>
        </p:txBody>
      </p:sp>
      <p:sp>
        <p:nvSpPr>
          <p:cNvPr id="37" name="原创设计师QQ598969553          _5"/>
          <p:cNvSpPr txBox="1"/>
          <p:nvPr/>
        </p:nvSpPr>
        <p:spPr>
          <a:xfrm>
            <a:off x="4836074" y="3486546"/>
            <a:ext cx="1787669" cy="307777"/>
          </a:xfrm>
          <a:prstGeom prst="rect">
            <a:avLst/>
          </a:prstGeom>
          <a:noFill/>
        </p:spPr>
        <p:txBody>
          <a:bodyPr wrap="none" rtlCol="0">
            <a:spAutoFit/>
          </a:bodyPr>
          <a:lstStyle/>
          <a:p>
            <a:pPr marL="342900" indent="-342900">
              <a:buFont typeface="Wingdings" panose="05000000000000000000" pitchFamily="2" charset="2"/>
              <a:buChar char="l"/>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已完成项目汇总</a:t>
            </a:r>
          </a:p>
        </p:txBody>
      </p:sp>
      <p:sp>
        <p:nvSpPr>
          <p:cNvPr id="38" name="原创设计师QQ598969553          _6"/>
          <p:cNvSpPr txBox="1"/>
          <p:nvPr/>
        </p:nvSpPr>
        <p:spPr>
          <a:xfrm>
            <a:off x="6660231" y="3486546"/>
            <a:ext cx="1787669" cy="307777"/>
          </a:xfrm>
          <a:prstGeom prst="rect">
            <a:avLst/>
          </a:prstGeom>
          <a:noFill/>
        </p:spPr>
        <p:txBody>
          <a:bodyPr wrap="none" rtlCol="0">
            <a:spAutoFit/>
          </a:bodyPr>
          <a:lstStyle/>
          <a:p>
            <a:pPr marL="342900" indent="-342900">
              <a:buFont typeface="Wingdings" panose="05000000000000000000" pitchFamily="2" charset="2"/>
              <a:buChar char="l"/>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获得成绩与经验</a:t>
            </a:r>
          </a:p>
        </p:txBody>
      </p:sp>
      <p:sp>
        <p:nvSpPr>
          <p:cNvPr id="39" name="原创设计师QQ598969553          _7"/>
          <p:cNvSpPr txBox="1"/>
          <p:nvPr/>
        </p:nvSpPr>
        <p:spPr>
          <a:xfrm>
            <a:off x="4836074" y="3867100"/>
            <a:ext cx="1787669" cy="307777"/>
          </a:xfrm>
          <a:prstGeom prst="rect">
            <a:avLst/>
          </a:prstGeom>
          <a:noFill/>
        </p:spPr>
        <p:txBody>
          <a:bodyPr wrap="none" rtlCol="0">
            <a:spAutoFit/>
          </a:bodyPr>
          <a:lstStyle/>
          <a:p>
            <a:pPr marL="342900" indent="-342900">
              <a:buFont typeface="Wingdings" panose="05000000000000000000" pitchFamily="2" charset="2"/>
              <a:buChar char="l"/>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已完成项目展示</a:t>
            </a:r>
          </a:p>
        </p:txBody>
      </p:sp>
      <p:sp>
        <p:nvSpPr>
          <p:cNvPr id="40" name="原创设计师QQ598969553          _8"/>
          <p:cNvSpPr txBox="1"/>
          <p:nvPr/>
        </p:nvSpPr>
        <p:spPr>
          <a:xfrm>
            <a:off x="6660232" y="3867100"/>
            <a:ext cx="1608133" cy="307777"/>
          </a:xfrm>
          <a:prstGeom prst="rect">
            <a:avLst/>
          </a:prstGeom>
          <a:noFill/>
        </p:spPr>
        <p:txBody>
          <a:bodyPr wrap="none" rtlCol="0">
            <a:spAutoFit/>
          </a:bodyPr>
          <a:lstStyle/>
          <a:p>
            <a:pPr marL="342900" indent="-342900">
              <a:buFont typeface="Wingdings" panose="05000000000000000000" pitchFamily="2" charset="2"/>
              <a:buChar char="l"/>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重点项目展望</a:t>
            </a:r>
          </a:p>
        </p:txBody>
      </p:sp>
      <p:pic>
        <p:nvPicPr>
          <p:cNvPr id="14" name="Picture 64"/>
          <p:cNvPicPr>
            <a:picLocks noGrp="1" noSelect="1" noRot="1" noChangeAspect="1" noMove="1" noResize="1" noChangeShapeType="1"/>
          </p:cNvPicPr>
          <p:nvPr/>
        </p:nvPicPr>
        <p:blipFill>
          <a:blip r:embed="rId3"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3513544374"/>
      </p:ext>
    </p:extLst>
  </p:cSld>
  <p:clrMapOvr>
    <a:masterClrMapping/>
  </p:clrMapOvr>
  <mc:AlternateContent xmlns:mc="http://schemas.openxmlformats.org/markup-compatibility/2006" xmlns:p14="http://schemas.microsoft.com/office/powerpoint/2010/main">
    <mc:Choice Requires="p14">
      <p:transition spd="slow" p14:dur="1250" advClick="0" advTm="0">
        <p14:flip dir="r"/>
      </p:transition>
    </mc:Choice>
    <mc:Fallback xmlns="">
      <p:transition spd="slow" advClick="0"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p:cTn id="7" dur="500" fill="hold"/>
                                            <p:tgtEl>
                                              <p:spTgt spid="30"/>
                                            </p:tgtEl>
                                            <p:attrNameLst>
                                              <p:attrName>ppt_w</p:attrName>
                                            </p:attrNameLst>
                                          </p:cBhvr>
                                          <p:tavLst>
                                            <p:tav tm="0">
                                              <p:val>
                                                <p:fltVal val="0"/>
                                              </p:val>
                                            </p:tav>
                                            <p:tav tm="100000">
                                              <p:val>
                                                <p:strVal val="#ppt_w"/>
                                              </p:val>
                                            </p:tav>
                                          </p:tavLst>
                                        </p:anim>
                                        <p:anim calcmode="lin" valueType="num">
                                          <p:cBhvr>
                                            <p:cTn id="8" dur="500" fill="hold"/>
                                            <p:tgtEl>
                                              <p:spTgt spid="30"/>
                                            </p:tgtEl>
                                            <p:attrNameLst>
                                              <p:attrName>ppt_h</p:attrName>
                                            </p:attrNameLst>
                                          </p:cBhvr>
                                          <p:tavLst>
                                            <p:tav tm="0">
                                              <p:val>
                                                <p:fltVal val="0"/>
                                              </p:val>
                                            </p:tav>
                                            <p:tav tm="100000">
                                              <p:val>
                                                <p:strVal val="#ppt_h"/>
                                              </p:val>
                                            </p:tav>
                                          </p:tavLst>
                                        </p:anim>
                                        <p:animEffect transition="in" filter="fade">
                                          <p:cBhvr>
                                            <p:cTn id="9" dur="500"/>
                                            <p:tgtEl>
                                              <p:spTgt spid="30"/>
                                            </p:tgtEl>
                                          </p:cBhvr>
                                        </p:animEffec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wipe(left)">
                                          <p:cBhvr>
                                            <p:cTn id="13" dur="500"/>
                                            <p:tgtEl>
                                              <p:spTgt spid="29"/>
                                            </p:tgtEl>
                                          </p:cBhvr>
                                        </p:animEffect>
                                      </p:childTnLst>
                                    </p:cTn>
                                  </p:par>
                                  <p:par>
                                    <p:cTn id="14" presetID="2" presetClass="entr" presetSubtype="4" fill="hold" grpId="0" nodeType="withEffect" p14:presetBounceEnd="60000">
                                      <p:stCondLst>
                                        <p:cond delay="1100"/>
                                      </p:stCondLst>
                                      <p:childTnLst>
                                        <p:set>
                                          <p:cBhvr>
                                            <p:cTn id="15" dur="1" fill="hold">
                                              <p:stCondLst>
                                                <p:cond delay="0"/>
                                              </p:stCondLst>
                                            </p:cTn>
                                            <p:tgtEl>
                                              <p:spTgt spid="37"/>
                                            </p:tgtEl>
                                            <p:attrNameLst>
                                              <p:attrName>style.visibility</p:attrName>
                                            </p:attrNameLst>
                                          </p:cBhvr>
                                          <p:to>
                                            <p:strVal val="visible"/>
                                          </p:to>
                                        </p:set>
                                        <p:anim calcmode="lin" valueType="num" p14:bounceEnd="60000">
                                          <p:cBhvr additive="base">
                                            <p:cTn id="16" dur="750" fill="hold"/>
                                            <p:tgtEl>
                                              <p:spTgt spid="37"/>
                                            </p:tgtEl>
                                            <p:attrNameLst>
                                              <p:attrName>ppt_x</p:attrName>
                                            </p:attrNameLst>
                                          </p:cBhvr>
                                          <p:tavLst>
                                            <p:tav tm="0">
                                              <p:val>
                                                <p:strVal val="#ppt_x"/>
                                              </p:val>
                                            </p:tav>
                                            <p:tav tm="100000">
                                              <p:val>
                                                <p:strVal val="#ppt_x"/>
                                              </p:val>
                                            </p:tav>
                                          </p:tavLst>
                                        </p:anim>
                                        <p:anim calcmode="lin" valueType="num" p14:bounceEnd="60000">
                                          <p:cBhvr additive="base">
                                            <p:cTn id="17" dur="750" fill="hold"/>
                                            <p:tgtEl>
                                              <p:spTgt spid="37"/>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14:presetBounceEnd="60000">
                                      <p:stCondLst>
                                        <p:cond delay="1300"/>
                                      </p:stCondLst>
                                      <p:childTnLst>
                                        <p:set>
                                          <p:cBhvr>
                                            <p:cTn id="19" dur="1" fill="hold">
                                              <p:stCondLst>
                                                <p:cond delay="0"/>
                                              </p:stCondLst>
                                            </p:cTn>
                                            <p:tgtEl>
                                              <p:spTgt spid="39"/>
                                            </p:tgtEl>
                                            <p:attrNameLst>
                                              <p:attrName>style.visibility</p:attrName>
                                            </p:attrNameLst>
                                          </p:cBhvr>
                                          <p:to>
                                            <p:strVal val="visible"/>
                                          </p:to>
                                        </p:set>
                                        <p:anim calcmode="lin" valueType="num" p14:bounceEnd="60000">
                                          <p:cBhvr additive="base">
                                            <p:cTn id="20" dur="750" fill="hold"/>
                                            <p:tgtEl>
                                              <p:spTgt spid="39"/>
                                            </p:tgtEl>
                                            <p:attrNameLst>
                                              <p:attrName>ppt_x</p:attrName>
                                            </p:attrNameLst>
                                          </p:cBhvr>
                                          <p:tavLst>
                                            <p:tav tm="0">
                                              <p:val>
                                                <p:strVal val="#ppt_x"/>
                                              </p:val>
                                            </p:tav>
                                            <p:tav tm="100000">
                                              <p:val>
                                                <p:strVal val="#ppt_x"/>
                                              </p:val>
                                            </p:tav>
                                          </p:tavLst>
                                        </p:anim>
                                        <p:anim calcmode="lin" valueType="num" p14:bounceEnd="60000">
                                          <p:cBhvr additive="base">
                                            <p:cTn id="21" dur="750" fill="hold"/>
                                            <p:tgtEl>
                                              <p:spTgt spid="39"/>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14:presetBounceEnd="60000">
                                      <p:stCondLst>
                                        <p:cond delay="1500"/>
                                      </p:stCondLst>
                                      <p:childTnLst>
                                        <p:set>
                                          <p:cBhvr>
                                            <p:cTn id="23" dur="1" fill="hold">
                                              <p:stCondLst>
                                                <p:cond delay="0"/>
                                              </p:stCondLst>
                                            </p:cTn>
                                            <p:tgtEl>
                                              <p:spTgt spid="38"/>
                                            </p:tgtEl>
                                            <p:attrNameLst>
                                              <p:attrName>style.visibility</p:attrName>
                                            </p:attrNameLst>
                                          </p:cBhvr>
                                          <p:to>
                                            <p:strVal val="visible"/>
                                          </p:to>
                                        </p:set>
                                        <p:anim calcmode="lin" valueType="num" p14:bounceEnd="60000">
                                          <p:cBhvr additive="base">
                                            <p:cTn id="24" dur="750" fill="hold"/>
                                            <p:tgtEl>
                                              <p:spTgt spid="38"/>
                                            </p:tgtEl>
                                            <p:attrNameLst>
                                              <p:attrName>ppt_x</p:attrName>
                                            </p:attrNameLst>
                                          </p:cBhvr>
                                          <p:tavLst>
                                            <p:tav tm="0">
                                              <p:val>
                                                <p:strVal val="#ppt_x"/>
                                              </p:val>
                                            </p:tav>
                                            <p:tav tm="100000">
                                              <p:val>
                                                <p:strVal val="#ppt_x"/>
                                              </p:val>
                                            </p:tav>
                                          </p:tavLst>
                                        </p:anim>
                                        <p:anim calcmode="lin" valueType="num" p14:bounceEnd="60000">
                                          <p:cBhvr additive="base">
                                            <p:cTn id="25" dur="750" fill="hold"/>
                                            <p:tgtEl>
                                              <p:spTgt spid="38"/>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14:presetBounceEnd="60000">
                                      <p:stCondLst>
                                        <p:cond delay="1700"/>
                                      </p:stCondLst>
                                      <p:childTnLst>
                                        <p:set>
                                          <p:cBhvr>
                                            <p:cTn id="27" dur="1" fill="hold">
                                              <p:stCondLst>
                                                <p:cond delay="0"/>
                                              </p:stCondLst>
                                            </p:cTn>
                                            <p:tgtEl>
                                              <p:spTgt spid="40"/>
                                            </p:tgtEl>
                                            <p:attrNameLst>
                                              <p:attrName>style.visibility</p:attrName>
                                            </p:attrNameLst>
                                          </p:cBhvr>
                                          <p:to>
                                            <p:strVal val="visible"/>
                                          </p:to>
                                        </p:set>
                                        <p:anim calcmode="lin" valueType="num" p14:bounceEnd="60000">
                                          <p:cBhvr additive="base">
                                            <p:cTn id="28" dur="750" fill="hold"/>
                                            <p:tgtEl>
                                              <p:spTgt spid="40"/>
                                            </p:tgtEl>
                                            <p:attrNameLst>
                                              <p:attrName>ppt_x</p:attrName>
                                            </p:attrNameLst>
                                          </p:cBhvr>
                                          <p:tavLst>
                                            <p:tav tm="0">
                                              <p:val>
                                                <p:strVal val="#ppt_x"/>
                                              </p:val>
                                            </p:tav>
                                            <p:tav tm="100000">
                                              <p:val>
                                                <p:strVal val="#ppt_x"/>
                                              </p:val>
                                            </p:tav>
                                          </p:tavLst>
                                        </p:anim>
                                        <p:anim calcmode="lin" valueType="num" p14:bounceEnd="60000">
                                          <p:cBhvr additive="base">
                                            <p:cTn id="29" dur="750" fill="hold"/>
                                            <p:tgtEl>
                                              <p:spTgt spid="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7" grpId="0"/>
          <p:bldP spid="38" grpId="0"/>
          <p:bldP spid="39" grpId="0"/>
          <p:bldP spid="40"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p:cTn id="7" dur="500" fill="hold"/>
                                            <p:tgtEl>
                                              <p:spTgt spid="30"/>
                                            </p:tgtEl>
                                            <p:attrNameLst>
                                              <p:attrName>ppt_w</p:attrName>
                                            </p:attrNameLst>
                                          </p:cBhvr>
                                          <p:tavLst>
                                            <p:tav tm="0">
                                              <p:val>
                                                <p:fltVal val="0"/>
                                              </p:val>
                                            </p:tav>
                                            <p:tav tm="100000">
                                              <p:val>
                                                <p:strVal val="#ppt_w"/>
                                              </p:val>
                                            </p:tav>
                                          </p:tavLst>
                                        </p:anim>
                                        <p:anim calcmode="lin" valueType="num">
                                          <p:cBhvr>
                                            <p:cTn id="8" dur="500" fill="hold"/>
                                            <p:tgtEl>
                                              <p:spTgt spid="30"/>
                                            </p:tgtEl>
                                            <p:attrNameLst>
                                              <p:attrName>ppt_h</p:attrName>
                                            </p:attrNameLst>
                                          </p:cBhvr>
                                          <p:tavLst>
                                            <p:tav tm="0">
                                              <p:val>
                                                <p:fltVal val="0"/>
                                              </p:val>
                                            </p:tav>
                                            <p:tav tm="100000">
                                              <p:val>
                                                <p:strVal val="#ppt_h"/>
                                              </p:val>
                                            </p:tav>
                                          </p:tavLst>
                                        </p:anim>
                                        <p:animEffect transition="in" filter="fade">
                                          <p:cBhvr>
                                            <p:cTn id="9" dur="500"/>
                                            <p:tgtEl>
                                              <p:spTgt spid="30"/>
                                            </p:tgtEl>
                                          </p:cBhvr>
                                        </p:animEffec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wipe(left)">
                                          <p:cBhvr>
                                            <p:cTn id="13" dur="500"/>
                                            <p:tgtEl>
                                              <p:spTgt spid="29"/>
                                            </p:tgtEl>
                                          </p:cBhvr>
                                        </p:animEffect>
                                      </p:childTnLst>
                                    </p:cTn>
                                  </p:par>
                                  <p:par>
                                    <p:cTn id="14" presetID="2" presetClass="entr" presetSubtype="4" fill="hold" grpId="0" nodeType="withEffect">
                                      <p:stCondLst>
                                        <p:cond delay="1100"/>
                                      </p:stCondLst>
                                      <p:childTnLst>
                                        <p:set>
                                          <p:cBhvr>
                                            <p:cTn id="15" dur="1" fill="hold">
                                              <p:stCondLst>
                                                <p:cond delay="0"/>
                                              </p:stCondLst>
                                            </p:cTn>
                                            <p:tgtEl>
                                              <p:spTgt spid="37"/>
                                            </p:tgtEl>
                                            <p:attrNameLst>
                                              <p:attrName>style.visibility</p:attrName>
                                            </p:attrNameLst>
                                          </p:cBhvr>
                                          <p:to>
                                            <p:strVal val="visible"/>
                                          </p:to>
                                        </p:set>
                                        <p:anim calcmode="lin" valueType="num">
                                          <p:cBhvr additive="base">
                                            <p:cTn id="16" dur="750" fill="hold"/>
                                            <p:tgtEl>
                                              <p:spTgt spid="37"/>
                                            </p:tgtEl>
                                            <p:attrNameLst>
                                              <p:attrName>ppt_x</p:attrName>
                                            </p:attrNameLst>
                                          </p:cBhvr>
                                          <p:tavLst>
                                            <p:tav tm="0">
                                              <p:val>
                                                <p:strVal val="#ppt_x"/>
                                              </p:val>
                                            </p:tav>
                                            <p:tav tm="100000">
                                              <p:val>
                                                <p:strVal val="#ppt_x"/>
                                              </p:val>
                                            </p:tav>
                                          </p:tavLst>
                                        </p:anim>
                                        <p:anim calcmode="lin" valueType="num">
                                          <p:cBhvr additive="base">
                                            <p:cTn id="17" dur="750" fill="hold"/>
                                            <p:tgtEl>
                                              <p:spTgt spid="37"/>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1300"/>
                                      </p:stCondLst>
                                      <p:childTnLst>
                                        <p:set>
                                          <p:cBhvr>
                                            <p:cTn id="19" dur="1" fill="hold">
                                              <p:stCondLst>
                                                <p:cond delay="0"/>
                                              </p:stCondLst>
                                            </p:cTn>
                                            <p:tgtEl>
                                              <p:spTgt spid="39"/>
                                            </p:tgtEl>
                                            <p:attrNameLst>
                                              <p:attrName>style.visibility</p:attrName>
                                            </p:attrNameLst>
                                          </p:cBhvr>
                                          <p:to>
                                            <p:strVal val="visible"/>
                                          </p:to>
                                        </p:set>
                                        <p:anim calcmode="lin" valueType="num">
                                          <p:cBhvr additive="base">
                                            <p:cTn id="20" dur="750" fill="hold"/>
                                            <p:tgtEl>
                                              <p:spTgt spid="39"/>
                                            </p:tgtEl>
                                            <p:attrNameLst>
                                              <p:attrName>ppt_x</p:attrName>
                                            </p:attrNameLst>
                                          </p:cBhvr>
                                          <p:tavLst>
                                            <p:tav tm="0">
                                              <p:val>
                                                <p:strVal val="#ppt_x"/>
                                              </p:val>
                                            </p:tav>
                                            <p:tav tm="100000">
                                              <p:val>
                                                <p:strVal val="#ppt_x"/>
                                              </p:val>
                                            </p:tav>
                                          </p:tavLst>
                                        </p:anim>
                                        <p:anim calcmode="lin" valueType="num">
                                          <p:cBhvr additive="base">
                                            <p:cTn id="21" dur="750" fill="hold"/>
                                            <p:tgtEl>
                                              <p:spTgt spid="39"/>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1500"/>
                                      </p:stCondLst>
                                      <p:childTnLst>
                                        <p:set>
                                          <p:cBhvr>
                                            <p:cTn id="23" dur="1" fill="hold">
                                              <p:stCondLst>
                                                <p:cond delay="0"/>
                                              </p:stCondLst>
                                            </p:cTn>
                                            <p:tgtEl>
                                              <p:spTgt spid="38"/>
                                            </p:tgtEl>
                                            <p:attrNameLst>
                                              <p:attrName>style.visibility</p:attrName>
                                            </p:attrNameLst>
                                          </p:cBhvr>
                                          <p:to>
                                            <p:strVal val="visible"/>
                                          </p:to>
                                        </p:set>
                                        <p:anim calcmode="lin" valueType="num">
                                          <p:cBhvr additive="base">
                                            <p:cTn id="24" dur="750" fill="hold"/>
                                            <p:tgtEl>
                                              <p:spTgt spid="38"/>
                                            </p:tgtEl>
                                            <p:attrNameLst>
                                              <p:attrName>ppt_x</p:attrName>
                                            </p:attrNameLst>
                                          </p:cBhvr>
                                          <p:tavLst>
                                            <p:tav tm="0">
                                              <p:val>
                                                <p:strVal val="#ppt_x"/>
                                              </p:val>
                                            </p:tav>
                                            <p:tav tm="100000">
                                              <p:val>
                                                <p:strVal val="#ppt_x"/>
                                              </p:val>
                                            </p:tav>
                                          </p:tavLst>
                                        </p:anim>
                                        <p:anim calcmode="lin" valueType="num">
                                          <p:cBhvr additive="base">
                                            <p:cTn id="25" dur="750" fill="hold"/>
                                            <p:tgtEl>
                                              <p:spTgt spid="38"/>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1700"/>
                                      </p:stCondLst>
                                      <p:childTnLst>
                                        <p:set>
                                          <p:cBhvr>
                                            <p:cTn id="27" dur="1" fill="hold">
                                              <p:stCondLst>
                                                <p:cond delay="0"/>
                                              </p:stCondLst>
                                            </p:cTn>
                                            <p:tgtEl>
                                              <p:spTgt spid="40"/>
                                            </p:tgtEl>
                                            <p:attrNameLst>
                                              <p:attrName>style.visibility</p:attrName>
                                            </p:attrNameLst>
                                          </p:cBhvr>
                                          <p:to>
                                            <p:strVal val="visible"/>
                                          </p:to>
                                        </p:set>
                                        <p:anim calcmode="lin" valueType="num">
                                          <p:cBhvr additive="base">
                                            <p:cTn id="28" dur="750" fill="hold"/>
                                            <p:tgtEl>
                                              <p:spTgt spid="40"/>
                                            </p:tgtEl>
                                            <p:attrNameLst>
                                              <p:attrName>ppt_x</p:attrName>
                                            </p:attrNameLst>
                                          </p:cBhvr>
                                          <p:tavLst>
                                            <p:tav tm="0">
                                              <p:val>
                                                <p:strVal val="#ppt_x"/>
                                              </p:val>
                                            </p:tav>
                                            <p:tav tm="100000">
                                              <p:val>
                                                <p:strVal val="#ppt_x"/>
                                              </p:val>
                                            </p:tav>
                                          </p:tavLst>
                                        </p:anim>
                                        <p:anim calcmode="lin" valueType="num">
                                          <p:cBhvr additive="base">
                                            <p:cTn id="29" dur="750" fill="hold"/>
                                            <p:tgtEl>
                                              <p:spTgt spid="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7" grpId="0"/>
          <p:bldP spid="38" grpId="0"/>
          <p:bldP spid="39" grpId="0"/>
          <p:bldP spid="40" grpId="0"/>
        </p:bldLst>
      </p:timing>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原创设计师QQ598969553          _1"/>
          <p:cNvSpPr/>
          <p:nvPr/>
        </p:nvSpPr>
        <p:spPr>
          <a:xfrm>
            <a:off x="4596246" y="1685669"/>
            <a:ext cx="1" cy="1022660"/>
          </a:xfrm>
          <a:prstGeom prst="line">
            <a:avLst/>
          </a:prstGeom>
          <a:ln w="12700">
            <a:solidFill>
              <a:srgbClr val="A6AAA9"/>
            </a:solidFill>
            <a:miter lim="400000"/>
          </a:ln>
        </p:spPr>
        <p:txBody>
          <a:bodyPr lIns="0" tIns="0" rIns="0" bIns="0"/>
          <a:lstStyle/>
          <a:p>
            <a:pPr defTabSz="171450">
              <a:defRPr sz="1200">
                <a:solidFill>
                  <a:srgbClr val="000000"/>
                </a:solidFill>
                <a:latin typeface="Helvetica"/>
                <a:ea typeface="Helvetica"/>
                <a:cs typeface="Helvetica"/>
                <a:sym typeface="Helvetica"/>
              </a:defRPr>
            </a:pPr>
            <a:endParaRPr sz="500"/>
          </a:p>
        </p:txBody>
      </p:sp>
      <p:sp>
        <p:nvSpPr>
          <p:cNvPr id="29" name="原创设计师QQ598969553          _2"/>
          <p:cNvSpPr/>
          <p:nvPr/>
        </p:nvSpPr>
        <p:spPr>
          <a:xfrm>
            <a:off x="4596246" y="1685670"/>
            <a:ext cx="3103813" cy="1017139"/>
          </a:xfrm>
          <a:prstGeom prst="line">
            <a:avLst/>
          </a:prstGeom>
          <a:ln w="12700">
            <a:solidFill>
              <a:srgbClr val="A6AAA9"/>
            </a:solidFill>
            <a:miter lim="400000"/>
          </a:ln>
        </p:spPr>
        <p:txBody>
          <a:bodyPr lIns="0" tIns="0" rIns="0" bIns="0"/>
          <a:lstStyle/>
          <a:p>
            <a:pPr defTabSz="171450">
              <a:defRPr sz="1200">
                <a:solidFill>
                  <a:srgbClr val="000000"/>
                </a:solidFill>
                <a:latin typeface="Helvetica"/>
                <a:ea typeface="Helvetica"/>
                <a:cs typeface="Helvetica"/>
                <a:sym typeface="Helvetica"/>
              </a:defRPr>
            </a:pPr>
            <a:endParaRPr sz="500"/>
          </a:p>
        </p:txBody>
      </p:sp>
      <p:sp>
        <p:nvSpPr>
          <p:cNvPr id="30" name="原创设计师QQ598969553          _3"/>
          <p:cNvSpPr/>
          <p:nvPr/>
        </p:nvSpPr>
        <p:spPr>
          <a:xfrm>
            <a:off x="4600697" y="1685669"/>
            <a:ext cx="1561255" cy="1017140"/>
          </a:xfrm>
          <a:prstGeom prst="line">
            <a:avLst/>
          </a:prstGeom>
          <a:ln w="12700">
            <a:solidFill>
              <a:srgbClr val="A6AAA9"/>
            </a:solidFill>
            <a:miter lim="400000"/>
          </a:ln>
        </p:spPr>
        <p:txBody>
          <a:bodyPr lIns="0" tIns="0" rIns="0" bIns="0"/>
          <a:lstStyle/>
          <a:p>
            <a:pPr defTabSz="171450">
              <a:defRPr sz="1200">
                <a:solidFill>
                  <a:srgbClr val="000000"/>
                </a:solidFill>
                <a:latin typeface="Helvetica"/>
                <a:ea typeface="Helvetica"/>
                <a:cs typeface="Helvetica"/>
                <a:sym typeface="Helvetica"/>
              </a:defRPr>
            </a:pPr>
            <a:endParaRPr sz="500"/>
          </a:p>
        </p:txBody>
      </p:sp>
      <p:sp>
        <p:nvSpPr>
          <p:cNvPr id="31" name="原创设计师QQ598969553          _4"/>
          <p:cNvSpPr/>
          <p:nvPr/>
        </p:nvSpPr>
        <p:spPr>
          <a:xfrm flipH="1">
            <a:off x="3041579" y="1685669"/>
            <a:ext cx="1555238" cy="1011620"/>
          </a:xfrm>
          <a:prstGeom prst="line">
            <a:avLst/>
          </a:prstGeom>
          <a:ln w="12700">
            <a:solidFill>
              <a:srgbClr val="A6AAA9"/>
            </a:solidFill>
            <a:miter lim="400000"/>
          </a:ln>
        </p:spPr>
        <p:txBody>
          <a:bodyPr lIns="0" tIns="0" rIns="0" bIns="0"/>
          <a:lstStyle/>
          <a:p>
            <a:pPr defTabSz="171450">
              <a:defRPr sz="1200">
                <a:solidFill>
                  <a:srgbClr val="000000"/>
                </a:solidFill>
                <a:latin typeface="Helvetica"/>
                <a:ea typeface="Helvetica"/>
                <a:cs typeface="Helvetica"/>
                <a:sym typeface="Helvetica"/>
              </a:defRPr>
            </a:pPr>
            <a:endParaRPr sz="500"/>
          </a:p>
        </p:txBody>
      </p:sp>
      <p:sp>
        <p:nvSpPr>
          <p:cNvPr id="32" name="原创设计师QQ598969553          _5"/>
          <p:cNvSpPr/>
          <p:nvPr/>
        </p:nvSpPr>
        <p:spPr>
          <a:xfrm flipH="1">
            <a:off x="1486914" y="1685669"/>
            <a:ext cx="3109333" cy="1022660"/>
          </a:xfrm>
          <a:prstGeom prst="line">
            <a:avLst/>
          </a:prstGeom>
          <a:ln w="12700">
            <a:solidFill>
              <a:srgbClr val="A6AAA9"/>
            </a:solidFill>
            <a:miter lim="400000"/>
          </a:ln>
        </p:spPr>
        <p:txBody>
          <a:bodyPr lIns="0" tIns="0" rIns="0" bIns="0"/>
          <a:lstStyle/>
          <a:p>
            <a:pPr defTabSz="171450">
              <a:defRPr sz="1200">
                <a:solidFill>
                  <a:srgbClr val="000000"/>
                </a:solidFill>
                <a:latin typeface="Helvetica"/>
                <a:ea typeface="Helvetica"/>
                <a:cs typeface="Helvetica"/>
                <a:sym typeface="Helvetica"/>
              </a:defRPr>
            </a:pPr>
            <a:endParaRPr sz="500"/>
          </a:p>
        </p:txBody>
      </p:sp>
      <p:sp>
        <p:nvSpPr>
          <p:cNvPr id="5" name="原创设计师QQ598969553          _6"/>
          <p:cNvSpPr txBox="1"/>
          <p:nvPr/>
        </p:nvSpPr>
        <p:spPr>
          <a:xfrm>
            <a:off x="2803736" y="299722"/>
            <a:ext cx="3523130" cy="377026"/>
          </a:xfrm>
          <a:prstGeom prst="rect">
            <a:avLst/>
          </a:prstGeom>
          <a:noFill/>
        </p:spPr>
        <p:txBody>
          <a:bodyPr wrap="square" lIns="68580" tIns="34290" rIns="68580" bIns="34290" rtlCol="0">
            <a:spAutoFit/>
          </a:bodyPr>
          <a:lstStyle/>
          <a:p>
            <a:pPr algn="ctr"/>
            <a:r>
              <a:rPr lang="zh-CN" altLang="en-US" sz="2000" b="1" dirty="0">
                <a:solidFill>
                  <a:schemeClr val="tx1">
                    <a:lumMod val="65000"/>
                    <a:lumOff val="35000"/>
                  </a:schemeClr>
                </a:solidFill>
                <a:latin typeface="+mn-ea"/>
              </a:rPr>
              <a:t>添加标题文本内容</a:t>
            </a:r>
            <a:endParaRPr lang="en-US" altLang="zh-CN" sz="2000" b="1" dirty="0">
              <a:solidFill>
                <a:schemeClr val="tx1">
                  <a:lumMod val="65000"/>
                  <a:lumOff val="35000"/>
                </a:schemeClr>
              </a:solidFill>
              <a:latin typeface="+mn-ea"/>
            </a:endParaRPr>
          </a:p>
        </p:txBody>
      </p:sp>
      <p:grpSp>
        <p:nvGrpSpPr>
          <p:cNvPr id="3" name="原创设计师QQ598969553          _7"/>
          <p:cNvGrpSpPr/>
          <p:nvPr/>
        </p:nvGrpSpPr>
        <p:grpSpPr>
          <a:xfrm>
            <a:off x="3811785" y="930608"/>
            <a:ext cx="1504459" cy="1504459"/>
            <a:chOff x="4184106" y="2952206"/>
            <a:chExt cx="3823790" cy="3823790"/>
          </a:xfrm>
        </p:grpSpPr>
        <p:sp>
          <p:nvSpPr>
            <p:cNvPr id="4" name="椭圆 3"/>
            <p:cNvSpPr/>
            <p:nvPr/>
          </p:nvSpPr>
          <p:spPr>
            <a:xfrm>
              <a:off x="4184106" y="2952206"/>
              <a:ext cx="3823790" cy="3823790"/>
            </a:xfrm>
            <a:prstGeom prst="ellipse">
              <a:avLst/>
            </a:prstGeom>
            <a:gradFill>
              <a:gsLst>
                <a:gs pos="100000">
                  <a:schemeClr val="bg1">
                    <a:lumMod val="75000"/>
                  </a:schemeClr>
                </a:gs>
                <a:gs pos="0">
                  <a:schemeClr val="bg1"/>
                </a:gs>
              </a:gsLst>
              <a:lin ang="5400000" scaled="0"/>
            </a:gradFill>
            <a:ln w="9525">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grpSp>
          <p:nvGrpSpPr>
            <p:cNvPr id="6" name="组合 5"/>
            <p:cNvGrpSpPr/>
            <p:nvPr/>
          </p:nvGrpSpPr>
          <p:grpSpPr>
            <a:xfrm>
              <a:off x="4710169" y="3478269"/>
              <a:ext cx="2771663" cy="2771663"/>
              <a:chOff x="2193191" y="1899415"/>
              <a:chExt cx="2421376" cy="2421376"/>
            </a:xfrm>
            <a:effectLst/>
          </p:grpSpPr>
          <p:sp>
            <p:nvSpPr>
              <p:cNvPr id="7" name="椭圆 6"/>
              <p:cNvSpPr/>
              <p:nvPr/>
            </p:nvSpPr>
            <p:spPr>
              <a:xfrm>
                <a:off x="2193191" y="1899415"/>
                <a:ext cx="2421376" cy="2421376"/>
              </a:xfrm>
              <a:prstGeom prst="ellipse">
                <a:avLst/>
              </a:prstGeom>
              <a:solidFill>
                <a:schemeClr val="accent1"/>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3">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sp>
            <p:nvSpPr>
              <p:cNvPr id="8" name="椭圆 7"/>
              <p:cNvSpPr/>
              <p:nvPr/>
            </p:nvSpPr>
            <p:spPr>
              <a:xfrm>
                <a:off x="2386802" y="2093026"/>
                <a:ext cx="2034160" cy="2034160"/>
              </a:xfrm>
              <a:prstGeom prst="ellipse">
                <a:avLst/>
              </a:prstGeom>
              <a:solidFill>
                <a:schemeClr val="bg1">
                  <a:lumMod val="95000"/>
                </a:schemeClr>
              </a:solidFill>
              <a:ln w="50800">
                <a:noFill/>
              </a:ln>
              <a:effectLst>
                <a:outerShdw blurRad="76200" dist="38100" dir="2700000" algn="tl" rotWithShape="0">
                  <a:schemeClr val="accent3">
                    <a:lumMod val="50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100">
                  <a:solidFill>
                    <a:srgbClr val="FFFFFF"/>
                  </a:solidFill>
                  <a:latin typeface="Calibri"/>
                  <a:ea typeface="宋体" panose="02010600030101010101" pitchFamily="2" charset="-122"/>
                </a:endParaRPr>
              </a:p>
            </p:txBody>
          </p:sp>
        </p:grpSp>
      </p:grpSp>
      <p:sp>
        <p:nvSpPr>
          <p:cNvPr id="9" name="原创设计师QQ598969553          _8"/>
          <p:cNvSpPr txBox="1"/>
          <p:nvPr/>
        </p:nvSpPr>
        <p:spPr>
          <a:xfrm>
            <a:off x="4184846" y="1403986"/>
            <a:ext cx="771787" cy="544256"/>
          </a:xfrm>
          <a:prstGeom prst="rect">
            <a:avLst/>
          </a:prstGeom>
          <a:noFill/>
        </p:spPr>
        <p:txBody>
          <a:bodyPr wrap="square" lIns="112274" tIns="56136" rIns="112274" bIns="56136" rtlCol="0">
            <a:spAutoFit/>
          </a:bodyPr>
          <a:lstStyle/>
          <a:p>
            <a:pPr algn="ct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添加</a:t>
            </a:r>
            <a:endParaRPr lang="en-US" altLang="zh-CN" b="1"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关键字</a:t>
            </a:r>
          </a:p>
        </p:txBody>
      </p:sp>
      <p:grpSp>
        <p:nvGrpSpPr>
          <p:cNvPr id="10" name="原创设计师QQ598969553          _9"/>
          <p:cNvGrpSpPr/>
          <p:nvPr/>
        </p:nvGrpSpPr>
        <p:grpSpPr>
          <a:xfrm>
            <a:off x="1532026" y="3281910"/>
            <a:ext cx="6129582" cy="1041780"/>
            <a:chOff x="2207942" y="2018652"/>
            <a:chExt cx="7776116" cy="1220497"/>
          </a:xfrm>
        </p:grpSpPr>
        <p:sp>
          <p:nvSpPr>
            <p:cNvPr id="11" name="圆角矩形 10"/>
            <p:cNvSpPr/>
            <p:nvPr/>
          </p:nvSpPr>
          <p:spPr>
            <a:xfrm>
              <a:off x="2207942" y="2018652"/>
              <a:ext cx="7776116" cy="1220497"/>
            </a:xfrm>
            <a:prstGeom prst="roundRect">
              <a:avLst>
                <a:gd name="adj" fmla="val 50000"/>
              </a:avLst>
            </a:prstGeom>
            <a:solidFill>
              <a:schemeClr val="accent2"/>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12" name="圆角矩形 11"/>
            <p:cNvSpPr/>
            <p:nvPr/>
          </p:nvSpPr>
          <p:spPr>
            <a:xfrm>
              <a:off x="2314903" y="2115844"/>
              <a:ext cx="7562195" cy="1026111"/>
            </a:xfrm>
            <a:prstGeom prst="roundRect">
              <a:avLst>
                <a:gd name="adj" fmla="val 50000"/>
              </a:avLst>
            </a:prstGeom>
            <a:solidFill>
              <a:schemeClr val="bg1">
                <a:lumMod val="95000"/>
              </a:schemeClr>
            </a:solidFill>
            <a:ln w="50800">
              <a:noFill/>
            </a:ln>
            <a:effectLst>
              <a:outerShdw blurRad="127000" dist="63500" dir="2700000" algn="tl" rotWithShape="0">
                <a:schemeClr val="tx1">
                  <a:lumMod val="65000"/>
                  <a:lumOff val="35000"/>
                  <a:alpha val="64000"/>
                </a:schemeClr>
              </a:outerShdw>
            </a:effectLst>
            <a:scene3d>
              <a:camera prst="orthographicFront"/>
              <a:lightRig rig="threePt" dir="t"/>
            </a:scene3d>
            <a:sp3d prstMaterial="softEdge">
              <a:bevelT w="571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mn-ea"/>
              </a:endParaRPr>
            </a:p>
          </p:txBody>
        </p:sp>
      </p:grpSp>
      <p:grpSp>
        <p:nvGrpSpPr>
          <p:cNvPr id="13" name="原创设计师QQ598969553          _10"/>
          <p:cNvGrpSpPr/>
          <p:nvPr/>
        </p:nvGrpSpPr>
        <p:grpSpPr>
          <a:xfrm>
            <a:off x="799050" y="2499707"/>
            <a:ext cx="1387598" cy="467674"/>
            <a:chOff x="3237545" y="4561747"/>
            <a:chExt cx="1146960" cy="1146960"/>
          </a:xfrm>
        </p:grpSpPr>
        <p:sp>
          <p:nvSpPr>
            <p:cNvPr id="14" name="圆角矩形 13"/>
            <p:cNvSpPr/>
            <p:nvPr/>
          </p:nvSpPr>
          <p:spPr>
            <a:xfrm>
              <a:off x="3237545" y="4561747"/>
              <a:ext cx="1146960" cy="1146960"/>
            </a:xfrm>
            <a:prstGeom prst="roundRect">
              <a:avLst>
                <a:gd name="adj" fmla="val 9039"/>
              </a:avLst>
            </a:prstGeom>
            <a:solidFill>
              <a:schemeClr val="accent1"/>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15" name="圆角矩形 14"/>
            <p:cNvSpPr/>
            <p:nvPr/>
          </p:nvSpPr>
          <p:spPr>
            <a:xfrm>
              <a:off x="3294838" y="4757465"/>
              <a:ext cx="1032367" cy="773634"/>
            </a:xfrm>
            <a:prstGeom prst="roundRect">
              <a:avLst>
                <a:gd name="adj" fmla="val 9613"/>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2540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16" name="原创设计师QQ598969553          _11"/>
          <p:cNvGrpSpPr/>
          <p:nvPr/>
        </p:nvGrpSpPr>
        <p:grpSpPr>
          <a:xfrm>
            <a:off x="2353494" y="2499707"/>
            <a:ext cx="1387598" cy="467674"/>
            <a:chOff x="3237545" y="4561747"/>
            <a:chExt cx="1146960" cy="1146960"/>
          </a:xfrm>
        </p:grpSpPr>
        <p:sp>
          <p:nvSpPr>
            <p:cNvPr id="17" name="圆角矩形 16"/>
            <p:cNvSpPr/>
            <p:nvPr/>
          </p:nvSpPr>
          <p:spPr>
            <a:xfrm>
              <a:off x="3237545" y="4561747"/>
              <a:ext cx="1146960" cy="1146960"/>
            </a:xfrm>
            <a:prstGeom prst="roundRect">
              <a:avLst>
                <a:gd name="adj" fmla="val 9039"/>
              </a:avLst>
            </a:prstGeom>
            <a:solidFill>
              <a:schemeClr val="accent2"/>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18" name="圆角矩形 17"/>
            <p:cNvSpPr/>
            <p:nvPr/>
          </p:nvSpPr>
          <p:spPr>
            <a:xfrm>
              <a:off x="3294838" y="4757465"/>
              <a:ext cx="1032367" cy="773634"/>
            </a:xfrm>
            <a:prstGeom prst="roundRect">
              <a:avLst>
                <a:gd name="adj" fmla="val 9613"/>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2540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19" name="原创设计师QQ598969553          _12"/>
          <p:cNvGrpSpPr/>
          <p:nvPr/>
        </p:nvGrpSpPr>
        <p:grpSpPr>
          <a:xfrm>
            <a:off x="3882780" y="2499707"/>
            <a:ext cx="1387598" cy="467674"/>
            <a:chOff x="3237545" y="4561747"/>
            <a:chExt cx="1146960" cy="1146960"/>
          </a:xfrm>
        </p:grpSpPr>
        <p:sp>
          <p:nvSpPr>
            <p:cNvPr id="20" name="圆角矩形 19"/>
            <p:cNvSpPr/>
            <p:nvPr/>
          </p:nvSpPr>
          <p:spPr>
            <a:xfrm>
              <a:off x="3237545" y="4561747"/>
              <a:ext cx="1146960" cy="1146960"/>
            </a:xfrm>
            <a:prstGeom prst="roundRect">
              <a:avLst>
                <a:gd name="adj" fmla="val 9039"/>
              </a:avLst>
            </a:prstGeom>
            <a:solidFill>
              <a:schemeClr val="accent1"/>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21" name="圆角矩形 20"/>
            <p:cNvSpPr/>
            <p:nvPr/>
          </p:nvSpPr>
          <p:spPr>
            <a:xfrm>
              <a:off x="3294838" y="4757465"/>
              <a:ext cx="1032367" cy="773634"/>
            </a:xfrm>
            <a:prstGeom prst="roundRect">
              <a:avLst>
                <a:gd name="adj" fmla="val 9613"/>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2540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22" name="原创设计师QQ598969553          _13"/>
          <p:cNvGrpSpPr/>
          <p:nvPr/>
        </p:nvGrpSpPr>
        <p:grpSpPr>
          <a:xfrm>
            <a:off x="5398110" y="2499707"/>
            <a:ext cx="1387598" cy="467674"/>
            <a:chOff x="3237545" y="4561747"/>
            <a:chExt cx="1146960" cy="1146960"/>
          </a:xfrm>
        </p:grpSpPr>
        <p:sp>
          <p:nvSpPr>
            <p:cNvPr id="23" name="圆角矩形 22"/>
            <p:cNvSpPr/>
            <p:nvPr/>
          </p:nvSpPr>
          <p:spPr>
            <a:xfrm>
              <a:off x="3237545" y="4561747"/>
              <a:ext cx="1146960" cy="1146960"/>
            </a:xfrm>
            <a:prstGeom prst="roundRect">
              <a:avLst>
                <a:gd name="adj" fmla="val 9039"/>
              </a:avLst>
            </a:prstGeom>
            <a:solidFill>
              <a:schemeClr val="accent2"/>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24" name="圆角矩形 23"/>
            <p:cNvSpPr/>
            <p:nvPr/>
          </p:nvSpPr>
          <p:spPr>
            <a:xfrm>
              <a:off x="3294838" y="4757465"/>
              <a:ext cx="1032367" cy="773634"/>
            </a:xfrm>
            <a:prstGeom prst="roundRect">
              <a:avLst>
                <a:gd name="adj" fmla="val 9613"/>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2540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25" name="原创设计师QQ598969553          _14"/>
          <p:cNvGrpSpPr/>
          <p:nvPr/>
        </p:nvGrpSpPr>
        <p:grpSpPr>
          <a:xfrm>
            <a:off x="6927432" y="2499707"/>
            <a:ext cx="1387598" cy="467674"/>
            <a:chOff x="3237545" y="4561747"/>
            <a:chExt cx="1146960" cy="1146960"/>
          </a:xfrm>
        </p:grpSpPr>
        <p:sp>
          <p:nvSpPr>
            <p:cNvPr id="26" name="圆角矩形 25"/>
            <p:cNvSpPr/>
            <p:nvPr/>
          </p:nvSpPr>
          <p:spPr>
            <a:xfrm>
              <a:off x="3237545" y="4561747"/>
              <a:ext cx="1146960" cy="1146960"/>
            </a:xfrm>
            <a:prstGeom prst="roundRect">
              <a:avLst>
                <a:gd name="adj" fmla="val 9039"/>
              </a:avLst>
            </a:prstGeom>
            <a:solidFill>
              <a:schemeClr val="accent1"/>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27" name="圆角矩形 26"/>
            <p:cNvSpPr/>
            <p:nvPr/>
          </p:nvSpPr>
          <p:spPr>
            <a:xfrm>
              <a:off x="3294838" y="4757465"/>
              <a:ext cx="1032367" cy="773634"/>
            </a:xfrm>
            <a:prstGeom prst="roundRect">
              <a:avLst>
                <a:gd name="adj" fmla="val 9613"/>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2540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sp>
        <p:nvSpPr>
          <p:cNvPr id="33" name="原创设计师QQ598969553          _15"/>
          <p:cNvSpPr txBox="1">
            <a:spLocks/>
          </p:cNvSpPr>
          <p:nvPr/>
        </p:nvSpPr>
        <p:spPr>
          <a:xfrm>
            <a:off x="2166476" y="3495180"/>
            <a:ext cx="4796980" cy="567616"/>
          </a:xfrm>
          <a:prstGeom prst="rect">
            <a:avLst/>
          </a:prstGeom>
        </p:spPr>
        <p:txBody>
          <a:bodyPr vert="horz" lIns="0" tIns="0" rIns="0" bIns="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pPr>
            <a:r>
              <a:rPr lang="zh-CN" altLang="en-US" sz="1100" dirty="0">
                <a:solidFill>
                  <a:schemeClr val="tx1">
                    <a:lumMod val="75000"/>
                    <a:lumOff val="25000"/>
                  </a:schemeClr>
                </a:solidFill>
                <a:latin typeface="微软雅黑" pitchFamily="34" charset="-122"/>
                <a:ea typeface="微软雅黑" pitchFamily="34" charset="-122"/>
              </a:rPr>
              <a:t>详写内容</a:t>
            </a:r>
            <a:r>
              <a:rPr lang="en-US" altLang="zh-CN" sz="1100" dirty="0">
                <a:solidFill>
                  <a:schemeClr val="tx1">
                    <a:lumMod val="75000"/>
                    <a:lumOff val="25000"/>
                  </a:schemeClr>
                </a:solidFill>
                <a:latin typeface="微软雅黑" pitchFamily="34" charset="-122"/>
                <a:ea typeface="微软雅黑" pitchFamily="34" charset="-122"/>
              </a:rPr>
              <a:t>……</a:t>
            </a:r>
            <a:r>
              <a:rPr lang="zh-CN" altLang="en-US" sz="11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点击输入本栏的具体文字，简明扼要的说明分项内容，此为概念图解，请根据您的具体内容酌情修改。详写内容</a:t>
            </a:r>
            <a:r>
              <a:rPr lang="en-US" altLang="zh-CN" sz="1100" dirty="0">
                <a:solidFill>
                  <a:schemeClr val="tx1">
                    <a:lumMod val="75000"/>
                    <a:lumOff val="25000"/>
                  </a:schemeClr>
                </a:solidFill>
                <a:latin typeface="微软雅黑" pitchFamily="34" charset="-122"/>
                <a:ea typeface="微软雅黑" pitchFamily="34" charset="-122"/>
              </a:rPr>
              <a:t>……</a:t>
            </a:r>
            <a:r>
              <a:rPr lang="zh-CN" altLang="en-US" sz="11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100" dirty="0">
              <a:solidFill>
                <a:schemeClr val="tx1">
                  <a:lumMod val="75000"/>
                  <a:lumOff val="25000"/>
                </a:schemeClr>
              </a:solidFill>
              <a:latin typeface="微软雅黑" pitchFamily="34" charset="-122"/>
              <a:ea typeface="微软雅黑" pitchFamily="34" charset="-122"/>
            </a:endParaRPr>
          </a:p>
        </p:txBody>
      </p:sp>
      <p:sp>
        <p:nvSpPr>
          <p:cNvPr id="34" name="原创设计师QQ598969553          _16"/>
          <p:cNvSpPr txBox="1">
            <a:spLocks/>
          </p:cNvSpPr>
          <p:nvPr/>
        </p:nvSpPr>
        <p:spPr>
          <a:xfrm>
            <a:off x="2339137" y="2584112"/>
            <a:ext cx="1407470" cy="306559"/>
          </a:xfrm>
          <a:prstGeom prst="rect">
            <a:avLst/>
          </a:prstGeom>
        </p:spPr>
        <p:txBody>
          <a:bodyPr anchor="ct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点击输入内容</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5" name="原创设计师QQ598969553          _17"/>
          <p:cNvSpPr txBox="1">
            <a:spLocks/>
          </p:cNvSpPr>
          <p:nvPr/>
        </p:nvSpPr>
        <p:spPr>
          <a:xfrm>
            <a:off x="3875146" y="2584112"/>
            <a:ext cx="1407470" cy="306559"/>
          </a:xfrm>
          <a:prstGeom prst="rect">
            <a:avLst/>
          </a:prstGeom>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点击输入内容</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6" name="原创设计师QQ598969553          _18"/>
          <p:cNvSpPr txBox="1">
            <a:spLocks/>
          </p:cNvSpPr>
          <p:nvPr/>
        </p:nvSpPr>
        <p:spPr>
          <a:xfrm>
            <a:off x="5391686" y="2584112"/>
            <a:ext cx="1407470" cy="306559"/>
          </a:xfrm>
          <a:prstGeom prst="rect">
            <a:avLst/>
          </a:prstGeom>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点击输入内容</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7" name="原创设计师QQ598969553          _19"/>
          <p:cNvSpPr txBox="1">
            <a:spLocks/>
          </p:cNvSpPr>
          <p:nvPr/>
        </p:nvSpPr>
        <p:spPr>
          <a:xfrm>
            <a:off x="804028" y="2584112"/>
            <a:ext cx="1407470" cy="306559"/>
          </a:xfrm>
          <a:prstGeom prst="rect">
            <a:avLst/>
          </a:prstGeom>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点击输入内容</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8" name="原创设计师QQ598969553          _20"/>
          <p:cNvSpPr txBox="1">
            <a:spLocks/>
          </p:cNvSpPr>
          <p:nvPr/>
        </p:nvSpPr>
        <p:spPr>
          <a:xfrm>
            <a:off x="6931285" y="2583392"/>
            <a:ext cx="1407470" cy="306559"/>
          </a:xfrm>
          <a:prstGeom prst="rect">
            <a:avLst/>
          </a:prstGeom>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点击输入内容</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39" name="Picture 64"/>
          <p:cNvPicPr>
            <a:picLocks noGrp="1" noSelect="1" noRot="1" noChangeAspect="1" noMove="1" noResize="1" noChangeShapeType="1"/>
          </p:cNvPicPr>
          <p:nvPr/>
        </p:nvPicPr>
        <p:blipFill>
          <a:blip r:embed="rId3"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1393177807"/>
      </p:ext>
    </p:extLst>
  </p:cSld>
  <p:clrMapOvr>
    <a:masterClrMapping/>
  </p:clrMapOvr>
  <p:transition spd="slow" advClick="0"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childTnLst>
                          </p:cTn>
                        </p:par>
                        <p:par>
                          <p:cTn id="15" fill="hold">
                            <p:stCondLst>
                              <p:cond delay="500"/>
                            </p:stCondLst>
                            <p:childTnLst>
                              <p:par>
                                <p:cTn id="16" presetID="22" presetClass="entr" presetSubtype="1" fill="hold" grpId="0" nodeType="afterEffect">
                                  <p:stCondLst>
                                    <p:cond delay="0"/>
                                  </p:stCondLst>
                                  <p:childTnLst>
                                    <p:set>
                                      <p:cBhvr>
                                        <p:cTn id="17" dur="1" fill="hold">
                                          <p:stCondLst>
                                            <p:cond delay="0"/>
                                          </p:stCondLst>
                                        </p:cTn>
                                        <p:tgtEl>
                                          <p:spTgt spid="32"/>
                                        </p:tgtEl>
                                        <p:attrNameLst>
                                          <p:attrName>style.visibility</p:attrName>
                                        </p:attrNameLst>
                                      </p:cBhvr>
                                      <p:to>
                                        <p:strVal val="visible"/>
                                      </p:to>
                                    </p:set>
                                    <p:animEffect transition="in" filter="wipe(up)">
                                      <p:cBhvr>
                                        <p:cTn id="18" dur="300"/>
                                        <p:tgtEl>
                                          <p:spTgt spid="32"/>
                                        </p:tgtEl>
                                      </p:cBhvr>
                                    </p:animEffect>
                                  </p:childTnLst>
                                </p:cTn>
                              </p:par>
                            </p:childTnLst>
                          </p:cTn>
                        </p:par>
                        <p:par>
                          <p:cTn id="19" fill="hold">
                            <p:stCondLst>
                              <p:cond delay="800"/>
                            </p:stCondLst>
                            <p:childTnLst>
                              <p:par>
                                <p:cTn id="20" presetID="53" presetClass="entr" presetSubtype="16" fill="hold" nodeType="after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p:cTn id="22" dur="500" fill="hold"/>
                                        <p:tgtEl>
                                          <p:spTgt spid="13"/>
                                        </p:tgtEl>
                                        <p:attrNameLst>
                                          <p:attrName>ppt_w</p:attrName>
                                        </p:attrNameLst>
                                      </p:cBhvr>
                                      <p:tavLst>
                                        <p:tav tm="0">
                                          <p:val>
                                            <p:fltVal val="0"/>
                                          </p:val>
                                        </p:tav>
                                        <p:tav tm="100000">
                                          <p:val>
                                            <p:strVal val="#ppt_w"/>
                                          </p:val>
                                        </p:tav>
                                      </p:tavLst>
                                    </p:anim>
                                    <p:anim calcmode="lin" valueType="num">
                                      <p:cBhvr>
                                        <p:cTn id="23" dur="500" fill="hold"/>
                                        <p:tgtEl>
                                          <p:spTgt spid="13"/>
                                        </p:tgtEl>
                                        <p:attrNameLst>
                                          <p:attrName>ppt_h</p:attrName>
                                        </p:attrNameLst>
                                      </p:cBhvr>
                                      <p:tavLst>
                                        <p:tav tm="0">
                                          <p:val>
                                            <p:fltVal val="0"/>
                                          </p:val>
                                        </p:tav>
                                        <p:tav tm="100000">
                                          <p:val>
                                            <p:strVal val="#ppt_h"/>
                                          </p:val>
                                        </p:tav>
                                      </p:tavLst>
                                    </p:anim>
                                    <p:animEffect transition="in" filter="fade">
                                      <p:cBhvr>
                                        <p:cTn id="24" dur="500"/>
                                        <p:tgtEl>
                                          <p:spTgt spid="13"/>
                                        </p:tgtEl>
                                      </p:cBhvr>
                                    </p:animEffect>
                                  </p:childTnLst>
                                </p:cTn>
                              </p:par>
                            </p:childTnLst>
                          </p:cTn>
                        </p:par>
                        <p:par>
                          <p:cTn id="25" fill="hold">
                            <p:stCondLst>
                              <p:cond delay="1300"/>
                            </p:stCondLst>
                            <p:childTnLst>
                              <p:par>
                                <p:cTn id="26" presetID="10" presetClass="entr" presetSubtype="0" fill="hold" grpId="0" nodeType="afterEffect">
                                  <p:stCondLst>
                                    <p:cond delay="0"/>
                                  </p:stCondLst>
                                  <p:childTnLst>
                                    <p:set>
                                      <p:cBhvr>
                                        <p:cTn id="27" dur="1" fill="hold">
                                          <p:stCondLst>
                                            <p:cond delay="0"/>
                                          </p:stCondLst>
                                        </p:cTn>
                                        <p:tgtEl>
                                          <p:spTgt spid="37"/>
                                        </p:tgtEl>
                                        <p:attrNameLst>
                                          <p:attrName>style.visibility</p:attrName>
                                        </p:attrNameLst>
                                      </p:cBhvr>
                                      <p:to>
                                        <p:strVal val="visible"/>
                                      </p:to>
                                    </p:set>
                                    <p:animEffect transition="in" filter="fade">
                                      <p:cBhvr>
                                        <p:cTn id="28" dur="500"/>
                                        <p:tgtEl>
                                          <p:spTgt spid="37"/>
                                        </p:tgtEl>
                                      </p:cBhvr>
                                    </p:animEffect>
                                  </p:childTnLst>
                                </p:cTn>
                              </p:par>
                            </p:childTnLst>
                          </p:cTn>
                        </p:par>
                        <p:par>
                          <p:cTn id="29" fill="hold">
                            <p:stCondLst>
                              <p:cond delay="1800"/>
                            </p:stCondLst>
                            <p:childTnLst>
                              <p:par>
                                <p:cTn id="30" presetID="22" presetClass="entr" presetSubtype="1" fill="hold" grpId="0" nodeType="after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wipe(up)">
                                      <p:cBhvr>
                                        <p:cTn id="32" dur="300"/>
                                        <p:tgtEl>
                                          <p:spTgt spid="31"/>
                                        </p:tgtEl>
                                      </p:cBhvr>
                                    </p:animEffect>
                                  </p:childTnLst>
                                </p:cTn>
                              </p:par>
                            </p:childTnLst>
                          </p:cTn>
                        </p:par>
                        <p:par>
                          <p:cTn id="33" fill="hold">
                            <p:stCondLst>
                              <p:cond delay="2100"/>
                            </p:stCondLst>
                            <p:childTnLst>
                              <p:par>
                                <p:cTn id="34" presetID="53" presetClass="entr" presetSubtype="16" fill="hold" nodeType="afterEffect">
                                  <p:stCondLst>
                                    <p:cond delay="0"/>
                                  </p:stCondLst>
                                  <p:childTnLst>
                                    <p:set>
                                      <p:cBhvr>
                                        <p:cTn id="35" dur="1" fill="hold">
                                          <p:stCondLst>
                                            <p:cond delay="0"/>
                                          </p:stCondLst>
                                        </p:cTn>
                                        <p:tgtEl>
                                          <p:spTgt spid="16"/>
                                        </p:tgtEl>
                                        <p:attrNameLst>
                                          <p:attrName>style.visibility</p:attrName>
                                        </p:attrNameLst>
                                      </p:cBhvr>
                                      <p:to>
                                        <p:strVal val="visible"/>
                                      </p:to>
                                    </p:set>
                                    <p:anim calcmode="lin" valueType="num">
                                      <p:cBhvr>
                                        <p:cTn id="36" dur="500" fill="hold"/>
                                        <p:tgtEl>
                                          <p:spTgt spid="16"/>
                                        </p:tgtEl>
                                        <p:attrNameLst>
                                          <p:attrName>ppt_w</p:attrName>
                                        </p:attrNameLst>
                                      </p:cBhvr>
                                      <p:tavLst>
                                        <p:tav tm="0">
                                          <p:val>
                                            <p:fltVal val="0"/>
                                          </p:val>
                                        </p:tav>
                                        <p:tav tm="100000">
                                          <p:val>
                                            <p:strVal val="#ppt_w"/>
                                          </p:val>
                                        </p:tav>
                                      </p:tavLst>
                                    </p:anim>
                                    <p:anim calcmode="lin" valueType="num">
                                      <p:cBhvr>
                                        <p:cTn id="37" dur="500" fill="hold"/>
                                        <p:tgtEl>
                                          <p:spTgt spid="16"/>
                                        </p:tgtEl>
                                        <p:attrNameLst>
                                          <p:attrName>ppt_h</p:attrName>
                                        </p:attrNameLst>
                                      </p:cBhvr>
                                      <p:tavLst>
                                        <p:tav tm="0">
                                          <p:val>
                                            <p:fltVal val="0"/>
                                          </p:val>
                                        </p:tav>
                                        <p:tav tm="100000">
                                          <p:val>
                                            <p:strVal val="#ppt_h"/>
                                          </p:val>
                                        </p:tav>
                                      </p:tavLst>
                                    </p:anim>
                                    <p:animEffect transition="in" filter="fade">
                                      <p:cBhvr>
                                        <p:cTn id="38" dur="500"/>
                                        <p:tgtEl>
                                          <p:spTgt spid="16"/>
                                        </p:tgtEl>
                                      </p:cBhvr>
                                    </p:animEffect>
                                  </p:childTnLst>
                                </p:cTn>
                              </p:par>
                            </p:childTnLst>
                          </p:cTn>
                        </p:par>
                        <p:par>
                          <p:cTn id="39" fill="hold">
                            <p:stCondLst>
                              <p:cond delay="2600"/>
                            </p:stCondLst>
                            <p:childTnLst>
                              <p:par>
                                <p:cTn id="40" presetID="10" presetClass="entr" presetSubtype="0" fill="hold" grpId="0" nodeType="afterEffect">
                                  <p:stCondLst>
                                    <p:cond delay="0"/>
                                  </p:stCondLst>
                                  <p:childTnLst>
                                    <p:set>
                                      <p:cBhvr>
                                        <p:cTn id="41" dur="1" fill="hold">
                                          <p:stCondLst>
                                            <p:cond delay="0"/>
                                          </p:stCondLst>
                                        </p:cTn>
                                        <p:tgtEl>
                                          <p:spTgt spid="34">
                                            <p:txEl>
                                              <p:pRg st="0" end="0"/>
                                            </p:txEl>
                                          </p:spTgt>
                                        </p:tgtEl>
                                        <p:attrNameLst>
                                          <p:attrName>style.visibility</p:attrName>
                                        </p:attrNameLst>
                                      </p:cBhvr>
                                      <p:to>
                                        <p:strVal val="visible"/>
                                      </p:to>
                                    </p:set>
                                    <p:animEffect transition="in" filter="fade">
                                      <p:cBhvr>
                                        <p:cTn id="42" dur="500"/>
                                        <p:tgtEl>
                                          <p:spTgt spid="34">
                                            <p:txEl>
                                              <p:pRg st="0" end="0"/>
                                            </p:txEl>
                                          </p:spTgt>
                                        </p:tgtEl>
                                      </p:cBhvr>
                                    </p:animEffect>
                                  </p:childTnLst>
                                </p:cTn>
                              </p:par>
                            </p:childTnLst>
                          </p:cTn>
                        </p:par>
                        <p:par>
                          <p:cTn id="43" fill="hold">
                            <p:stCondLst>
                              <p:cond delay="3100"/>
                            </p:stCondLst>
                            <p:childTnLst>
                              <p:par>
                                <p:cTn id="44" presetID="22" presetClass="entr" presetSubtype="1" fill="hold" grpId="0" nodeType="after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wipe(up)">
                                      <p:cBhvr>
                                        <p:cTn id="46" dur="300"/>
                                        <p:tgtEl>
                                          <p:spTgt spid="28"/>
                                        </p:tgtEl>
                                      </p:cBhvr>
                                    </p:animEffect>
                                  </p:childTnLst>
                                </p:cTn>
                              </p:par>
                            </p:childTnLst>
                          </p:cTn>
                        </p:par>
                        <p:par>
                          <p:cTn id="47" fill="hold">
                            <p:stCondLst>
                              <p:cond delay="3400"/>
                            </p:stCondLst>
                            <p:childTnLst>
                              <p:par>
                                <p:cTn id="48" presetID="53" presetClass="entr" presetSubtype="16" fill="hold" nodeType="afterEffect">
                                  <p:stCondLst>
                                    <p:cond delay="0"/>
                                  </p:stCondLst>
                                  <p:childTnLst>
                                    <p:set>
                                      <p:cBhvr>
                                        <p:cTn id="49" dur="1" fill="hold">
                                          <p:stCondLst>
                                            <p:cond delay="0"/>
                                          </p:stCondLst>
                                        </p:cTn>
                                        <p:tgtEl>
                                          <p:spTgt spid="19"/>
                                        </p:tgtEl>
                                        <p:attrNameLst>
                                          <p:attrName>style.visibility</p:attrName>
                                        </p:attrNameLst>
                                      </p:cBhvr>
                                      <p:to>
                                        <p:strVal val="visible"/>
                                      </p:to>
                                    </p:set>
                                    <p:anim calcmode="lin" valueType="num">
                                      <p:cBhvr>
                                        <p:cTn id="50" dur="500" fill="hold"/>
                                        <p:tgtEl>
                                          <p:spTgt spid="19"/>
                                        </p:tgtEl>
                                        <p:attrNameLst>
                                          <p:attrName>ppt_w</p:attrName>
                                        </p:attrNameLst>
                                      </p:cBhvr>
                                      <p:tavLst>
                                        <p:tav tm="0">
                                          <p:val>
                                            <p:fltVal val="0"/>
                                          </p:val>
                                        </p:tav>
                                        <p:tav tm="100000">
                                          <p:val>
                                            <p:strVal val="#ppt_w"/>
                                          </p:val>
                                        </p:tav>
                                      </p:tavLst>
                                    </p:anim>
                                    <p:anim calcmode="lin" valueType="num">
                                      <p:cBhvr>
                                        <p:cTn id="51" dur="500" fill="hold"/>
                                        <p:tgtEl>
                                          <p:spTgt spid="19"/>
                                        </p:tgtEl>
                                        <p:attrNameLst>
                                          <p:attrName>ppt_h</p:attrName>
                                        </p:attrNameLst>
                                      </p:cBhvr>
                                      <p:tavLst>
                                        <p:tav tm="0">
                                          <p:val>
                                            <p:fltVal val="0"/>
                                          </p:val>
                                        </p:tav>
                                        <p:tav tm="100000">
                                          <p:val>
                                            <p:strVal val="#ppt_h"/>
                                          </p:val>
                                        </p:tav>
                                      </p:tavLst>
                                    </p:anim>
                                    <p:animEffect transition="in" filter="fade">
                                      <p:cBhvr>
                                        <p:cTn id="52" dur="500"/>
                                        <p:tgtEl>
                                          <p:spTgt spid="19"/>
                                        </p:tgtEl>
                                      </p:cBhvr>
                                    </p:animEffect>
                                  </p:childTnLst>
                                </p:cTn>
                              </p:par>
                            </p:childTnLst>
                          </p:cTn>
                        </p:par>
                        <p:par>
                          <p:cTn id="53" fill="hold">
                            <p:stCondLst>
                              <p:cond delay="3900"/>
                            </p:stCondLst>
                            <p:childTnLst>
                              <p:par>
                                <p:cTn id="54" presetID="10" presetClass="entr" presetSubtype="0" fill="hold" grpId="0" nodeType="afterEffect">
                                  <p:stCondLst>
                                    <p:cond delay="0"/>
                                  </p:stCondLst>
                                  <p:childTnLst>
                                    <p:set>
                                      <p:cBhvr>
                                        <p:cTn id="55" dur="1" fill="hold">
                                          <p:stCondLst>
                                            <p:cond delay="0"/>
                                          </p:stCondLst>
                                        </p:cTn>
                                        <p:tgtEl>
                                          <p:spTgt spid="35"/>
                                        </p:tgtEl>
                                        <p:attrNameLst>
                                          <p:attrName>style.visibility</p:attrName>
                                        </p:attrNameLst>
                                      </p:cBhvr>
                                      <p:to>
                                        <p:strVal val="visible"/>
                                      </p:to>
                                    </p:set>
                                    <p:animEffect transition="in" filter="fade">
                                      <p:cBhvr>
                                        <p:cTn id="56" dur="500"/>
                                        <p:tgtEl>
                                          <p:spTgt spid="35"/>
                                        </p:tgtEl>
                                      </p:cBhvr>
                                    </p:animEffect>
                                  </p:childTnLst>
                                </p:cTn>
                              </p:par>
                            </p:childTnLst>
                          </p:cTn>
                        </p:par>
                        <p:par>
                          <p:cTn id="57" fill="hold">
                            <p:stCondLst>
                              <p:cond delay="4400"/>
                            </p:stCondLst>
                            <p:childTnLst>
                              <p:par>
                                <p:cTn id="58" presetID="22" presetClass="entr" presetSubtype="1" fill="hold" grpId="0" nodeType="afterEffect">
                                  <p:stCondLst>
                                    <p:cond delay="0"/>
                                  </p:stCondLst>
                                  <p:childTnLst>
                                    <p:set>
                                      <p:cBhvr>
                                        <p:cTn id="59" dur="1" fill="hold">
                                          <p:stCondLst>
                                            <p:cond delay="0"/>
                                          </p:stCondLst>
                                        </p:cTn>
                                        <p:tgtEl>
                                          <p:spTgt spid="30"/>
                                        </p:tgtEl>
                                        <p:attrNameLst>
                                          <p:attrName>style.visibility</p:attrName>
                                        </p:attrNameLst>
                                      </p:cBhvr>
                                      <p:to>
                                        <p:strVal val="visible"/>
                                      </p:to>
                                    </p:set>
                                    <p:animEffect transition="in" filter="wipe(up)">
                                      <p:cBhvr>
                                        <p:cTn id="60" dur="300"/>
                                        <p:tgtEl>
                                          <p:spTgt spid="30"/>
                                        </p:tgtEl>
                                      </p:cBhvr>
                                    </p:animEffect>
                                  </p:childTnLst>
                                </p:cTn>
                              </p:par>
                            </p:childTnLst>
                          </p:cTn>
                        </p:par>
                        <p:par>
                          <p:cTn id="61" fill="hold">
                            <p:stCondLst>
                              <p:cond delay="4700"/>
                            </p:stCondLst>
                            <p:childTnLst>
                              <p:par>
                                <p:cTn id="62" presetID="53" presetClass="entr" presetSubtype="16" fill="hold" nodeType="afterEffect">
                                  <p:stCondLst>
                                    <p:cond delay="0"/>
                                  </p:stCondLst>
                                  <p:childTnLst>
                                    <p:set>
                                      <p:cBhvr>
                                        <p:cTn id="63" dur="1" fill="hold">
                                          <p:stCondLst>
                                            <p:cond delay="0"/>
                                          </p:stCondLst>
                                        </p:cTn>
                                        <p:tgtEl>
                                          <p:spTgt spid="22"/>
                                        </p:tgtEl>
                                        <p:attrNameLst>
                                          <p:attrName>style.visibility</p:attrName>
                                        </p:attrNameLst>
                                      </p:cBhvr>
                                      <p:to>
                                        <p:strVal val="visible"/>
                                      </p:to>
                                    </p:set>
                                    <p:anim calcmode="lin" valueType="num">
                                      <p:cBhvr>
                                        <p:cTn id="64" dur="500" fill="hold"/>
                                        <p:tgtEl>
                                          <p:spTgt spid="22"/>
                                        </p:tgtEl>
                                        <p:attrNameLst>
                                          <p:attrName>ppt_w</p:attrName>
                                        </p:attrNameLst>
                                      </p:cBhvr>
                                      <p:tavLst>
                                        <p:tav tm="0">
                                          <p:val>
                                            <p:fltVal val="0"/>
                                          </p:val>
                                        </p:tav>
                                        <p:tav tm="100000">
                                          <p:val>
                                            <p:strVal val="#ppt_w"/>
                                          </p:val>
                                        </p:tav>
                                      </p:tavLst>
                                    </p:anim>
                                    <p:anim calcmode="lin" valueType="num">
                                      <p:cBhvr>
                                        <p:cTn id="65" dur="500" fill="hold"/>
                                        <p:tgtEl>
                                          <p:spTgt spid="22"/>
                                        </p:tgtEl>
                                        <p:attrNameLst>
                                          <p:attrName>ppt_h</p:attrName>
                                        </p:attrNameLst>
                                      </p:cBhvr>
                                      <p:tavLst>
                                        <p:tav tm="0">
                                          <p:val>
                                            <p:fltVal val="0"/>
                                          </p:val>
                                        </p:tav>
                                        <p:tav tm="100000">
                                          <p:val>
                                            <p:strVal val="#ppt_h"/>
                                          </p:val>
                                        </p:tav>
                                      </p:tavLst>
                                    </p:anim>
                                    <p:animEffect transition="in" filter="fade">
                                      <p:cBhvr>
                                        <p:cTn id="66" dur="500"/>
                                        <p:tgtEl>
                                          <p:spTgt spid="22"/>
                                        </p:tgtEl>
                                      </p:cBhvr>
                                    </p:animEffect>
                                  </p:childTnLst>
                                </p:cTn>
                              </p:par>
                            </p:childTnLst>
                          </p:cTn>
                        </p:par>
                        <p:par>
                          <p:cTn id="67" fill="hold">
                            <p:stCondLst>
                              <p:cond delay="5200"/>
                            </p:stCondLst>
                            <p:childTnLst>
                              <p:par>
                                <p:cTn id="68" presetID="10" presetClass="entr" presetSubtype="0" fill="hold" grpId="0" nodeType="afterEffect">
                                  <p:stCondLst>
                                    <p:cond delay="0"/>
                                  </p:stCondLst>
                                  <p:childTnLst>
                                    <p:set>
                                      <p:cBhvr>
                                        <p:cTn id="69" dur="1" fill="hold">
                                          <p:stCondLst>
                                            <p:cond delay="0"/>
                                          </p:stCondLst>
                                        </p:cTn>
                                        <p:tgtEl>
                                          <p:spTgt spid="36"/>
                                        </p:tgtEl>
                                        <p:attrNameLst>
                                          <p:attrName>style.visibility</p:attrName>
                                        </p:attrNameLst>
                                      </p:cBhvr>
                                      <p:to>
                                        <p:strVal val="visible"/>
                                      </p:to>
                                    </p:set>
                                    <p:animEffect transition="in" filter="fade">
                                      <p:cBhvr>
                                        <p:cTn id="70" dur="500"/>
                                        <p:tgtEl>
                                          <p:spTgt spid="36"/>
                                        </p:tgtEl>
                                      </p:cBhvr>
                                    </p:animEffect>
                                  </p:childTnLst>
                                </p:cTn>
                              </p:par>
                            </p:childTnLst>
                          </p:cTn>
                        </p:par>
                        <p:par>
                          <p:cTn id="71" fill="hold">
                            <p:stCondLst>
                              <p:cond delay="5700"/>
                            </p:stCondLst>
                            <p:childTnLst>
                              <p:par>
                                <p:cTn id="72" presetID="22" presetClass="entr" presetSubtype="1" fill="hold" grpId="0" nodeType="afterEffect">
                                  <p:stCondLst>
                                    <p:cond delay="0"/>
                                  </p:stCondLst>
                                  <p:childTnLst>
                                    <p:set>
                                      <p:cBhvr>
                                        <p:cTn id="73" dur="1" fill="hold">
                                          <p:stCondLst>
                                            <p:cond delay="0"/>
                                          </p:stCondLst>
                                        </p:cTn>
                                        <p:tgtEl>
                                          <p:spTgt spid="29"/>
                                        </p:tgtEl>
                                        <p:attrNameLst>
                                          <p:attrName>style.visibility</p:attrName>
                                        </p:attrNameLst>
                                      </p:cBhvr>
                                      <p:to>
                                        <p:strVal val="visible"/>
                                      </p:to>
                                    </p:set>
                                    <p:animEffect transition="in" filter="wipe(up)">
                                      <p:cBhvr>
                                        <p:cTn id="74" dur="300"/>
                                        <p:tgtEl>
                                          <p:spTgt spid="29"/>
                                        </p:tgtEl>
                                      </p:cBhvr>
                                    </p:animEffect>
                                  </p:childTnLst>
                                </p:cTn>
                              </p:par>
                            </p:childTnLst>
                          </p:cTn>
                        </p:par>
                        <p:par>
                          <p:cTn id="75" fill="hold">
                            <p:stCondLst>
                              <p:cond delay="6000"/>
                            </p:stCondLst>
                            <p:childTnLst>
                              <p:par>
                                <p:cTn id="76" presetID="53" presetClass="entr" presetSubtype="16" fill="hold" nodeType="afterEffect">
                                  <p:stCondLst>
                                    <p:cond delay="0"/>
                                  </p:stCondLst>
                                  <p:childTnLst>
                                    <p:set>
                                      <p:cBhvr>
                                        <p:cTn id="77" dur="1" fill="hold">
                                          <p:stCondLst>
                                            <p:cond delay="0"/>
                                          </p:stCondLst>
                                        </p:cTn>
                                        <p:tgtEl>
                                          <p:spTgt spid="25"/>
                                        </p:tgtEl>
                                        <p:attrNameLst>
                                          <p:attrName>style.visibility</p:attrName>
                                        </p:attrNameLst>
                                      </p:cBhvr>
                                      <p:to>
                                        <p:strVal val="visible"/>
                                      </p:to>
                                    </p:set>
                                    <p:anim calcmode="lin" valueType="num">
                                      <p:cBhvr>
                                        <p:cTn id="78" dur="500" fill="hold"/>
                                        <p:tgtEl>
                                          <p:spTgt spid="25"/>
                                        </p:tgtEl>
                                        <p:attrNameLst>
                                          <p:attrName>ppt_w</p:attrName>
                                        </p:attrNameLst>
                                      </p:cBhvr>
                                      <p:tavLst>
                                        <p:tav tm="0">
                                          <p:val>
                                            <p:fltVal val="0"/>
                                          </p:val>
                                        </p:tav>
                                        <p:tav tm="100000">
                                          <p:val>
                                            <p:strVal val="#ppt_w"/>
                                          </p:val>
                                        </p:tav>
                                      </p:tavLst>
                                    </p:anim>
                                    <p:anim calcmode="lin" valueType="num">
                                      <p:cBhvr>
                                        <p:cTn id="79" dur="500" fill="hold"/>
                                        <p:tgtEl>
                                          <p:spTgt spid="25"/>
                                        </p:tgtEl>
                                        <p:attrNameLst>
                                          <p:attrName>ppt_h</p:attrName>
                                        </p:attrNameLst>
                                      </p:cBhvr>
                                      <p:tavLst>
                                        <p:tav tm="0">
                                          <p:val>
                                            <p:fltVal val="0"/>
                                          </p:val>
                                        </p:tav>
                                        <p:tav tm="100000">
                                          <p:val>
                                            <p:strVal val="#ppt_h"/>
                                          </p:val>
                                        </p:tav>
                                      </p:tavLst>
                                    </p:anim>
                                    <p:animEffect transition="in" filter="fade">
                                      <p:cBhvr>
                                        <p:cTn id="80" dur="500"/>
                                        <p:tgtEl>
                                          <p:spTgt spid="25"/>
                                        </p:tgtEl>
                                      </p:cBhvr>
                                    </p:animEffect>
                                  </p:childTnLst>
                                </p:cTn>
                              </p:par>
                            </p:childTnLst>
                          </p:cTn>
                        </p:par>
                        <p:par>
                          <p:cTn id="81" fill="hold">
                            <p:stCondLst>
                              <p:cond delay="6500"/>
                            </p:stCondLst>
                            <p:childTnLst>
                              <p:par>
                                <p:cTn id="82" presetID="10" presetClass="entr" presetSubtype="0" fill="hold" grpId="0" nodeType="afterEffect">
                                  <p:stCondLst>
                                    <p:cond delay="0"/>
                                  </p:stCondLst>
                                  <p:childTnLst>
                                    <p:set>
                                      <p:cBhvr>
                                        <p:cTn id="83" dur="1" fill="hold">
                                          <p:stCondLst>
                                            <p:cond delay="0"/>
                                          </p:stCondLst>
                                        </p:cTn>
                                        <p:tgtEl>
                                          <p:spTgt spid="38"/>
                                        </p:tgtEl>
                                        <p:attrNameLst>
                                          <p:attrName>style.visibility</p:attrName>
                                        </p:attrNameLst>
                                      </p:cBhvr>
                                      <p:to>
                                        <p:strVal val="visible"/>
                                      </p:to>
                                    </p:set>
                                    <p:animEffect transition="in" filter="fade">
                                      <p:cBhvr>
                                        <p:cTn id="84" dur="500"/>
                                        <p:tgtEl>
                                          <p:spTgt spid="38"/>
                                        </p:tgtEl>
                                      </p:cBhvr>
                                    </p:animEffect>
                                  </p:childTnLst>
                                </p:cTn>
                              </p:par>
                            </p:childTnLst>
                          </p:cTn>
                        </p:par>
                        <p:par>
                          <p:cTn id="85" fill="hold">
                            <p:stCondLst>
                              <p:cond delay="7000"/>
                            </p:stCondLst>
                            <p:childTnLst>
                              <p:par>
                                <p:cTn id="86" presetID="22" presetClass="entr" presetSubtype="8" fill="hold" nodeType="afterEffect">
                                  <p:stCondLst>
                                    <p:cond delay="0"/>
                                  </p:stCondLst>
                                  <p:childTnLst>
                                    <p:set>
                                      <p:cBhvr>
                                        <p:cTn id="87" dur="1" fill="hold">
                                          <p:stCondLst>
                                            <p:cond delay="0"/>
                                          </p:stCondLst>
                                        </p:cTn>
                                        <p:tgtEl>
                                          <p:spTgt spid="10"/>
                                        </p:tgtEl>
                                        <p:attrNameLst>
                                          <p:attrName>style.visibility</p:attrName>
                                        </p:attrNameLst>
                                      </p:cBhvr>
                                      <p:to>
                                        <p:strVal val="visible"/>
                                      </p:to>
                                    </p:set>
                                    <p:animEffect transition="in" filter="wipe(left)">
                                      <p:cBhvr>
                                        <p:cTn id="88" dur="500"/>
                                        <p:tgtEl>
                                          <p:spTgt spid="10"/>
                                        </p:tgtEl>
                                      </p:cBhvr>
                                    </p:animEffect>
                                  </p:childTnLst>
                                </p:cTn>
                              </p:par>
                            </p:childTnLst>
                          </p:cTn>
                        </p:par>
                        <p:par>
                          <p:cTn id="89" fill="hold">
                            <p:stCondLst>
                              <p:cond delay="7500"/>
                            </p:stCondLst>
                            <p:childTnLst>
                              <p:par>
                                <p:cTn id="90" presetID="53" presetClass="entr" presetSubtype="528" fill="hold" grpId="0" nodeType="afterEffect">
                                  <p:stCondLst>
                                    <p:cond delay="0"/>
                                  </p:stCondLst>
                                  <p:childTnLst>
                                    <p:set>
                                      <p:cBhvr>
                                        <p:cTn id="91" dur="1" fill="hold">
                                          <p:stCondLst>
                                            <p:cond delay="0"/>
                                          </p:stCondLst>
                                        </p:cTn>
                                        <p:tgtEl>
                                          <p:spTgt spid="33"/>
                                        </p:tgtEl>
                                        <p:attrNameLst>
                                          <p:attrName>style.visibility</p:attrName>
                                        </p:attrNameLst>
                                      </p:cBhvr>
                                      <p:to>
                                        <p:strVal val="visible"/>
                                      </p:to>
                                    </p:set>
                                    <p:anim calcmode="lin" valueType="num">
                                      <p:cBhvr>
                                        <p:cTn id="92" dur="500" fill="hold"/>
                                        <p:tgtEl>
                                          <p:spTgt spid="33"/>
                                        </p:tgtEl>
                                        <p:attrNameLst>
                                          <p:attrName>ppt_w</p:attrName>
                                        </p:attrNameLst>
                                      </p:cBhvr>
                                      <p:tavLst>
                                        <p:tav tm="0">
                                          <p:val>
                                            <p:fltVal val="0"/>
                                          </p:val>
                                        </p:tav>
                                        <p:tav tm="100000">
                                          <p:val>
                                            <p:strVal val="#ppt_w"/>
                                          </p:val>
                                        </p:tav>
                                      </p:tavLst>
                                    </p:anim>
                                    <p:anim calcmode="lin" valueType="num">
                                      <p:cBhvr>
                                        <p:cTn id="93" dur="500" fill="hold"/>
                                        <p:tgtEl>
                                          <p:spTgt spid="33"/>
                                        </p:tgtEl>
                                        <p:attrNameLst>
                                          <p:attrName>ppt_h</p:attrName>
                                        </p:attrNameLst>
                                      </p:cBhvr>
                                      <p:tavLst>
                                        <p:tav tm="0">
                                          <p:val>
                                            <p:fltVal val="0"/>
                                          </p:val>
                                        </p:tav>
                                        <p:tav tm="100000">
                                          <p:val>
                                            <p:strVal val="#ppt_h"/>
                                          </p:val>
                                        </p:tav>
                                      </p:tavLst>
                                    </p:anim>
                                    <p:animEffect transition="in" filter="fade">
                                      <p:cBhvr>
                                        <p:cTn id="94" dur="500"/>
                                        <p:tgtEl>
                                          <p:spTgt spid="33"/>
                                        </p:tgtEl>
                                      </p:cBhvr>
                                    </p:animEffect>
                                    <p:anim calcmode="lin" valueType="num">
                                      <p:cBhvr>
                                        <p:cTn id="95" dur="500" fill="hold"/>
                                        <p:tgtEl>
                                          <p:spTgt spid="33"/>
                                        </p:tgtEl>
                                        <p:attrNameLst>
                                          <p:attrName>ppt_x</p:attrName>
                                        </p:attrNameLst>
                                      </p:cBhvr>
                                      <p:tavLst>
                                        <p:tav tm="0">
                                          <p:val>
                                            <p:fltVal val="0.5"/>
                                          </p:val>
                                        </p:tav>
                                        <p:tav tm="100000">
                                          <p:val>
                                            <p:strVal val="#ppt_x"/>
                                          </p:val>
                                        </p:tav>
                                      </p:tavLst>
                                    </p:anim>
                                    <p:anim calcmode="lin" valueType="num">
                                      <p:cBhvr>
                                        <p:cTn id="96" dur="500" fill="hold"/>
                                        <p:tgtEl>
                                          <p:spTgt spid="33"/>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P spid="32" grpId="0" animBg="1"/>
      <p:bldP spid="9" grpId="0"/>
      <p:bldP spid="33" grpId="0"/>
      <p:bldP spid="34" grpId="0" build="p"/>
      <p:bldP spid="35" grpId="0"/>
      <p:bldP spid="36" grpId="0"/>
      <p:bldP spid="37" grpId="0"/>
      <p:bldP spid="3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原创设计师QQ598969553          _1"/>
          <p:cNvSpPr txBox="1"/>
          <p:nvPr/>
        </p:nvSpPr>
        <p:spPr>
          <a:xfrm>
            <a:off x="2803736" y="299722"/>
            <a:ext cx="3523130" cy="377026"/>
          </a:xfrm>
          <a:prstGeom prst="rect">
            <a:avLst/>
          </a:prstGeom>
          <a:noFill/>
        </p:spPr>
        <p:txBody>
          <a:bodyPr wrap="square" lIns="68580" tIns="34290" rIns="68580" bIns="34290" rtlCol="0">
            <a:spAutoFit/>
          </a:bodyPr>
          <a:lstStyle/>
          <a:p>
            <a:pPr algn="ctr"/>
            <a:r>
              <a:rPr lang="zh-CN" altLang="en-US" sz="2000" b="1" dirty="0">
                <a:solidFill>
                  <a:schemeClr val="tx1">
                    <a:lumMod val="65000"/>
                    <a:lumOff val="35000"/>
                  </a:schemeClr>
                </a:solidFill>
                <a:latin typeface="+mn-ea"/>
              </a:rPr>
              <a:t>添加标题文本内容</a:t>
            </a:r>
            <a:endParaRPr lang="en-US" altLang="zh-CN" sz="2000" b="1" dirty="0">
              <a:solidFill>
                <a:schemeClr val="tx1">
                  <a:lumMod val="65000"/>
                  <a:lumOff val="35000"/>
                </a:schemeClr>
              </a:solidFill>
              <a:latin typeface="+mn-ea"/>
            </a:endParaRPr>
          </a:p>
        </p:txBody>
      </p:sp>
      <p:sp>
        <p:nvSpPr>
          <p:cNvPr id="4" name="原创设计师QQ598969553          _2"/>
          <p:cNvSpPr>
            <a:spLocks/>
          </p:cNvSpPr>
          <p:nvPr/>
        </p:nvSpPr>
        <p:spPr bwMode="auto">
          <a:xfrm>
            <a:off x="1760501" y="1384164"/>
            <a:ext cx="1486292" cy="131728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1"/>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1">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6" name="原创设计师QQ598969553          _3"/>
          <p:cNvSpPr>
            <a:spLocks/>
          </p:cNvSpPr>
          <p:nvPr/>
        </p:nvSpPr>
        <p:spPr bwMode="auto">
          <a:xfrm>
            <a:off x="1841371" y="1455839"/>
            <a:ext cx="1324551" cy="1173938"/>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95000"/>
            </a:schemeClr>
          </a:solidFill>
          <a:ln w="50800">
            <a:noFill/>
          </a:ln>
          <a:effectLst>
            <a:outerShdw blurRad="101600" dist="50800" dir="2700000" algn="tl" rotWithShape="0">
              <a:schemeClr val="accent1">
                <a:lumMod val="50000"/>
                <a:alpha val="64000"/>
              </a:schemeClr>
            </a:outerShdw>
          </a:effectLst>
          <a:scene3d>
            <a:camera prst="orthographicFront"/>
            <a:lightRig rig="threePt" dir="t"/>
          </a:scene3d>
          <a:sp3d prstMaterial="softEdge">
            <a:bevelT w="63500" h="19050" prst="angle"/>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8" name="原创设计师QQ598969553          _4"/>
          <p:cNvSpPr>
            <a:spLocks/>
          </p:cNvSpPr>
          <p:nvPr/>
        </p:nvSpPr>
        <p:spPr bwMode="auto">
          <a:xfrm>
            <a:off x="3828855" y="1384164"/>
            <a:ext cx="1486292" cy="131728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2"/>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2">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9" name="原创设计师QQ598969553          _5"/>
          <p:cNvSpPr>
            <a:spLocks/>
          </p:cNvSpPr>
          <p:nvPr/>
        </p:nvSpPr>
        <p:spPr bwMode="auto">
          <a:xfrm>
            <a:off x="3909725" y="1455839"/>
            <a:ext cx="1324551" cy="1173938"/>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95000"/>
            </a:schemeClr>
          </a:solidFill>
          <a:ln w="50800">
            <a:noFill/>
          </a:ln>
          <a:effectLst>
            <a:outerShdw blurRad="101600" dist="50800" dir="2700000" algn="tl" rotWithShape="0">
              <a:schemeClr val="accent2">
                <a:lumMod val="50000"/>
                <a:alpha val="64000"/>
              </a:schemeClr>
            </a:outerShdw>
          </a:effectLst>
          <a:scene3d>
            <a:camera prst="orthographicFront"/>
            <a:lightRig rig="threePt" dir="t"/>
          </a:scene3d>
          <a:sp3d prstMaterial="softEdge">
            <a:bevelT w="63500" h="19050" prst="angle"/>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11" name="原创设计师QQ598969553          _6"/>
          <p:cNvSpPr>
            <a:spLocks/>
          </p:cNvSpPr>
          <p:nvPr/>
        </p:nvSpPr>
        <p:spPr bwMode="auto">
          <a:xfrm>
            <a:off x="5897209" y="1384164"/>
            <a:ext cx="1486292" cy="131728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75000"/>
            </a:schemeClr>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3">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dirty="0">
              <a:solidFill>
                <a:srgbClr val="FFFFFF"/>
              </a:solidFill>
              <a:latin typeface="Calibri"/>
              <a:ea typeface="宋体" panose="02010600030101010101" pitchFamily="2" charset="-122"/>
              <a:sym typeface="Arial" panose="020B0604020202020204" pitchFamily="34" charset="0"/>
            </a:endParaRPr>
          </a:p>
        </p:txBody>
      </p:sp>
      <p:sp>
        <p:nvSpPr>
          <p:cNvPr id="12" name="原创设计师QQ598969553          _7"/>
          <p:cNvSpPr>
            <a:spLocks/>
          </p:cNvSpPr>
          <p:nvPr/>
        </p:nvSpPr>
        <p:spPr bwMode="auto">
          <a:xfrm>
            <a:off x="5978078" y="1455839"/>
            <a:ext cx="1324551" cy="1173938"/>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95000"/>
            </a:schemeClr>
          </a:solidFill>
          <a:ln w="50800">
            <a:noFill/>
          </a:ln>
          <a:effectLst>
            <a:outerShdw blurRad="101600" dist="50800" dir="2700000" algn="tl" rotWithShape="0">
              <a:schemeClr val="accent3">
                <a:lumMod val="50000"/>
                <a:alpha val="64000"/>
              </a:schemeClr>
            </a:outerShdw>
          </a:effectLst>
          <a:scene3d>
            <a:camera prst="orthographicFront"/>
            <a:lightRig rig="threePt" dir="t"/>
          </a:scene3d>
          <a:sp3d prstMaterial="softEdge">
            <a:bevelT w="63500" h="19050" prst="angle"/>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13" name="原创设计师QQ598969553          _8"/>
          <p:cNvSpPr txBox="1"/>
          <p:nvPr/>
        </p:nvSpPr>
        <p:spPr bwMode="auto">
          <a:xfrm>
            <a:off x="1020279" y="3943694"/>
            <a:ext cx="7103443" cy="503728"/>
          </a:xfrm>
          <a:prstGeom prst="rect">
            <a:avLst/>
          </a:prstGeom>
          <a:noFill/>
        </p:spPr>
        <p:txBody>
          <a:bodyPr wrap="square" lIns="68580" tIns="34290" rIns="68580" bIns="34290">
            <a:spAutoFit/>
          </a:bodyPr>
          <a:lstStyle/>
          <a:p>
            <a:pPr>
              <a:lnSpc>
                <a:spcPct val="150000"/>
              </a:lnSpc>
              <a:defRPr/>
            </a:pPr>
            <a:r>
              <a:rPr lang="zh-CN" altLang="en-US" sz="1000" dirty="0">
                <a:solidFill>
                  <a:schemeClr val="tx1">
                    <a:lumMod val="75000"/>
                    <a:lumOff val="25000"/>
                  </a:schemeClr>
                </a:solidFill>
                <a:latin typeface="微软雅黑" pitchFamily="34" charset="-122"/>
                <a:ea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zh-CN" altLang="en-US" sz="1000" spc="75" dirty="0">
              <a:solidFill>
                <a:schemeClr val="tx1">
                  <a:lumMod val="65000"/>
                  <a:lumOff val="35000"/>
                </a:schemeClr>
              </a:solidFill>
              <a:latin typeface="+mn-ea"/>
            </a:endParaRPr>
          </a:p>
        </p:txBody>
      </p:sp>
      <p:sp>
        <p:nvSpPr>
          <p:cNvPr id="14" name="原创设计师QQ598969553          _9"/>
          <p:cNvSpPr/>
          <p:nvPr/>
        </p:nvSpPr>
        <p:spPr>
          <a:xfrm>
            <a:off x="1969881" y="1917273"/>
            <a:ext cx="1061829" cy="253916"/>
          </a:xfrm>
          <a:prstGeom prst="rect">
            <a:avLst/>
          </a:prstGeom>
        </p:spPr>
        <p:txBody>
          <a:bodyPr wrap="none" lIns="68580" tIns="34290" rIns="68580" bIns="34290">
            <a:spAutoFit/>
          </a:bodyPr>
          <a:lstStyle/>
          <a:p>
            <a:pPr algn="ctr"/>
            <a:r>
              <a:rPr lang="zh-CN" altLang="en-US" sz="1200" b="1" dirty="0">
                <a:solidFill>
                  <a:schemeClr val="tx1">
                    <a:lumMod val="65000"/>
                    <a:lumOff val="35000"/>
                  </a:schemeClr>
                </a:solidFill>
                <a:latin typeface="+mn-ea"/>
              </a:rPr>
              <a:t>添加文字内容</a:t>
            </a:r>
          </a:p>
        </p:txBody>
      </p:sp>
      <p:sp>
        <p:nvSpPr>
          <p:cNvPr id="15" name="原创设计师QQ598969553          _10"/>
          <p:cNvSpPr/>
          <p:nvPr/>
        </p:nvSpPr>
        <p:spPr>
          <a:xfrm>
            <a:off x="6106589" y="1917273"/>
            <a:ext cx="1061829" cy="253916"/>
          </a:xfrm>
          <a:prstGeom prst="rect">
            <a:avLst/>
          </a:prstGeom>
        </p:spPr>
        <p:txBody>
          <a:bodyPr wrap="none" lIns="68580" tIns="34290" rIns="68580" bIns="34290">
            <a:spAutoFit/>
          </a:bodyPr>
          <a:lstStyle/>
          <a:p>
            <a:pPr algn="ctr"/>
            <a:r>
              <a:rPr lang="zh-CN" altLang="en-US" sz="1200" b="1" dirty="0">
                <a:solidFill>
                  <a:schemeClr val="tx1">
                    <a:lumMod val="65000"/>
                    <a:lumOff val="35000"/>
                  </a:schemeClr>
                </a:solidFill>
                <a:latin typeface="+mn-ea"/>
              </a:rPr>
              <a:t>添加文字内容</a:t>
            </a:r>
          </a:p>
        </p:txBody>
      </p:sp>
      <p:sp>
        <p:nvSpPr>
          <p:cNvPr id="16" name="原创设计师QQ598969553          _11"/>
          <p:cNvSpPr/>
          <p:nvPr/>
        </p:nvSpPr>
        <p:spPr>
          <a:xfrm>
            <a:off x="4038236" y="1917273"/>
            <a:ext cx="1061829" cy="253916"/>
          </a:xfrm>
          <a:prstGeom prst="rect">
            <a:avLst/>
          </a:prstGeom>
        </p:spPr>
        <p:txBody>
          <a:bodyPr wrap="none" lIns="68580" tIns="34290" rIns="68580" bIns="34290">
            <a:spAutoFit/>
          </a:bodyPr>
          <a:lstStyle/>
          <a:p>
            <a:pPr algn="ctr"/>
            <a:r>
              <a:rPr lang="zh-CN" altLang="en-US" sz="1200" b="1" dirty="0">
                <a:solidFill>
                  <a:schemeClr val="tx1">
                    <a:lumMod val="65000"/>
                    <a:lumOff val="35000"/>
                  </a:schemeClr>
                </a:solidFill>
                <a:latin typeface="+mn-ea"/>
              </a:rPr>
              <a:t>添加文字内容</a:t>
            </a:r>
          </a:p>
        </p:txBody>
      </p:sp>
      <p:grpSp>
        <p:nvGrpSpPr>
          <p:cNvPr id="17" name="原创设计师QQ598969553          _12"/>
          <p:cNvGrpSpPr/>
          <p:nvPr/>
        </p:nvGrpSpPr>
        <p:grpSpPr>
          <a:xfrm>
            <a:off x="6524878" y="1619554"/>
            <a:ext cx="230951" cy="229729"/>
            <a:chOff x="3856417" y="4248125"/>
            <a:chExt cx="409860" cy="407692"/>
          </a:xfrm>
          <a:solidFill>
            <a:schemeClr val="bg1">
              <a:lumMod val="75000"/>
            </a:schemeClr>
          </a:solidFill>
        </p:grpSpPr>
        <p:sp>
          <p:nvSpPr>
            <p:cNvPr id="18" name="Freeform 187"/>
            <p:cNvSpPr>
              <a:spLocks/>
            </p:cNvSpPr>
            <p:nvPr/>
          </p:nvSpPr>
          <p:spPr bwMode="auto">
            <a:xfrm>
              <a:off x="3969183" y="4489921"/>
              <a:ext cx="279745" cy="165896"/>
            </a:xfrm>
            <a:custGeom>
              <a:avLst/>
              <a:gdLst>
                <a:gd name="T0" fmla="*/ 76 w 109"/>
                <a:gd name="T1" fmla="*/ 0 h 65"/>
                <a:gd name="T2" fmla="*/ 54 w 109"/>
                <a:gd name="T3" fmla="*/ 0 h 65"/>
                <a:gd name="T4" fmla="*/ 69 w 109"/>
                <a:gd name="T5" fmla="*/ 17 h 65"/>
                <a:gd name="T6" fmla="*/ 76 w 109"/>
                <a:gd name="T7" fmla="*/ 17 h 65"/>
                <a:gd name="T8" fmla="*/ 91 w 109"/>
                <a:gd name="T9" fmla="*/ 32 h 65"/>
                <a:gd name="T10" fmla="*/ 76 w 109"/>
                <a:gd name="T11" fmla="*/ 48 h 65"/>
                <a:gd name="T12" fmla="*/ 32 w 109"/>
                <a:gd name="T13" fmla="*/ 48 h 65"/>
                <a:gd name="T14" fmla="*/ 17 w 109"/>
                <a:gd name="T15" fmla="*/ 32 h 65"/>
                <a:gd name="T16" fmla="*/ 20 w 109"/>
                <a:gd name="T17" fmla="*/ 24 h 65"/>
                <a:gd name="T18" fmla="*/ 1 w 109"/>
                <a:gd name="T19" fmla="*/ 24 h 65"/>
                <a:gd name="T20" fmla="*/ 0 w 109"/>
                <a:gd name="T21" fmla="*/ 32 h 65"/>
                <a:gd name="T22" fmla="*/ 32 w 109"/>
                <a:gd name="T23" fmla="*/ 65 h 65"/>
                <a:gd name="T24" fmla="*/ 76 w 109"/>
                <a:gd name="T25" fmla="*/ 65 h 65"/>
                <a:gd name="T26" fmla="*/ 109 w 109"/>
                <a:gd name="T27" fmla="*/ 32 h 65"/>
                <a:gd name="T28" fmla="*/ 76 w 109"/>
                <a:gd name="T29"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9" h="65">
                  <a:moveTo>
                    <a:pt x="76" y="0"/>
                  </a:moveTo>
                  <a:cubicBezTo>
                    <a:pt x="54" y="0"/>
                    <a:pt x="54" y="0"/>
                    <a:pt x="54" y="0"/>
                  </a:cubicBezTo>
                  <a:cubicBezTo>
                    <a:pt x="61" y="4"/>
                    <a:pt x="66" y="10"/>
                    <a:pt x="69" y="17"/>
                  </a:cubicBezTo>
                  <a:cubicBezTo>
                    <a:pt x="76" y="17"/>
                    <a:pt x="76" y="17"/>
                    <a:pt x="76" y="17"/>
                  </a:cubicBezTo>
                  <a:cubicBezTo>
                    <a:pt x="85" y="17"/>
                    <a:pt x="91" y="24"/>
                    <a:pt x="91" y="32"/>
                  </a:cubicBezTo>
                  <a:cubicBezTo>
                    <a:pt x="91" y="41"/>
                    <a:pt x="85" y="48"/>
                    <a:pt x="76" y="48"/>
                  </a:cubicBezTo>
                  <a:cubicBezTo>
                    <a:pt x="32" y="48"/>
                    <a:pt x="32" y="48"/>
                    <a:pt x="32" y="48"/>
                  </a:cubicBezTo>
                  <a:cubicBezTo>
                    <a:pt x="24" y="48"/>
                    <a:pt x="17" y="41"/>
                    <a:pt x="17" y="32"/>
                  </a:cubicBezTo>
                  <a:cubicBezTo>
                    <a:pt x="17" y="29"/>
                    <a:pt x="18" y="26"/>
                    <a:pt x="20" y="24"/>
                  </a:cubicBezTo>
                  <a:cubicBezTo>
                    <a:pt x="1" y="24"/>
                    <a:pt x="1" y="24"/>
                    <a:pt x="1" y="24"/>
                  </a:cubicBezTo>
                  <a:cubicBezTo>
                    <a:pt x="0" y="27"/>
                    <a:pt x="0" y="30"/>
                    <a:pt x="0" y="32"/>
                  </a:cubicBezTo>
                  <a:cubicBezTo>
                    <a:pt x="0" y="50"/>
                    <a:pt x="14" y="65"/>
                    <a:pt x="32" y="65"/>
                  </a:cubicBezTo>
                  <a:cubicBezTo>
                    <a:pt x="76" y="65"/>
                    <a:pt x="76" y="65"/>
                    <a:pt x="76" y="65"/>
                  </a:cubicBezTo>
                  <a:cubicBezTo>
                    <a:pt x="94" y="65"/>
                    <a:pt x="109" y="50"/>
                    <a:pt x="109" y="32"/>
                  </a:cubicBezTo>
                  <a:cubicBezTo>
                    <a:pt x="109" y="15"/>
                    <a:pt x="94"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19" name="Freeform 188"/>
            <p:cNvSpPr>
              <a:spLocks/>
            </p:cNvSpPr>
            <p:nvPr/>
          </p:nvSpPr>
          <p:spPr bwMode="auto">
            <a:xfrm>
              <a:off x="3856417" y="4489921"/>
              <a:ext cx="279745" cy="165896"/>
            </a:xfrm>
            <a:custGeom>
              <a:avLst/>
              <a:gdLst>
                <a:gd name="T0" fmla="*/ 41 w 109"/>
                <a:gd name="T1" fmla="*/ 48 h 65"/>
                <a:gd name="T2" fmla="*/ 33 w 109"/>
                <a:gd name="T3" fmla="*/ 48 h 65"/>
                <a:gd name="T4" fmla="*/ 18 w 109"/>
                <a:gd name="T5" fmla="*/ 32 h 65"/>
                <a:gd name="T6" fmla="*/ 33 w 109"/>
                <a:gd name="T7" fmla="*/ 17 h 65"/>
                <a:gd name="T8" fmla="*/ 37 w 109"/>
                <a:gd name="T9" fmla="*/ 17 h 65"/>
                <a:gd name="T10" fmla="*/ 77 w 109"/>
                <a:gd name="T11" fmla="*/ 17 h 65"/>
                <a:gd name="T12" fmla="*/ 92 w 109"/>
                <a:gd name="T13" fmla="*/ 32 h 65"/>
                <a:gd name="T14" fmla="*/ 92 w 109"/>
                <a:gd name="T15" fmla="*/ 35 h 65"/>
                <a:gd name="T16" fmla="*/ 89 w 109"/>
                <a:gd name="T17" fmla="*/ 42 h 65"/>
                <a:gd name="T18" fmla="*/ 108 w 109"/>
                <a:gd name="T19" fmla="*/ 42 h 65"/>
                <a:gd name="T20" fmla="*/ 109 w 109"/>
                <a:gd name="T21" fmla="*/ 35 h 65"/>
                <a:gd name="T22" fmla="*/ 109 w 109"/>
                <a:gd name="T23" fmla="*/ 35 h 65"/>
                <a:gd name="T24" fmla="*/ 109 w 109"/>
                <a:gd name="T25" fmla="*/ 32 h 65"/>
                <a:gd name="T26" fmla="*/ 77 w 109"/>
                <a:gd name="T27" fmla="*/ 0 h 65"/>
                <a:gd name="T28" fmla="*/ 37 w 109"/>
                <a:gd name="T29" fmla="*/ 0 h 65"/>
                <a:gd name="T30" fmla="*/ 33 w 109"/>
                <a:gd name="T31" fmla="*/ 0 h 65"/>
                <a:gd name="T32" fmla="*/ 0 w 109"/>
                <a:gd name="T33" fmla="*/ 32 h 65"/>
                <a:gd name="T34" fmla="*/ 33 w 109"/>
                <a:gd name="T35" fmla="*/ 65 h 65"/>
                <a:gd name="T36" fmla="*/ 56 w 109"/>
                <a:gd name="T37" fmla="*/ 65 h 65"/>
                <a:gd name="T38" fmla="*/ 41 w 109"/>
                <a:gd name="T39" fmla="*/ 48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9" h="65">
                  <a:moveTo>
                    <a:pt x="41" y="48"/>
                  </a:moveTo>
                  <a:cubicBezTo>
                    <a:pt x="33" y="48"/>
                    <a:pt x="33" y="48"/>
                    <a:pt x="33" y="48"/>
                  </a:cubicBezTo>
                  <a:cubicBezTo>
                    <a:pt x="24" y="48"/>
                    <a:pt x="18" y="41"/>
                    <a:pt x="18" y="32"/>
                  </a:cubicBezTo>
                  <a:cubicBezTo>
                    <a:pt x="18" y="24"/>
                    <a:pt x="24" y="17"/>
                    <a:pt x="33" y="17"/>
                  </a:cubicBezTo>
                  <a:cubicBezTo>
                    <a:pt x="37" y="17"/>
                    <a:pt x="37" y="17"/>
                    <a:pt x="37" y="17"/>
                  </a:cubicBezTo>
                  <a:cubicBezTo>
                    <a:pt x="77" y="17"/>
                    <a:pt x="77" y="17"/>
                    <a:pt x="77" y="17"/>
                  </a:cubicBezTo>
                  <a:cubicBezTo>
                    <a:pt x="85" y="17"/>
                    <a:pt x="92" y="24"/>
                    <a:pt x="92" y="32"/>
                  </a:cubicBezTo>
                  <a:cubicBezTo>
                    <a:pt x="92" y="33"/>
                    <a:pt x="92" y="34"/>
                    <a:pt x="92" y="35"/>
                  </a:cubicBezTo>
                  <a:cubicBezTo>
                    <a:pt x="91" y="38"/>
                    <a:pt x="90" y="40"/>
                    <a:pt x="89" y="42"/>
                  </a:cubicBezTo>
                  <a:cubicBezTo>
                    <a:pt x="108" y="42"/>
                    <a:pt x="108" y="42"/>
                    <a:pt x="108" y="42"/>
                  </a:cubicBezTo>
                  <a:cubicBezTo>
                    <a:pt x="108" y="40"/>
                    <a:pt x="109" y="38"/>
                    <a:pt x="109" y="35"/>
                  </a:cubicBezTo>
                  <a:cubicBezTo>
                    <a:pt x="109" y="35"/>
                    <a:pt x="109" y="35"/>
                    <a:pt x="109" y="35"/>
                  </a:cubicBezTo>
                  <a:cubicBezTo>
                    <a:pt x="109" y="34"/>
                    <a:pt x="109" y="33"/>
                    <a:pt x="109" y="32"/>
                  </a:cubicBezTo>
                  <a:cubicBezTo>
                    <a:pt x="109" y="15"/>
                    <a:pt x="95" y="0"/>
                    <a:pt x="77" y="0"/>
                  </a:cubicBezTo>
                  <a:cubicBezTo>
                    <a:pt x="37" y="0"/>
                    <a:pt x="37" y="0"/>
                    <a:pt x="37" y="0"/>
                  </a:cubicBezTo>
                  <a:cubicBezTo>
                    <a:pt x="33" y="0"/>
                    <a:pt x="33" y="0"/>
                    <a:pt x="33" y="0"/>
                  </a:cubicBezTo>
                  <a:cubicBezTo>
                    <a:pt x="15" y="0"/>
                    <a:pt x="0" y="15"/>
                    <a:pt x="0" y="32"/>
                  </a:cubicBezTo>
                  <a:cubicBezTo>
                    <a:pt x="0" y="50"/>
                    <a:pt x="15" y="65"/>
                    <a:pt x="33" y="65"/>
                  </a:cubicBezTo>
                  <a:cubicBezTo>
                    <a:pt x="56" y="65"/>
                    <a:pt x="56" y="65"/>
                    <a:pt x="56" y="65"/>
                  </a:cubicBezTo>
                  <a:cubicBezTo>
                    <a:pt x="50" y="61"/>
                    <a:pt x="44" y="55"/>
                    <a:pt x="41"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20" name="Freeform 189"/>
            <p:cNvSpPr>
              <a:spLocks noEditPoints="1"/>
            </p:cNvSpPr>
            <p:nvPr/>
          </p:nvSpPr>
          <p:spPr bwMode="auto">
            <a:xfrm>
              <a:off x="3950749" y="4248125"/>
              <a:ext cx="202761" cy="204930"/>
            </a:xfrm>
            <a:custGeom>
              <a:avLst/>
              <a:gdLst>
                <a:gd name="T0" fmla="*/ 40 w 79"/>
                <a:gd name="T1" fmla="*/ 0 h 80"/>
                <a:gd name="T2" fmla="*/ 0 w 79"/>
                <a:gd name="T3" fmla="*/ 40 h 80"/>
                <a:gd name="T4" fmla="*/ 40 w 79"/>
                <a:gd name="T5" fmla="*/ 80 h 80"/>
                <a:gd name="T6" fmla="*/ 79 w 79"/>
                <a:gd name="T7" fmla="*/ 40 h 80"/>
                <a:gd name="T8" fmla="*/ 40 w 79"/>
                <a:gd name="T9" fmla="*/ 0 h 80"/>
                <a:gd name="T10" fmla="*/ 63 w 79"/>
                <a:gd name="T11" fmla="*/ 46 h 80"/>
                <a:gd name="T12" fmla="*/ 46 w 79"/>
                <a:gd name="T13" fmla="*/ 46 h 80"/>
                <a:gd name="T14" fmla="*/ 46 w 79"/>
                <a:gd name="T15" fmla="*/ 63 h 80"/>
                <a:gd name="T16" fmla="*/ 33 w 79"/>
                <a:gd name="T17" fmla="*/ 63 h 80"/>
                <a:gd name="T18" fmla="*/ 33 w 79"/>
                <a:gd name="T19" fmla="*/ 46 h 80"/>
                <a:gd name="T20" fmla="*/ 17 w 79"/>
                <a:gd name="T21" fmla="*/ 46 h 80"/>
                <a:gd name="T22" fmla="*/ 17 w 79"/>
                <a:gd name="T23" fmla="*/ 34 h 80"/>
                <a:gd name="T24" fmla="*/ 33 w 79"/>
                <a:gd name="T25" fmla="*/ 34 h 80"/>
                <a:gd name="T26" fmla="*/ 33 w 79"/>
                <a:gd name="T27" fmla="*/ 17 h 80"/>
                <a:gd name="T28" fmla="*/ 46 w 79"/>
                <a:gd name="T29" fmla="*/ 17 h 80"/>
                <a:gd name="T30" fmla="*/ 46 w 79"/>
                <a:gd name="T31" fmla="*/ 34 h 80"/>
                <a:gd name="T32" fmla="*/ 63 w 79"/>
                <a:gd name="T33" fmla="*/ 34 h 80"/>
                <a:gd name="T34" fmla="*/ 63 w 79"/>
                <a:gd name="T35" fmla="*/ 46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9" h="80">
                  <a:moveTo>
                    <a:pt x="40" y="0"/>
                  </a:moveTo>
                  <a:cubicBezTo>
                    <a:pt x="18" y="0"/>
                    <a:pt x="0" y="18"/>
                    <a:pt x="0" y="40"/>
                  </a:cubicBezTo>
                  <a:cubicBezTo>
                    <a:pt x="0" y="62"/>
                    <a:pt x="18" y="80"/>
                    <a:pt x="40" y="80"/>
                  </a:cubicBezTo>
                  <a:cubicBezTo>
                    <a:pt x="62" y="80"/>
                    <a:pt x="79" y="62"/>
                    <a:pt x="79" y="40"/>
                  </a:cubicBezTo>
                  <a:cubicBezTo>
                    <a:pt x="79" y="18"/>
                    <a:pt x="62" y="0"/>
                    <a:pt x="40" y="0"/>
                  </a:cubicBezTo>
                  <a:close/>
                  <a:moveTo>
                    <a:pt x="63" y="46"/>
                  </a:moveTo>
                  <a:cubicBezTo>
                    <a:pt x="46" y="46"/>
                    <a:pt x="46" y="46"/>
                    <a:pt x="46" y="46"/>
                  </a:cubicBezTo>
                  <a:cubicBezTo>
                    <a:pt x="46" y="63"/>
                    <a:pt x="46" y="63"/>
                    <a:pt x="46" y="63"/>
                  </a:cubicBezTo>
                  <a:cubicBezTo>
                    <a:pt x="33" y="63"/>
                    <a:pt x="33" y="63"/>
                    <a:pt x="33" y="63"/>
                  </a:cubicBezTo>
                  <a:cubicBezTo>
                    <a:pt x="33" y="46"/>
                    <a:pt x="33" y="46"/>
                    <a:pt x="33" y="46"/>
                  </a:cubicBezTo>
                  <a:cubicBezTo>
                    <a:pt x="17" y="46"/>
                    <a:pt x="17" y="46"/>
                    <a:pt x="17" y="46"/>
                  </a:cubicBezTo>
                  <a:cubicBezTo>
                    <a:pt x="17" y="34"/>
                    <a:pt x="17" y="34"/>
                    <a:pt x="17" y="34"/>
                  </a:cubicBezTo>
                  <a:cubicBezTo>
                    <a:pt x="33" y="34"/>
                    <a:pt x="33" y="34"/>
                    <a:pt x="33" y="34"/>
                  </a:cubicBezTo>
                  <a:cubicBezTo>
                    <a:pt x="33" y="17"/>
                    <a:pt x="33" y="17"/>
                    <a:pt x="33" y="17"/>
                  </a:cubicBezTo>
                  <a:cubicBezTo>
                    <a:pt x="46" y="17"/>
                    <a:pt x="46" y="17"/>
                    <a:pt x="46" y="17"/>
                  </a:cubicBezTo>
                  <a:cubicBezTo>
                    <a:pt x="46" y="34"/>
                    <a:pt x="46" y="34"/>
                    <a:pt x="46" y="34"/>
                  </a:cubicBezTo>
                  <a:cubicBezTo>
                    <a:pt x="63" y="34"/>
                    <a:pt x="63" y="34"/>
                    <a:pt x="63" y="34"/>
                  </a:cubicBezTo>
                  <a:lnTo>
                    <a:pt x="63" y="4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21" name="Rectangle 190"/>
            <p:cNvSpPr>
              <a:spLocks noChangeArrowheads="1"/>
            </p:cNvSpPr>
            <p:nvPr/>
          </p:nvSpPr>
          <p:spPr bwMode="auto">
            <a:xfrm>
              <a:off x="4200135" y="4356553"/>
              <a:ext cx="30360" cy="10192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22" name="Rectangle 191"/>
            <p:cNvSpPr>
              <a:spLocks noChangeArrowheads="1"/>
            </p:cNvSpPr>
            <p:nvPr/>
          </p:nvSpPr>
          <p:spPr bwMode="auto">
            <a:xfrm>
              <a:off x="4164354" y="4392335"/>
              <a:ext cx="1019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23" name="Rectangle 192"/>
            <p:cNvSpPr>
              <a:spLocks noChangeArrowheads="1"/>
            </p:cNvSpPr>
            <p:nvPr/>
          </p:nvSpPr>
          <p:spPr bwMode="auto">
            <a:xfrm>
              <a:off x="3879187" y="4386913"/>
              <a:ext cx="18433" cy="6180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24" name="Rectangle 193"/>
            <p:cNvSpPr>
              <a:spLocks noChangeArrowheads="1"/>
            </p:cNvSpPr>
            <p:nvPr/>
          </p:nvSpPr>
          <p:spPr bwMode="auto">
            <a:xfrm>
              <a:off x="3858586" y="4407515"/>
              <a:ext cx="61805" cy="1734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grpSp>
      <p:grpSp>
        <p:nvGrpSpPr>
          <p:cNvPr id="25" name="原创设计师QQ598969553          _13"/>
          <p:cNvGrpSpPr/>
          <p:nvPr/>
        </p:nvGrpSpPr>
        <p:grpSpPr>
          <a:xfrm>
            <a:off x="2366317" y="1577701"/>
            <a:ext cx="273108" cy="313433"/>
            <a:chOff x="2733098" y="4187405"/>
            <a:chExt cx="484675" cy="556238"/>
          </a:xfrm>
          <a:solidFill>
            <a:schemeClr val="accent1"/>
          </a:solidFill>
        </p:grpSpPr>
        <p:sp>
          <p:nvSpPr>
            <p:cNvPr id="26" name="Oval 302"/>
            <p:cNvSpPr>
              <a:spLocks noChangeArrowheads="1"/>
            </p:cNvSpPr>
            <p:nvPr/>
          </p:nvSpPr>
          <p:spPr bwMode="auto">
            <a:xfrm>
              <a:off x="2849117" y="4187405"/>
              <a:ext cx="84574" cy="10734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27" name="Freeform 303"/>
            <p:cNvSpPr>
              <a:spLocks noEditPoints="1"/>
            </p:cNvSpPr>
            <p:nvPr/>
          </p:nvSpPr>
          <p:spPr bwMode="auto">
            <a:xfrm>
              <a:off x="2733098" y="4304508"/>
              <a:ext cx="310105" cy="439135"/>
            </a:xfrm>
            <a:custGeom>
              <a:avLst/>
              <a:gdLst>
                <a:gd name="T0" fmla="*/ 121 w 121"/>
                <a:gd name="T1" fmla="*/ 26 h 171"/>
                <a:gd name="T2" fmla="*/ 120 w 121"/>
                <a:gd name="T3" fmla="*/ 26 h 171"/>
                <a:gd name="T4" fmla="*/ 114 w 121"/>
                <a:gd name="T5" fmla="*/ 21 h 171"/>
                <a:gd name="T6" fmla="*/ 90 w 121"/>
                <a:gd name="T7" fmla="*/ 3 h 171"/>
                <a:gd name="T8" fmla="*/ 84 w 121"/>
                <a:gd name="T9" fmla="*/ 1 h 171"/>
                <a:gd name="T10" fmla="*/ 76 w 121"/>
                <a:gd name="T11" fmla="*/ 1 h 171"/>
                <a:gd name="T12" fmla="*/ 74 w 121"/>
                <a:gd name="T13" fmla="*/ 11 h 171"/>
                <a:gd name="T14" fmla="*/ 67 w 121"/>
                <a:gd name="T15" fmla="*/ 42 h 171"/>
                <a:gd name="T16" fmla="*/ 67 w 121"/>
                <a:gd name="T17" fmla="*/ 7 h 171"/>
                <a:gd name="T18" fmla="*/ 58 w 121"/>
                <a:gd name="T19" fmla="*/ 0 h 171"/>
                <a:gd name="T20" fmla="*/ 58 w 121"/>
                <a:gd name="T21" fmla="*/ 9 h 171"/>
                <a:gd name="T22" fmla="*/ 45 w 121"/>
                <a:gd name="T23" fmla="*/ 18 h 171"/>
                <a:gd name="T24" fmla="*/ 40 w 121"/>
                <a:gd name="T25" fmla="*/ 7 h 171"/>
                <a:gd name="T26" fmla="*/ 47 w 121"/>
                <a:gd name="T27" fmla="*/ 0 h 171"/>
                <a:gd name="T28" fmla="*/ 38 w 121"/>
                <a:gd name="T29" fmla="*/ 1 h 171"/>
                <a:gd name="T30" fmla="*/ 3 w 121"/>
                <a:gd name="T31" fmla="*/ 35 h 171"/>
                <a:gd name="T32" fmla="*/ 3 w 121"/>
                <a:gd name="T33" fmla="*/ 36 h 171"/>
                <a:gd name="T34" fmla="*/ 1 w 121"/>
                <a:gd name="T35" fmla="*/ 48 h 171"/>
                <a:gd name="T36" fmla="*/ 2 w 121"/>
                <a:gd name="T37" fmla="*/ 48 h 171"/>
                <a:gd name="T38" fmla="*/ 2 w 121"/>
                <a:gd name="T39" fmla="*/ 50 h 171"/>
                <a:gd name="T40" fmla="*/ 6 w 121"/>
                <a:gd name="T41" fmla="*/ 57 h 171"/>
                <a:gd name="T42" fmla="*/ 20 w 121"/>
                <a:gd name="T43" fmla="*/ 85 h 171"/>
                <a:gd name="T44" fmla="*/ 33 w 121"/>
                <a:gd name="T45" fmla="*/ 90 h 171"/>
                <a:gd name="T46" fmla="*/ 35 w 121"/>
                <a:gd name="T47" fmla="*/ 90 h 171"/>
                <a:gd name="T48" fmla="*/ 60 w 121"/>
                <a:gd name="T49" fmla="*/ 171 h 171"/>
                <a:gd name="T50" fmla="*/ 56 w 121"/>
                <a:gd name="T51" fmla="*/ 110 h 171"/>
                <a:gd name="T52" fmla="*/ 89 w 121"/>
                <a:gd name="T53" fmla="*/ 33 h 171"/>
                <a:gd name="T54" fmla="*/ 93 w 121"/>
                <a:gd name="T55" fmla="*/ 31 h 171"/>
                <a:gd name="T56" fmla="*/ 75 w 121"/>
                <a:gd name="T57" fmla="*/ 45 h 171"/>
                <a:gd name="T58" fmla="*/ 89 w 121"/>
                <a:gd name="T59" fmla="*/ 33 h 171"/>
                <a:gd name="T60" fmla="*/ 30 w 121"/>
                <a:gd name="T61" fmla="*/ 55 h 171"/>
                <a:gd name="T62" fmla="*/ 24 w 121"/>
                <a:gd name="T63" fmla="*/ 44 h 171"/>
                <a:gd name="T64" fmla="*/ 33 w 121"/>
                <a:gd name="T65" fmla="*/ 60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1" h="171">
                  <a:moveTo>
                    <a:pt x="120" y="42"/>
                  </a:moveTo>
                  <a:cubicBezTo>
                    <a:pt x="120" y="35"/>
                    <a:pt x="121" y="24"/>
                    <a:pt x="121" y="26"/>
                  </a:cubicBezTo>
                  <a:cubicBezTo>
                    <a:pt x="121" y="26"/>
                    <a:pt x="121" y="26"/>
                    <a:pt x="121" y="26"/>
                  </a:cubicBezTo>
                  <a:cubicBezTo>
                    <a:pt x="120" y="26"/>
                    <a:pt x="120" y="26"/>
                    <a:pt x="120" y="26"/>
                  </a:cubicBezTo>
                  <a:cubicBezTo>
                    <a:pt x="118" y="24"/>
                    <a:pt x="118" y="24"/>
                    <a:pt x="118" y="24"/>
                  </a:cubicBezTo>
                  <a:cubicBezTo>
                    <a:pt x="114" y="21"/>
                    <a:pt x="114" y="21"/>
                    <a:pt x="114" y="21"/>
                  </a:cubicBezTo>
                  <a:cubicBezTo>
                    <a:pt x="106" y="15"/>
                    <a:pt x="106" y="15"/>
                    <a:pt x="106" y="15"/>
                  </a:cubicBezTo>
                  <a:cubicBezTo>
                    <a:pt x="90" y="3"/>
                    <a:pt x="90" y="3"/>
                    <a:pt x="90" y="3"/>
                  </a:cubicBezTo>
                  <a:cubicBezTo>
                    <a:pt x="88" y="2"/>
                    <a:pt x="86" y="1"/>
                    <a:pt x="84" y="1"/>
                  </a:cubicBezTo>
                  <a:cubicBezTo>
                    <a:pt x="84" y="1"/>
                    <a:pt x="84" y="1"/>
                    <a:pt x="84" y="1"/>
                  </a:cubicBezTo>
                  <a:cubicBezTo>
                    <a:pt x="81" y="1"/>
                    <a:pt x="78" y="1"/>
                    <a:pt x="76" y="0"/>
                  </a:cubicBezTo>
                  <a:cubicBezTo>
                    <a:pt x="76" y="1"/>
                    <a:pt x="76" y="1"/>
                    <a:pt x="76" y="1"/>
                  </a:cubicBezTo>
                  <a:cubicBezTo>
                    <a:pt x="83" y="7"/>
                    <a:pt x="83" y="7"/>
                    <a:pt x="83" y="7"/>
                  </a:cubicBezTo>
                  <a:cubicBezTo>
                    <a:pt x="74" y="11"/>
                    <a:pt x="74" y="11"/>
                    <a:pt x="74" y="11"/>
                  </a:cubicBezTo>
                  <a:cubicBezTo>
                    <a:pt x="78" y="18"/>
                    <a:pt x="78" y="18"/>
                    <a:pt x="78" y="18"/>
                  </a:cubicBezTo>
                  <a:cubicBezTo>
                    <a:pt x="67" y="42"/>
                    <a:pt x="67" y="42"/>
                    <a:pt x="67" y="42"/>
                  </a:cubicBezTo>
                  <a:cubicBezTo>
                    <a:pt x="65" y="9"/>
                    <a:pt x="65" y="9"/>
                    <a:pt x="65" y="9"/>
                  </a:cubicBezTo>
                  <a:cubicBezTo>
                    <a:pt x="67" y="7"/>
                    <a:pt x="67" y="7"/>
                    <a:pt x="67" y="7"/>
                  </a:cubicBezTo>
                  <a:cubicBezTo>
                    <a:pt x="65" y="0"/>
                    <a:pt x="65" y="0"/>
                    <a:pt x="65" y="0"/>
                  </a:cubicBezTo>
                  <a:cubicBezTo>
                    <a:pt x="58" y="0"/>
                    <a:pt x="58" y="0"/>
                    <a:pt x="58" y="0"/>
                  </a:cubicBezTo>
                  <a:cubicBezTo>
                    <a:pt x="56" y="7"/>
                    <a:pt x="56" y="7"/>
                    <a:pt x="56" y="7"/>
                  </a:cubicBezTo>
                  <a:cubicBezTo>
                    <a:pt x="58" y="9"/>
                    <a:pt x="58" y="9"/>
                    <a:pt x="58" y="9"/>
                  </a:cubicBezTo>
                  <a:cubicBezTo>
                    <a:pt x="56" y="42"/>
                    <a:pt x="56" y="42"/>
                    <a:pt x="56" y="42"/>
                  </a:cubicBezTo>
                  <a:cubicBezTo>
                    <a:pt x="45" y="18"/>
                    <a:pt x="45" y="18"/>
                    <a:pt x="45" y="18"/>
                  </a:cubicBezTo>
                  <a:cubicBezTo>
                    <a:pt x="49" y="11"/>
                    <a:pt x="49" y="11"/>
                    <a:pt x="49" y="11"/>
                  </a:cubicBezTo>
                  <a:cubicBezTo>
                    <a:pt x="40" y="7"/>
                    <a:pt x="40" y="7"/>
                    <a:pt x="40" y="7"/>
                  </a:cubicBezTo>
                  <a:cubicBezTo>
                    <a:pt x="47" y="1"/>
                    <a:pt x="47" y="1"/>
                    <a:pt x="47" y="1"/>
                  </a:cubicBezTo>
                  <a:cubicBezTo>
                    <a:pt x="47" y="0"/>
                    <a:pt x="47" y="0"/>
                    <a:pt x="47" y="0"/>
                  </a:cubicBezTo>
                  <a:cubicBezTo>
                    <a:pt x="45" y="1"/>
                    <a:pt x="42" y="1"/>
                    <a:pt x="39" y="1"/>
                  </a:cubicBezTo>
                  <a:cubicBezTo>
                    <a:pt x="39" y="1"/>
                    <a:pt x="39" y="1"/>
                    <a:pt x="38" y="1"/>
                  </a:cubicBezTo>
                  <a:cubicBezTo>
                    <a:pt x="36" y="2"/>
                    <a:pt x="33" y="3"/>
                    <a:pt x="31" y="5"/>
                  </a:cubicBezTo>
                  <a:cubicBezTo>
                    <a:pt x="3" y="35"/>
                    <a:pt x="3" y="35"/>
                    <a:pt x="3" y="35"/>
                  </a:cubicBezTo>
                  <a:cubicBezTo>
                    <a:pt x="3" y="36"/>
                    <a:pt x="3" y="36"/>
                    <a:pt x="3" y="36"/>
                  </a:cubicBezTo>
                  <a:cubicBezTo>
                    <a:pt x="3" y="36"/>
                    <a:pt x="3" y="36"/>
                    <a:pt x="3" y="36"/>
                  </a:cubicBezTo>
                  <a:cubicBezTo>
                    <a:pt x="0" y="60"/>
                    <a:pt x="2" y="42"/>
                    <a:pt x="1" y="48"/>
                  </a:cubicBezTo>
                  <a:cubicBezTo>
                    <a:pt x="1" y="48"/>
                    <a:pt x="1" y="48"/>
                    <a:pt x="1" y="48"/>
                  </a:cubicBezTo>
                  <a:cubicBezTo>
                    <a:pt x="1" y="48"/>
                    <a:pt x="1" y="48"/>
                    <a:pt x="1" y="48"/>
                  </a:cubicBezTo>
                  <a:cubicBezTo>
                    <a:pt x="2" y="48"/>
                    <a:pt x="2" y="48"/>
                    <a:pt x="2" y="48"/>
                  </a:cubicBezTo>
                  <a:cubicBezTo>
                    <a:pt x="2" y="49"/>
                    <a:pt x="2" y="49"/>
                    <a:pt x="2" y="49"/>
                  </a:cubicBezTo>
                  <a:cubicBezTo>
                    <a:pt x="2" y="50"/>
                    <a:pt x="2" y="50"/>
                    <a:pt x="2" y="50"/>
                  </a:cubicBezTo>
                  <a:cubicBezTo>
                    <a:pt x="4" y="52"/>
                    <a:pt x="4" y="52"/>
                    <a:pt x="4" y="52"/>
                  </a:cubicBezTo>
                  <a:cubicBezTo>
                    <a:pt x="6" y="57"/>
                    <a:pt x="6" y="57"/>
                    <a:pt x="6" y="57"/>
                  </a:cubicBezTo>
                  <a:cubicBezTo>
                    <a:pt x="11" y="66"/>
                    <a:pt x="11" y="66"/>
                    <a:pt x="11" y="66"/>
                  </a:cubicBezTo>
                  <a:cubicBezTo>
                    <a:pt x="20" y="85"/>
                    <a:pt x="20" y="85"/>
                    <a:pt x="20" y="85"/>
                  </a:cubicBezTo>
                  <a:cubicBezTo>
                    <a:pt x="24" y="82"/>
                    <a:pt x="29" y="80"/>
                    <a:pt x="33" y="78"/>
                  </a:cubicBezTo>
                  <a:cubicBezTo>
                    <a:pt x="33" y="82"/>
                    <a:pt x="33" y="86"/>
                    <a:pt x="33" y="90"/>
                  </a:cubicBezTo>
                  <a:cubicBezTo>
                    <a:pt x="33" y="90"/>
                    <a:pt x="33" y="90"/>
                    <a:pt x="33" y="90"/>
                  </a:cubicBezTo>
                  <a:cubicBezTo>
                    <a:pt x="33" y="90"/>
                    <a:pt x="34" y="90"/>
                    <a:pt x="35" y="90"/>
                  </a:cubicBezTo>
                  <a:cubicBezTo>
                    <a:pt x="37" y="171"/>
                    <a:pt x="37" y="171"/>
                    <a:pt x="37" y="171"/>
                  </a:cubicBezTo>
                  <a:cubicBezTo>
                    <a:pt x="60" y="171"/>
                    <a:pt x="60" y="171"/>
                    <a:pt x="60" y="171"/>
                  </a:cubicBezTo>
                  <a:cubicBezTo>
                    <a:pt x="61" y="161"/>
                    <a:pt x="61" y="148"/>
                    <a:pt x="61" y="134"/>
                  </a:cubicBezTo>
                  <a:cubicBezTo>
                    <a:pt x="58" y="127"/>
                    <a:pt x="56" y="118"/>
                    <a:pt x="56" y="110"/>
                  </a:cubicBezTo>
                  <a:cubicBezTo>
                    <a:pt x="56" y="74"/>
                    <a:pt x="84" y="44"/>
                    <a:pt x="120" y="42"/>
                  </a:cubicBezTo>
                  <a:close/>
                  <a:moveTo>
                    <a:pt x="89" y="33"/>
                  </a:moveTo>
                  <a:cubicBezTo>
                    <a:pt x="89" y="31"/>
                    <a:pt x="89" y="29"/>
                    <a:pt x="89" y="27"/>
                  </a:cubicBezTo>
                  <a:cubicBezTo>
                    <a:pt x="93" y="31"/>
                    <a:pt x="93" y="31"/>
                    <a:pt x="93" y="31"/>
                  </a:cubicBezTo>
                  <a:cubicBezTo>
                    <a:pt x="96" y="33"/>
                    <a:pt x="96" y="33"/>
                    <a:pt x="96" y="33"/>
                  </a:cubicBezTo>
                  <a:cubicBezTo>
                    <a:pt x="75" y="45"/>
                    <a:pt x="75" y="45"/>
                    <a:pt x="75" y="45"/>
                  </a:cubicBezTo>
                  <a:cubicBezTo>
                    <a:pt x="74" y="42"/>
                    <a:pt x="74" y="42"/>
                    <a:pt x="74" y="42"/>
                  </a:cubicBezTo>
                  <a:lnTo>
                    <a:pt x="89" y="33"/>
                  </a:lnTo>
                  <a:close/>
                  <a:moveTo>
                    <a:pt x="33" y="60"/>
                  </a:moveTo>
                  <a:cubicBezTo>
                    <a:pt x="30" y="55"/>
                    <a:pt x="30" y="55"/>
                    <a:pt x="30" y="55"/>
                  </a:cubicBezTo>
                  <a:cubicBezTo>
                    <a:pt x="25" y="46"/>
                    <a:pt x="25" y="46"/>
                    <a:pt x="25" y="46"/>
                  </a:cubicBezTo>
                  <a:cubicBezTo>
                    <a:pt x="24" y="44"/>
                    <a:pt x="24" y="44"/>
                    <a:pt x="24" y="44"/>
                  </a:cubicBezTo>
                  <a:cubicBezTo>
                    <a:pt x="34" y="31"/>
                    <a:pt x="34" y="31"/>
                    <a:pt x="34" y="31"/>
                  </a:cubicBezTo>
                  <a:cubicBezTo>
                    <a:pt x="34" y="41"/>
                    <a:pt x="33" y="50"/>
                    <a:pt x="33"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28" name="Freeform 304"/>
            <p:cNvSpPr>
              <a:spLocks/>
            </p:cNvSpPr>
            <p:nvPr/>
          </p:nvSpPr>
          <p:spPr bwMode="auto">
            <a:xfrm>
              <a:off x="2897909" y="4668827"/>
              <a:ext cx="60720" cy="74816"/>
            </a:xfrm>
            <a:custGeom>
              <a:avLst/>
              <a:gdLst>
                <a:gd name="T0" fmla="*/ 0 w 24"/>
                <a:gd name="T1" fmla="*/ 0 h 29"/>
                <a:gd name="T2" fmla="*/ 1 w 24"/>
                <a:gd name="T3" fmla="*/ 29 h 29"/>
                <a:gd name="T4" fmla="*/ 24 w 24"/>
                <a:gd name="T5" fmla="*/ 29 h 29"/>
                <a:gd name="T6" fmla="*/ 24 w 24"/>
                <a:gd name="T7" fmla="*/ 26 h 29"/>
                <a:gd name="T8" fmla="*/ 0 w 24"/>
                <a:gd name="T9" fmla="*/ 0 h 29"/>
              </a:gdLst>
              <a:ahLst/>
              <a:cxnLst>
                <a:cxn ang="0">
                  <a:pos x="T0" y="T1"/>
                </a:cxn>
                <a:cxn ang="0">
                  <a:pos x="T2" y="T3"/>
                </a:cxn>
                <a:cxn ang="0">
                  <a:pos x="T4" y="T5"/>
                </a:cxn>
                <a:cxn ang="0">
                  <a:pos x="T6" y="T7"/>
                </a:cxn>
                <a:cxn ang="0">
                  <a:pos x="T8" y="T9"/>
                </a:cxn>
              </a:cxnLst>
              <a:rect l="0" t="0" r="r" b="b"/>
              <a:pathLst>
                <a:path w="24" h="29">
                  <a:moveTo>
                    <a:pt x="0" y="0"/>
                  </a:moveTo>
                  <a:cubicBezTo>
                    <a:pt x="1" y="29"/>
                    <a:pt x="1" y="29"/>
                    <a:pt x="1" y="29"/>
                  </a:cubicBezTo>
                  <a:cubicBezTo>
                    <a:pt x="24" y="29"/>
                    <a:pt x="24" y="29"/>
                    <a:pt x="24" y="29"/>
                  </a:cubicBezTo>
                  <a:cubicBezTo>
                    <a:pt x="24" y="28"/>
                    <a:pt x="24" y="27"/>
                    <a:pt x="24" y="26"/>
                  </a:cubicBezTo>
                  <a:cubicBezTo>
                    <a:pt x="14" y="19"/>
                    <a:pt x="6" y="1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29" name="Freeform 305"/>
            <p:cNvSpPr>
              <a:spLocks/>
            </p:cNvSpPr>
            <p:nvPr/>
          </p:nvSpPr>
          <p:spPr bwMode="auto">
            <a:xfrm>
              <a:off x="3035614" y="4422694"/>
              <a:ext cx="54214" cy="41203"/>
            </a:xfrm>
            <a:custGeom>
              <a:avLst/>
              <a:gdLst>
                <a:gd name="T0" fmla="*/ 43 w 50"/>
                <a:gd name="T1" fmla="*/ 0 h 38"/>
                <a:gd name="T2" fmla="*/ 36 w 50"/>
                <a:gd name="T3" fmla="*/ 0 h 38"/>
                <a:gd name="T4" fmla="*/ 14 w 50"/>
                <a:gd name="T5" fmla="*/ 0 h 38"/>
                <a:gd name="T6" fmla="*/ 7 w 50"/>
                <a:gd name="T7" fmla="*/ 0 h 38"/>
                <a:gd name="T8" fmla="*/ 0 w 50"/>
                <a:gd name="T9" fmla="*/ 38 h 38"/>
                <a:gd name="T10" fmla="*/ 14 w 50"/>
                <a:gd name="T11" fmla="*/ 38 h 38"/>
                <a:gd name="T12" fmla="*/ 36 w 50"/>
                <a:gd name="T13" fmla="*/ 38 h 38"/>
                <a:gd name="T14" fmla="*/ 50 w 50"/>
                <a:gd name="T15" fmla="*/ 38 h 38"/>
                <a:gd name="T16" fmla="*/ 43 w 50"/>
                <a:gd name="T1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38">
                  <a:moveTo>
                    <a:pt x="43" y="0"/>
                  </a:moveTo>
                  <a:lnTo>
                    <a:pt x="36" y="0"/>
                  </a:lnTo>
                  <a:lnTo>
                    <a:pt x="14" y="0"/>
                  </a:lnTo>
                  <a:lnTo>
                    <a:pt x="7" y="0"/>
                  </a:lnTo>
                  <a:lnTo>
                    <a:pt x="0" y="38"/>
                  </a:lnTo>
                  <a:lnTo>
                    <a:pt x="14" y="38"/>
                  </a:lnTo>
                  <a:lnTo>
                    <a:pt x="36" y="38"/>
                  </a:lnTo>
                  <a:lnTo>
                    <a:pt x="50" y="38"/>
                  </a:lnTo>
                  <a:lnTo>
                    <a:pt x="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30" name="Freeform 306"/>
            <p:cNvSpPr>
              <a:spLocks/>
            </p:cNvSpPr>
            <p:nvPr/>
          </p:nvSpPr>
          <p:spPr bwMode="auto">
            <a:xfrm>
              <a:off x="2964051" y="4430285"/>
              <a:ext cx="61805" cy="59636"/>
            </a:xfrm>
            <a:custGeom>
              <a:avLst/>
              <a:gdLst>
                <a:gd name="T0" fmla="*/ 33 w 57"/>
                <a:gd name="T1" fmla="*/ 0 h 55"/>
                <a:gd name="T2" fmla="*/ 26 w 57"/>
                <a:gd name="T3" fmla="*/ 5 h 55"/>
                <a:gd name="T4" fmla="*/ 7 w 57"/>
                <a:gd name="T5" fmla="*/ 14 h 55"/>
                <a:gd name="T6" fmla="*/ 0 w 57"/>
                <a:gd name="T7" fmla="*/ 19 h 55"/>
                <a:gd name="T8" fmla="*/ 14 w 57"/>
                <a:gd name="T9" fmla="*/ 55 h 55"/>
                <a:gd name="T10" fmla="*/ 28 w 57"/>
                <a:gd name="T11" fmla="*/ 47 h 55"/>
                <a:gd name="T12" fmla="*/ 45 w 57"/>
                <a:gd name="T13" fmla="*/ 38 h 55"/>
                <a:gd name="T14" fmla="*/ 57 w 57"/>
                <a:gd name="T15" fmla="*/ 31 h 55"/>
                <a:gd name="T16" fmla="*/ 33 w 57"/>
                <a:gd name="T17"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33" y="0"/>
                  </a:moveTo>
                  <a:lnTo>
                    <a:pt x="26" y="5"/>
                  </a:lnTo>
                  <a:lnTo>
                    <a:pt x="7" y="14"/>
                  </a:lnTo>
                  <a:lnTo>
                    <a:pt x="0" y="19"/>
                  </a:lnTo>
                  <a:lnTo>
                    <a:pt x="14" y="55"/>
                  </a:lnTo>
                  <a:lnTo>
                    <a:pt x="28" y="47"/>
                  </a:lnTo>
                  <a:lnTo>
                    <a:pt x="45" y="38"/>
                  </a:lnTo>
                  <a:lnTo>
                    <a:pt x="57" y="31"/>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31" name="Freeform 307"/>
            <p:cNvSpPr>
              <a:spLocks/>
            </p:cNvSpPr>
            <p:nvPr/>
          </p:nvSpPr>
          <p:spPr bwMode="auto">
            <a:xfrm>
              <a:off x="2909837" y="4479077"/>
              <a:ext cx="61805" cy="61805"/>
            </a:xfrm>
            <a:custGeom>
              <a:avLst/>
              <a:gdLst>
                <a:gd name="T0" fmla="*/ 19 w 57"/>
                <a:gd name="T1" fmla="*/ 0 h 57"/>
                <a:gd name="T2" fmla="*/ 15 w 57"/>
                <a:gd name="T3" fmla="*/ 7 h 57"/>
                <a:gd name="T4" fmla="*/ 5 w 57"/>
                <a:gd name="T5" fmla="*/ 26 h 57"/>
                <a:gd name="T6" fmla="*/ 0 w 57"/>
                <a:gd name="T7" fmla="*/ 33 h 57"/>
                <a:gd name="T8" fmla="*/ 31 w 57"/>
                <a:gd name="T9" fmla="*/ 57 h 57"/>
                <a:gd name="T10" fmla="*/ 38 w 57"/>
                <a:gd name="T11" fmla="*/ 45 h 57"/>
                <a:gd name="T12" fmla="*/ 50 w 57"/>
                <a:gd name="T13" fmla="*/ 26 h 57"/>
                <a:gd name="T14" fmla="*/ 57 w 57"/>
                <a:gd name="T15" fmla="*/ 14 h 57"/>
                <a:gd name="T16" fmla="*/ 19 w 57"/>
                <a:gd name="T17"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7">
                  <a:moveTo>
                    <a:pt x="19" y="0"/>
                  </a:moveTo>
                  <a:lnTo>
                    <a:pt x="15" y="7"/>
                  </a:lnTo>
                  <a:lnTo>
                    <a:pt x="5" y="26"/>
                  </a:lnTo>
                  <a:lnTo>
                    <a:pt x="0" y="33"/>
                  </a:lnTo>
                  <a:lnTo>
                    <a:pt x="31" y="57"/>
                  </a:lnTo>
                  <a:lnTo>
                    <a:pt x="38" y="45"/>
                  </a:lnTo>
                  <a:lnTo>
                    <a:pt x="50" y="26"/>
                  </a:lnTo>
                  <a:lnTo>
                    <a:pt x="57" y="14"/>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32" name="Freeform 308"/>
            <p:cNvSpPr>
              <a:spLocks/>
            </p:cNvSpPr>
            <p:nvPr/>
          </p:nvSpPr>
          <p:spPr bwMode="auto">
            <a:xfrm>
              <a:off x="2897909" y="4550640"/>
              <a:ext cx="40119" cy="52046"/>
            </a:xfrm>
            <a:custGeom>
              <a:avLst/>
              <a:gdLst>
                <a:gd name="T0" fmla="*/ 0 w 37"/>
                <a:gd name="T1" fmla="*/ 5 h 48"/>
                <a:gd name="T2" fmla="*/ 0 w 37"/>
                <a:gd name="T3" fmla="*/ 14 h 48"/>
                <a:gd name="T4" fmla="*/ 0 w 37"/>
                <a:gd name="T5" fmla="*/ 33 h 48"/>
                <a:gd name="T6" fmla="*/ 0 w 37"/>
                <a:gd name="T7" fmla="*/ 43 h 48"/>
                <a:gd name="T8" fmla="*/ 37 w 37"/>
                <a:gd name="T9" fmla="*/ 48 h 48"/>
                <a:gd name="T10" fmla="*/ 37 w 37"/>
                <a:gd name="T11" fmla="*/ 33 h 48"/>
                <a:gd name="T12" fmla="*/ 37 w 37"/>
                <a:gd name="T13" fmla="*/ 14 h 48"/>
                <a:gd name="T14" fmla="*/ 37 w 37"/>
                <a:gd name="T15" fmla="*/ 0 h 48"/>
                <a:gd name="T16" fmla="*/ 0 w 37"/>
                <a:gd name="T1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8">
                  <a:moveTo>
                    <a:pt x="0" y="5"/>
                  </a:moveTo>
                  <a:lnTo>
                    <a:pt x="0" y="14"/>
                  </a:lnTo>
                  <a:lnTo>
                    <a:pt x="0" y="33"/>
                  </a:lnTo>
                  <a:lnTo>
                    <a:pt x="0" y="43"/>
                  </a:lnTo>
                  <a:lnTo>
                    <a:pt x="37" y="48"/>
                  </a:lnTo>
                  <a:lnTo>
                    <a:pt x="37" y="33"/>
                  </a:lnTo>
                  <a:lnTo>
                    <a:pt x="37" y="14"/>
                  </a:lnTo>
                  <a:lnTo>
                    <a:pt x="37" y="0"/>
                  </a:lnTo>
                  <a:lnTo>
                    <a:pt x="0"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33" name="Freeform 309"/>
            <p:cNvSpPr>
              <a:spLocks/>
            </p:cNvSpPr>
            <p:nvPr/>
          </p:nvSpPr>
          <p:spPr bwMode="auto">
            <a:xfrm>
              <a:off x="2905500" y="4612444"/>
              <a:ext cx="58551" cy="61805"/>
            </a:xfrm>
            <a:custGeom>
              <a:avLst/>
              <a:gdLst>
                <a:gd name="T0" fmla="*/ 0 w 54"/>
                <a:gd name="T1" fmla="*/ 26 h 57"/>
                <a:gd name="T2" fmla="*/ 4 w 54"/>
                <a:gd name="T3" fmla="*/ 33 h 57"/>
                <a:gd name="T4" fmla="*/ 14 w 54"/>
                <a:gd name="T5" fmla="*/ 50 h 57"/>
                <a:gd name="T6" fmla="*/ 19 w 54"/>
                <a:gd name="T7" fmla="*/ 57 h 57"/>
                <a:gd name="T8" fmla="*/ 54 w 54"/>
                <a:gd name="T9" fmla="*/ 43 h 57"/>
                <a:gd name="T10" fmla="*/ 47 w 54"/>
                <a:gd name="T11" fmla="*/ 31 h 57"/>
                <a:gd name="T12" fmla="*/ 37 w 54"/>
                <a:gd name="T13" fmla="*/ 14 h 57"/>
                <a:gd name="T14" fmla="*/ 30 w 54"/>
                <a:gd name="T15" fmla="*/ 0 h 57"/>
                <a:gd name="T16" fmla="*/ 0 w 54"/>
                <a:gd name="T17" fmla="*/ 2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7">
                  <a:moveTo>
                    <a:pt x="0" y="26"/>
                  </a:moveTo>
                  <a:lnTo>
                    <a:pt x="4" y="33"/>
                  </a:lnTo>
                  <a:lnTo>
                    <a:pt x="14" y="50"/>
                  </a:lnTo>
                  <a:lnTo>
                    <a:pt x="19" y="57"/>
                  </a:lnTo>
                  <a:lnTo>
                    <a:pt x="54" y="43"/>
                  </a:lnTo>
                  <a:lnTo>
                    <a:pt x="47" y="31"/>
                  </a:lnTo>
                  <a:lnTo>
                    <a:pt x="37" y="14"/>
                  </a:lnTo>
                  <a:lnTo>
                    <a:pt x="30" y="0"/>
                  </a:lnTo>
                  <a:lnTo>
                    <a:pt x="0"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34" name="Freeform 310"/>
            <p:cNvSpPr>
              <a:spLocks/>
            </p:cNvSpPr>
            <p:nvPr/>
          </p:nvSpPr>
          <p:spPr bwMode="auto">
            <a:xfrm>
              <a:off x="2954292" y="4668827"/>
              <a:ext cx="60720" cy="58551"/>
            </a:xfrm>
            <a:custGeom>
              <a:avLst/>
              <a:gdLst>
                <a:gd name="T0" fmla="*/ 0 w 56"/>
                <a:gd name="T1" fmla="*/ 35 h 54"/>
                <a:gd name="T2" fmla="*/ 7 w 56"/>
                <a:gd name="T3" fmla="*/ 40 h 54"/>
                <a:gd name="T4" fmla="*/ 26 w 56"/>
                <a:gd name="T5" fmla="*/ 50 h 54"/>
                <a:gd name="T6" fmla="*/ 30 w 56"/>
                <a:gd name="T7" fmla="*/ 54 h 54"/>
                <a:gd name="T8" fmla="*/ 56 w 56"/>
                <a:gd name="T9" fmla="*/ 24 h 54"/>
                <a:gd name="T10" fmla="*/ 45 w 56"/>
                <a:gd name="T11" fmla="*/ 17 h 54"/>
                <a:gd name="T12" fmla="*/ 26 w 56"/>
                <a:gd name="T13" fmla="*/ 7 h 54"/>
                <a:gd name="T14" fmla="*/ 14 w 56"/>
                <a:gd name="T15" fmla="*/ 0 h 54"/>
                <a:gd name="T16" fmla="*/ 0 w 56"/>
                <a:gd name="T17" fmla="*/ 3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0" y="35"/>
                  </a:moveTo>
                  <a:lnTo>
                    <a:pt x="7" y="40"/>
                  </a:lnTo>
                  <a:lnTo>
                    <a:pt x="26" y="50"/>
                  </a:lnTo>
                  <a:lnTo>
                    <a:pt x="30" y="54"/>
                  </a:lnTo>
                  <a:lnTo>
                    <a:pt x="56" y="24"/>
                  </a:lnTo>
                  <a:lnTo>
                    <a:pt x="45" y="17"/>
                  </a:lnTo>
                  <a:lnTo>
                    <a:pt x="26" y="7"/>
                  </a:lnTo>
                  <a:lnTo>
                    <a:pt x="14" y="0"/>
                  </a:lnTo>
                  <a:lnTo>
                    <a:pt x="0"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35" name="Freeform 311"/>
            <p:cNvSpPr>
              <a:spLocks/>
            </p:cNvSpPr>
            <p:nvPr/>
          </p:nvSpPr>
          <p:spPr bwMode="auto">
            <a:xfrm>
              <a:off x="3022602" y="4699187"/>
              <a:ext cx="54214" cy="44456"/>
            </a:xfrm>
            <a:custGeom>
              <a:avLst/>
              <a:gdLst>
                <a:gd name="T0" fmla="*/ 8 w 50"/>
                <a:gd name="T1" fmla="*/ 41 h 41"/>
                <a:gd name="T2" fmla="*/ 15 w 50"/>
                <a:gd name="T3" fmla="*/ 41 h 41"/>
                <a:gd name="T4" fmla="*/ 36 w 50"/>
                <a:gd name="T5" fmla="*/ 41 h 41"/>
                <a:gd name="T6" fmla="*/ 43 w 50"/>
                <a:gd name="T7" fmla="*/ 41 h 41"/>
                <a:gd name="T8" fmla="*/ 50 w 50"/>
                <a:gd name="T9" fmla="*/ 0 h 41"/>
                <a:gd name="T10" fmla="*/ 36 w 50"/>
                <a:gd name="T11" fmla="*/ 0 h 41"/>
                <a:gd name="T12" fmla="*/ 15 w 50"/>
                <a:gd name="T13" fmla="*/ 0 h 41"/>
                <a:gd name="T14" fmla="*/ 0 w 50"/>
                <a:gd name="T15" fmla="*/ 0 h 41"/>
                <a:gd name="T16" fmla="*/ 8 w 50"/>
                <a:gd name="T17" fmla="*/ 4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41">
                  <a:moveTo>
                    <a:pt x="8" y="41"/>
                  </a:moveTo>
                  <a:lnTo>
                    <a:pt x="15" y="41"/>
                  </a:lnTo>
                  <a:lnTo>
                    <a:pt x="36" y="41"/>
                  </a:lnTo>
                  <a:lnTo>
                    <a:pt x="43" y="41"/>
                  </a:lnTo>
                  <a:lnTo>
                    <a:pt x="50" y="0"/>
                  </a:lnTo>
                  <a:lnTo>
                    <a:pt x="36" y="0"/>
                  </a:lnTo>
                  <a:lnTo>
                    <a:pt x="15" y="0"/>
                  </a:lnTo>
                  <a:lnTo>
                    <a:pt x="0" y="0"/>
                  </a:lnTo>
                  <a:lnTo>
                    <a:pt x="8" y="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36" name="Freeform 312"/>
            <p:cNvSpPr>
              <a:spLocks/>
            </p:cNvSpPr>
            <p:nvPr/>
          </p:nvSpPr>
          <p:spPr bwMode="auto">
            <a:xfrm>
              <a:off x="3087659" y="4674248"/>
              <a:ext cx="60720" cy="58551"/>
            </a:xfrm>
            <a:custGeom>
              <a:avLst/>
              <a:gdLst>
                <a:gd name="T0" fmla="*/ 26 w 56"/>
                <a:gd name="T1" fmla="*/ 54 h 54"/>
                <a:gd name="T2" fmla="*/ 30 w 56"/>
                <a:gd name="T3" fmla="*/ 52 h 54"/>
                <a:gd name="T4" fmla="*/ 49 w 56"/>
                <a:gd name="T5" fmla="*/ 40 h 54"/>
                <a:gd name="T6" fmla="*/ 56 w 56"/>
                <a:gd name="T7" fmla="*/ 38 h 54"/>
                <a:gd name="T8" fmla="*/ 42 w 56"/>
                <a:gd name="T9" fmla="*/ 0 h 54"/>
                <a:gd name="T10" fmla="*/ 30 w 56"/>
                <a:gd name="T11" fmla="*/ 7 h 54"/>
                <a:gd name="T12" fmla="*/ 11 w 56"/>
                <a:gd name="T13" fmla="*/ 19 h 54"/>
                <a:gd name="T14" fmla="*/ 0 w 56"/>
                <a:gd name="T15" fmla="*/ 26 h 54"/>
                <a:gd name="T16" fmla="*/ 26 w 56"/>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26" y="54"/>
                  </a:moveTo>
                  <a:lnTo>
                    <a:pt x="30" y="52"/>
                  </a:lnTo>
                  <a:lnTo>
                    <a:pt x="49" y="40"/>
                  </a:lnTo>
                  <a:lnTo>
                    <a:pt x="56" y="38"/>
                  </a:lnTo>
                  <a:lnTo>
                    <a:pt x="42" y="0"/>
                  </a:lnTo>
                  <a:lnTo>
                    <a:pt x="30" y="7"/>
                  </a:lnTo>
                  <a:lnTo>
                    <a:pt x="11" y="19"/>
                  </a:lnTo>
                  <a:lnTo>
                    <a:pt x="0" y="26"/>
                  </a:lnTo>
                  <a:lnTo>
                    <a:pt x="26" y="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37" name="Freeform 313"/>
            <p:cNvSpPr>
              <a:spLocks/>
            </p:cNvSpPr>
            <p:nvPr/>
          </p:nvSpPr>
          <p:spPr bwMode="auto">
            <a:xfrm>
              <a:off x="3144042" y="4625456"/>
              <a:ext cx="58551" cy="58551"/>
            </a:xfrm>
            <a:custGeom>
              <a:avLst/>
              <a:gdLst>
                <a:gd name="T0" fmla="*/ 35 w 54"/>
                <a:gd name="T1" fmla="*/ 54 h 54"/>
                <a:gd name="T2" fmla="*/ 40 w 54"/>
                <a:gd name="T3" fmla="*/ 47 h 54"/>
                <a:gd name="T4" fmla="*/ 49 w 54"/>
                <a:gd name="T5" fmla="*/ 31 h 54"/>
                <a:gd name="T6" fmla="*/ 54 w 54"/>
                <a:gd name="T7" fmla="*/ 23 h 54"/>
                <a:gd name="T8" fmla="*/ 23 w 54"/>
                <a:gd name="T9" fmla="*/ 0 h 54"/>
                <a:gd name="T10" fmla="*/ 16 w 54"/>
                <a:gd name="T11" fmla="*/ 12 h 54"/>
                <a:gd name="T12" fmla="*/ 7 w 54"/>
                <a:gd name="T13" fmla="*/ 28 h 54"/>
                <a:gd name="T14" fmla="*/ 0 w 54"/>
                <a:gd name="T15" fmla="*/ 40 h 54"/>
                <a:gd name="T16" fmla="*/ 35 w 54"/>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4">
                  <a:moveTo>
                    <a:pt x="35" y="54"/>
                  </a:moveTo>
                  <a:lnTo>
                    <a:pt x="40" y="47"/>
                  </a:lnTo>
                  <a:lnTo>
                    <a:pt x="49" y="31"/>
                  </a:lnTo>
                  <a:lnTo>
                    <a:pt x="54" y="23"/>
                  </a:lnTo>
                  <a:lnTo>
                    <a:pt x="23" y="0"/>
                  </a:lnTo>
                  <a:lnTo>
                    <a:pt x="16" y="12"/>
                  </a:lnTo>
                  <a:lnTo>
                    <a:pt x="7" y="28"/>
                  </a:lnTo>
                  <a:lnTo>
                    <a:pt x="0" y="40"/>
                  </a:lnTo>
                  <a:lnTo>
                    <a:pt x="35" y="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38" name="Freeform 314"/>
            <p:cNvSpPr>
              <a:spLocks/>
            </p:cNvSpPr>
            <p:nvPr/>
          </p:nvSpPr>
          <p:spPr bwMode="auto">
            <a:xfrm>
              <a:off x="3174402" y="4563651"/>
              <a:ext cx="43371" cy="50962"/>
            </a:xfrm>
            <a:custGeom>
              <a:avLst/>
              <a:gdLst>
                <a:gd name="T0" fmla="*/ 40 w 40"/>
                <a:gd name="T1" fmla="*/ 43 h 47"/>
                <a:gd name="T2" fmla="*/ 40 w 40"/>
                <a:gd name="T3" fmla="*/ 33 h 47"/>
                <a:gd name="T4" fmla="*/ 40 w 40"/>
                <a:gd name="T5" fmla="*/ 14 h 47"/>
                <a:gd name="T6" fmla="*/ 40 w 40"/>
                <a:gd name="T7" fmla="*/ 5 h 47"/>
                <a:gd name="T8" fmla="*/ 0 w 40"/>
                <a:gd name="T9" fmla="*/ 0 h 47"/>
                <a:gd name="T10" fmla="*/ 0 w 40"/>
                <a:gd name="T11" fmla="*/ 14 h 47"/>
                <a:gd name="T12" fmla="*/ 0 w 40"/>
                <a:gd name="T13" fmla="*/ 33 h 47"/>
                <a:gd name="T14" fmla="*/ 0 w 40"/>
                <a:gd name="T15" fmla="*/ 47 h 47"/>
                <a:gd name="T16" fmla="*/ 40 w 40"/>
                <a:gd name="T17" fmla="*/ 43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47">
                  <a:moveTo>
                    <a:pt x="40" y="43"/>
                  </a:moveTo>
                  <a:lnTo>
                    <a:pt x="40" y="33"/>
                  </a:lnTo>
                  <a:lnTo>
                    <a:pt x="40" y="14"/>
                  </a:lnTo>
                  <a:lnTo>
                    <a:pt x="40" y="5"/>
                  </a:lnTo>
                  <a:lnTo>
                    <a:pt x="0" y="0"/>
                  </a:lnTo>
                  <a:lnTo>
                    <a:pt x="0" y="14"/>
                  </a:lnTo>
                  <a:lnTo>
                    <a:pt x="0" y="33"/>
                  </a:lnTo>
                  <a:lnTo>
                    <a:pt x="0" y="47"/>
                  </a:lnTo>
                  <a:lnTo>
                    <a:pt x="40" y="4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39" name="Freeform 315"/>
            <p:cNvSpPr>
              <a:spLocks/>
            </p:cNvSpPr>
            <p:nvPr/>
          </p:nvSpPr>
          <p:spPr bwMode="auto">
            <a:xfrm>
              <a:off x="3148379" y="4492088"/>
              <a:ext cx="59636" cy="58551"/>
            </a:xfrm>
            <a:custGeom>
              <a:avLst/>
              <a:gdLst>
                <a:gd name="T0" fmla="*/ 55 w 55"/>
                <a:gd name="T1" fmla="*/ 31 h 54"/>
                <a:gd name="T2" fmla="*/ 52 w 55"/>
                <a:gd name="T3" fmla="*/ 24 h 54"/>
                <a:gd name="T4" fmla="*/ 40 w 55"/>
                <a:gd name="T5" fmla="*/ 7 h 54"/>
                <a:gd name="T6" fmla="*/ 38 w 55"/>
                <a:gd name="T7" fmla="*/ 0 h 54"/>
                <a:gd name="T8" fmla="*/ 0 w 55"/>
                <a:gd name="T9" fmla="*/ 14 h 54"/>
                <a:gd name="T10" fmla="*/ 7 w 55"/>
                <a:gd name="T11" fmla="*/ 26 h 54"/>
                <a:gd name="T12" fmla="*/ 17 w 55"/>
                <a:gd name="T13" fmla="*/ 42 h 54"/>
                <a:gd name="T14" fmla="*/ 24 w 55"/>
                <a:gd name="T15" fmla="*/ 54 h 54"/>
                <a:gd name="T16" fmla="*/ 55 w 55"/>
                <a:gd name="T17" fmla="*/ 3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 h="54">
                  <a:moveTo>
                    <a:pt x="55" y="31"/>
                  </a:moveTo>
                  <a:lnTo>
                    <a:pt x="52" y="24"/>
                  </a:lnTo>
                  <a:lnTo>
                    <a:pt x="40" y="7"/>
                  </a:lnTo>
                  <a:lnTo>
                    <a:pt x="38" y="0"/>
                  </a:lnTo>
                  <a:lnTo>
                    <a:pt x="0" y="14"/>
                  </a:lnTo>
                  <a:lnTo>
                    <a:pt x="7" y="26"/>
                  </a:lnTo>
                  <a:lnTo>
                    <a:pt x="17" y="42"/>
                  </a:lnTo>
                  <a:lnTo>
                    <a:pt x="24" y="54"/>
                  </a:lnTo>
                  <a:lnTo>
                    <a:pt x="55"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40" name="Freeform 316"/>
            <p:cNvSpPr>
              <a:spLocks/>
            </p:cNvSpPr>
            <p:nvPr/>
          </p:nvSpPr>
          <p:spPr bwMode="auto">
            <a:xfrm>
              <a:off x="3097418" y="4437874"/>
              <a:ext cx="61805" cy="59636"/>
            </a:xfrm>
            <a:custGeom>
              <a:avLst/>
              <a:gdLst>
                <a:gd name="T0" fmla="*/ 57 w 57"/>
                <a:gd name="T1" fmla="*/ 17 h 55"/>
                <a:gd name="T2" fmla="*/ 50 w 57"/>
                <a:gd name="T3" fmla="*/ 14 h 55"/>
                <a:gd name="T4" fmla="*/ 33 w 57"/>
                <a:gd name="T5" fmla="*/ 3 h 55"/>
                <a:gd name="T6" fmla="*/ 26 w 57"/>
                <a:gd name="T7" fmla="*/ 0 h 55"/>
                <a:gd name="T8" fmla="*/ 0 w 57"/>
                <a:gd name="T9" fmla="*/ 31 h 55"/>
                <a:gd name="T10" fmla="*/ 14 w 57"/>
                <a:gd name="T11" fmla="*/ 38 h 55"/>
                <a:gd name="T12" fmla="*/ 31 w 57"/>
                <a:gd name="T13" fmla="*/ 48 h 55"/>
                <a:gd name="T14" fmla="*/ 43 w 57"/>
                <a:gd name="T15" fmla="*/ 55 h 55"/>
                <a:gd name="T16" fmla="*/ 57 w 57"/>
                <a:gd name="T17" fmla="*/ 17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57" y="17"/>
                  </a:moveTo>
                  <a:lnTo>
                    <a:pt x="50" y="14"/>
                  </a:lnTo>
                  <a:lnTo>
                    <a:pt x="33" y="3"/>
                  </a:lnTo>
                  <a:lnTo>
                    <a:pt x="26" y="0"/>
                  </a:lnTo>
                  <a:lnTo>
                    <a:pt x="0" y="31"/>
                  </a:lnTo>
                  <a:lnTo>
                    <a:pt x="14" y="38"/>
                  </a:lnTo>
                  <a:lnTo>
                    <a:pt x="31" y="48"/>
                  </a:lnTo>
                  <a:lnTo>
                    <a:pt x="43" y="55"/>
                  </a:lnTo>
                  <a:lnTo>
                    <a:pt x="57"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41" name="Freeform 317"/>
            <p:cNvSpPr>
              <a:spLocks noEditPoints="1"/>
            </p:cNvSpPr>
            <p:nvPr/>
          </p:nvSpPr>
          <p:spPr bwMode="auto">
            <a:xfrm>
              <a:off x="2926101" y="4448717"/>
              <a:ext cx="263481" cy="266734"/>
            </a:xfrm>
            <a:custGeom>
              <a:avLst/>
              <a:gdLst>
                <a:gd name="T0" fmla="*/ 51 w 103"/>
                <a:gd name="T1" fmla="*/ 104 h 104"/>
                <a:gd name="T2" fmla="*/ 0 w 103"/>
                <a:gd name="T3" fmla="*/ 52 h 104"/>
                <a:gd name="T4" fmla="*/ 51 w 103"/>
                <a:gd name="T5" fmla="*/ 0 h 104"/>
                <a:gd name="T6" fmla="*/ 103 w 103"/>
                <a:gd name="T7" fmla="*/ 52 h 104"/>
                <a:gd name="T8" fmla="*/ 51 w 103"/>
                <a:gd name="T9" fmla="*/ 104 h 104"/>
                <a:gd name="T10" fmla="*/ 51 w 103"/>
                <a:gd name="T11" fmla="*/ 16 h 104"/>
                <a:gd name="T12" fmla="*/ 15 w 103"/>
                <a:gd name="T13" fmla="*/ 52 h 104"/>
                <a:gd name="T14" fmla="*/ 51 w 103"/>
                <a:gd name="T15" fmla="*/ 89 h 104"/>
                <a:gd name="T16" fmla="*/ 87 w 103"/>
                <a:gd name="T17" fmla="*/ 52 h 104"/>
                <a:gd name="T18" fmla="*/ 51 w 103"/>
                <a:gd name="T19" fmla="*/ 16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 h="104">
                  <a:moveTo>
                    <a:pt x="51" y="104"/>
                  </a:moveTo>
                  <a:cubicBezTo>
                    <a:pt x="23" y="104"/>
                    <a:pt x="0" y="81"/>
                    <a:pt x="0" y="52"/>
                  </a:cubicBezTo>
                  <a:cubicBezTo>
                    <a:pt x="0" y="24"/>
                    <a:pt x="23" y="0"/>
                    <a:pt x="51" y="0"/>
                  </a:cubicBezTo>
                  <a:cubicBezTo>
                    <a:pt x="80" y="0"/>
                    <a:pt x="103" y="24"/>
                    <a:pt x="103" y="52"/>
                  </a:cubicBezTo>
                  <a:cubicBezTo>
                    <a:pt x="103" y="81"/>
                    <a:pt x="80" y="104"/>
                    <a:pt x="51" y="104"/>
                  </a:cubicBezTo>
                  <a:close/>
                  <a:moveTo>
                    <a:pt x="51" y="16"/>
                  </a:moveTo>
                  <a:cubicBezTo>
                    <a:pt x="31" y="16"/>
                    <a:pt x="15" y="32"/>
                    <a:pt x="15" y="52"/>
                  </a:cubicBezTo>
                  <a:cubicBezTo>
                    <a:pt x="15" y="73"/>
                    <a:pt x="31" y="89"/>
                    <a:pt x="51" y="89"/>
                  </a:cubicBezTo>
                  <a:cubicBezTo>
                    <a:pt x="71" y="89"/>
                    <a:pt x="87" y="73"/>
                    <a:pt x="87" y="52"/>
                  </a:cubicBezTo>
                  <a:cubicBezTo>
                    <a:pt x="87" y="32"/>
                    <a:pt x="71" y="16"/>
                    <a:pt x="51"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42" name="Oval 318"/>
            <p:cNvSpPr>
              <a:spLocks noChangeArrowheads="1"/>
            </p:cNvSpPr>
            <p:nvPr/>
          </p:nvSpPr>
          <p:spPr bwMode="auto">
            <a:xfrm>
              <a:off x="2999832" y="4525702"/>
              <a:ext cx="112766" cy="11276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grpSp>
      <p:grpSp>
        <p:nvGrpSpPr>
          <p:cNvPr id="43" name="原创设计师QQ598969553          _14"/>
          <p:cNvGrpSpPr/>
          <p:nvPr/>
        </p:nvGrpSpPr>
        <p:grpSpPr>
          <a:xfrm>
            <a:off x="4428868" y="1624748"/>
            <a:ext cx="321986" cy="219341"/>
            <a:chOff x="4895160" y="4287159"/>
            <a:chExt cx="571418" cy="389258"/>
          </a:xfrm>
          <a:solidFill>
            <a:schemeClr val="accent2"/>
          </a:solidFill>
        </p:grpSpPr>
        <p:sp>
          <p:nvSpPr>
            <p:cNvPr id="44" name="Freeform 327"/>
            <p:cNvSpPr>
              <a:spLocks noEditPoints="1"/>
            </p:cNvSpPr>
            <p:nvPr/>
          </p:nvSpPr>
          <p:spPr bwMode="auto">
            <a:xfrm>
              <a:off x="4895160" y="4287159"/>
              <a:ext cx="438051" cy="389258"/>
            </a:xfrm>
            <a:custGeom>
              <a:avLst/>
              <a:gdLst>
                <a:gd name="T0" fmla="*/ 166 w 171"/>
                <a:gd name="T1" fmla="*/ 0 h 152"/>
                <a:gd name="T2" fmla="*/ 5 w 171"/>
                <a:gd name="T3" fmla="*/ 0 h 152"/>
                <a:gd name="T4" fmla="*/ 0 w 171"/>
                <a:gd name="T5" fmla="*/ 5 h 152"/>
                <a:gd name="T6" fmla="*/ 0 w 171"/>
                <a:gd name="T7" fmla="*/ 146 h 152"/>
                <a:gd name="T8" fmla="*/ 5 w 171"/>
                <a:gd name="T9" fmla="*/ 152 h 152"/>
                <a:gd name="T10" fmla="*/ 166 w 171"/>
                <a:gd name="T11" fmla="*/ 152 h 152"/>
                <a:gd name="T12" fmla="*/ 171 w 171"/>
                <a:gd name="T13" fmla="*/ 146 h 152"/>
                <a:gd name="T14" fmla="*/ 171 w 171"/>
                <a:gd name="T15" fmla="*/ 5 h 152"/>
                <a:gd name="T16" fmla="*/ 166 w 171"/>
                <a:gd name="T17" fmla="*/ 0 h 152"/>
                <a:gd name="T18" fmla="*/ 132 w 171"/>
                <a:gd name="T19" fmla="*/ 12 h 152"/>
                <a:gd name="T20" fmla="*/ 139 w 171"/>
                <a:gd name="T21" fmla="*/ 19 h 152"/>
                <a:gd name="T22" fmla="*/ 132 w 171"/>
                <a:gd name="T23" fmla="*/ 26 h 152"/>
                <a:gd name="T24" fmla="*/ 124 w 171"/>
                <a:gd name="T25" fmla="*/ 19 h 152"/>
                <a:gd name="T26" fmla="*/ 132 w 171"/>
                <a:gd name="T27" fmla="*/ 12 h 152"/>
                <a:gd name="T28" fmla="*/ 110 w 171"/>
                <a:gd name="T29" fmla="*/ 12 h 152"/>
                <a:gd name="T30" fmla="*/ 118 w 171"/>
                <a:gd name="T31" fmla="*/ 19 h 152"/>
                <a:gd name="T32" fmla="*/ 110 w 171"/>
                <a:gd name="T33" fmla="*/ 26 h 152"/>
                <a:gd name="T34" fmla="*/ 103 w 171"/>
                <a:gd name="T35" fmla="*/ 19 h 152"/>
                <a:gd name="T36" fmla="*/ 110 w 171"/>
                <a:gd name="T37" fmla="*/ 12 h 152"/>
                <a:gd name="T38" fmla="*/ 160 w 171"/>
                <a:gd name="T39" fmla="*/ 141 h 152"/>
                <a:gd name="T40" fmla="*/ 11 w 171"/>
                <a:gd name="T41" fmla="*/ 141 h 152"/>
                <a:gd name="T42" fmla="*/ 11 w 171"/>
                <a:gd name="T43" fmla="*/ 38 h 152"/>
                <a:gd name="T44" fmla="*/ 160 w 171"/>
                <a:gd name="T45" fmla="*/ 38 h 152"/>
                <a:gd name="T46" fmla="*/ 160 w 171"/>
                <a:gd name="T47" fmla="*/ 141 h 152"/>
                <a:gd name="T48" fmla="*/ 153 w 171"/>
                <a:gd name="T49" fmla="*/ 26 h 152"/>
                <a:gd name="T50" fmla="*/ 146 w 171"/>
                <a:gd name="T51" fmla="*/ 19 h 152"/>
                <a:gd name="T52" fmla="*/ 153 w 171"/>
                <a:gd name="T53" fmla="*/ 12 h 152"/>
                <a:gd name="T54" fmla="*/ 160 w 171"/>
                <a:gd name="T55" fmla="*/ 19 h 152"/>
                <a:gd name="T56" fmla="*/ 153 w 171"/>
                <a:gd name="T57" fmla="*/ 26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71" h="152">
                  <a:moveTo>
                    <a:pt x="166" y="0"/>
                  </a:moveTo>
                  <a:cubicBezTo>
                    <a:pt x="5" y="0"/>
                    <a:pt x="5" y="0"/>
                    <a:pt x="5" y="0"/>
                  </a:cubicBezTo>
                  <a:cubicBezTo>
                    <a:pt x="2" y="0"/>
                    <a:pt x="0" y="2"/>
                    <a:pt x="0" y="5"/>
                  </a:cubicBezTo>
                  <a:cubicBezTo>
                    <a:pt x="0" y="146"/>
                    <a:pt x="0" y="146"/>
                    <a:pt x="0" y="146"/>
                  </a:cubicBezTo>
                  <a:cubicBezTo>
                    <a:pt x="0" y="149"/>
                    <a:pt x="2" y="152"/>
                    <a:pt x="5" y="152"/>
                  </a:cubicBezTo>
                  <a:cubicBezTo>
                    <a:pt x="166" y="152"/>
                    <a:pt x="166" y="152"/>
                    <a:pt x="166" y="152"/>
                  </a:cubicBezTo>
                  <a:cubicBezTo>
                    <a:pt x="169" y="152"/>
                    <a:pt x="171" y="149"/>
                    <a:pt x="171" y="146"/>
                  </a:cubicBezTo>
                  <a:cubicBezTo>
                    <a:pt x="171" y="5"/>
                    <a:pt x="171" y="5"/>
                    <a:pt x="171" y="5"/>
                  </a:cubicBezTo>
                  <a:cubicBezTo>
                    <a:pt x="171" y="2"/>
                    <a:pt x="169" y="0"/>
                    <a:pt x="166" y="0"/>
                  </a:cubicBezTo>
                  <a:close/>
                  <a:moveTo>
                    <a:pt x="132" y="12"/>
                  </a:moveTo>
                  <a:cubicBezTo>
                    <a:pt x="136" y="12"/>
                    <a:pt x="139" y="15"/>
                    <a:pt x="139" y="19"/>
                  </a:cubicBezTo>
                  <a:cubicBezTo>
                    <a:pt x="139" y="23"/>
                    <a:pt x="136" y="26"/>
                    <a:pt x="132" y="26"/>
                  </a:cubicBezTo>
                  <a:cubicBezTo>
                    <a:pt x="128" y="26"/>
                    <a:pt x="124" y="23"/>
                    <a:pt x="124" y="19"/>
                  </a:cubicBezTo>
                  <a:cubicBezTo>
                    <a:pt x="124" y="15"/>
                    <a:pt x="128" y="12"/>
                    <a:pt x="132" y="12"/>
                  </a:cubicBezTo>
                  <a:close/>
                  <a:moveTo>
                    <a:pt x="110" y="12"/>
                  </a:moveTo>
                  <a:cubicBezTo>
                    <a:pt x="114" y="12"/>
                    <a:pt x="118" y="15"/>
                    <a:pt x="118" y="19"/>
                  </a:cubicBezTo>
                  <a:cubicBezTo>
                    <a:pt x="118" y="23"/>
                    <a:pt x="114" y="26"/>
                    <a:pt x="110" y="26"/>
                  </a:cubicBezTo>
                  <a:cubicBezTo>
                    <a:pt x="106" y="26"/>
                    <a:pt x="103" y="23"/>
                    <a:pt x="103" y="19"/>
                  </a:cubicBezTo>
                  <a:cubicBezTo>
                    <a:pt x="103" y="15"/>
                    <a:pt x="106" y="12"/>
                    <a:pt x="110" y="12"/>
                  </a:cubicBezTo>
                  <a:close/>
                  <a:moveTo>
                    <a:pt x="160" y="141"/>
                  </a:moveTo>
                  <a:cubicBezTo>
                    <a:pt x="11" y="141"/>
                    <a:pt x="11" y="141"/>
                    <a:pt x="11" y="141"/>
                  </a:cubicBezTo>
                  <a:cubicBezTo>
                    <a:pt x="11" y="38"/>
                    <a:pt x="11" y="38"/>
                    <a:pt x="11" y="38"/>
                  </a:cubicBezTo>
                  <a:cubicBezTo>
                    <a:pt x="160" y="38"/>
                    <a:pt x="160" y="38"/>
                    <a:pt x="160" y="38"/>
                  </a:cubicBezTo>
                  <a:lnTo>
                    <a:pt x="160" y="141"/>
                  </a:lnTo>
                  <a:close/>
                  <a:moveTo>
                    <a:pt x="153" y="26"/>
                  </a:moveTo>
                  <a:cubicBezTo>
                    <a:pt x="149" y="26"/>
                    <a:pt x="146" y="23"/>
                    <a:pt x="146" y="19"/>
                  </a:cubicBezTo>
                  <a:cubicBezTo>
                    <a:pt x="146" y="15"/>
                    <a:pt x="149" y="12"/>
                    <a:pt x="153" y="12"/>
                  </a:cubicBezTo>
                  <a:cubicBezTo>
                    <a:pt x="157" y="12"/>
                    <a:pt x="160" y="15"/>
                    <a:pt x="160" y="19"/>
                  </a:cubicBezTo>
                  <a:cubicBezTo>
                    <a:pt x="160" y="23"/>
                    <a:pt x="157" y="26"/>
                    <a:pt x="153"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45" name="Rectangle 328"/>
            <p:cNvSpPr>
              <a:spLocks noChangeArrowheads="1"/>
            </p:cNvSpPr>
            <p:nvPr/>
          </p:nvSpPr>
          <p:spPr bwMode="auto">
            <a:xfrm>
              <a:off x="4953712" y="4417273"/>
              <a:ext cx="315527" cy="5963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46" name="Rectangle 329"/>
            <p:cNvSpPr>
              <a:spLocks noChangeArrowheads="1"/>
            </p:cNvSpPr>
            <p:nvPr/>
          </p:nvSpPr>
          <p:spPr bwMode="auto">
            <a:xfrm>
              <a:off x="4953712" y="4501847"/>
              <a:ext cx="99754" cy="10517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47" name="Rectangle 330"/>
            <p:cNvSpPr>
              <a:spLocks noChangeArrowheads="1"/>
            </p:cNvSpPr>
            <p:nvPr/>
          </p:nvSpPr>
          <p:spPr bwMode="auto">
            <a:xfrm>
              <a:off x="5071899" y="4505100"/>
              <a:ext cx="107344" cy="1301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48" name="Rectangle 331"/>
            <p:cNvSpPr>
              <a:spLocks noChangeArrowheads="1"/>
            </p:cNvSpPr>
            <p:nvPr/>
          </p:nvSpPr>
          <p:spPr bwMode="auto">
            <a:xfrm>
              <a:off x="5071899" y="4548471"/>
              <a:ext cx="107344" cy="1301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49" name="Rectangle 332"/>
            <p:cNvSpPr>
              <a:spLocks noChangeArrowheads="1"/>
            </p:cNvSpPr>
            <p:nvPr/>
          </p:nvSpPr>
          <p:spPr bwMode="auto">
            <a:xfrm>
              <a:off x="5071899" y="4589674"/>
              <a:ext cx="107344" cy="1518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50" name="Freeform 333"/>
            <p:cNvSpPr>
              <a:spLocks/>
            </p:cNvSpPr>
            <p:nvPr/>
          </p:nvSpPr>
          <p:spPr bwMode="auto">
            <a:xfrm>
              <a:off x="5225867" y="4569073"/>
              <a:ext cx="40119" cy="41203"/>
            </a:xfrm>
            <a:custGeom>
              <a:avLst/>
              <a:gdLst>
                <a:gd name="T0" fmla="*/ 11 w 37"/>
                <a:gd name="T1" fmla="*/ 0 h 38"/>
                <a:gd name="T2" fmla="*/ 11 w 37"/>
                <a:gd name="T3" fmla="*/ 2 h 38"/>
                <a:gd name="T4" fmla="*/ 0 w 37"/>
                <a:gd name="T5" fmla="*/ 38 h 38"/>
                <a:gd name="T6" fmla="*/ 35 w 37"/>
                <a:gd name="T7" fmla="*/ 26 h 38"/>
                <a:gd name="T8" fmla="*/ 37 w 37"/>
                <a:gd name="T9" fmla="*/ 26 h 38"/>
                <a:gd name="T10" fmla="*/ 11 w 37"/>
                <a:gd name="T11" fmla="*/ 0 h 38"/>
              </a:gdLst>
              <a:ahLst/>
              <a:cxnLst>
                <a:cxn ang="0">
                  <a:pos x="T0" y="T1"/>
                </a:cxn>
                <a:cxn ang="0">
                  <a:pos x="T2" y="T3"/>
                </a:cxn>
                <a:cxn ang="0">
                  <a:pos x="T4" y="T5"/>
                </a:cxn>
                <a:cxn ang="0">
                  <a:pos x="T6" y="T7"/>
                </a:cxn>
                <a:cxn ang="0">
                  <a:pos x="T8" y="T9"/>
                </a:cxn>
                <a:cxn ang="0">
                  <a:pos x="T10" y="T11"/>
                </a:cxn>
              </a:cxnLst>
              <a:rect l="0" t="0" r="r" b="b"/>
              <a:pathLst>
                <a:path w="37" h="38">
                  <a:moveTo>
                    <a:pt x="11" y="0"/>
                  </a:moveTo>
                  <a:lnTo>
                    <a:pt x="11" y="2"/>
                  </a:lnTo>
                  <a:lnTo>
                    <a:pt x="0" y="38"/>
                  </a:lnTo>
                  <a:lnTo>
                    <a:pt x="35" y="26"/>
                  </a:lnTo>
                  <a:lnTo>
                    <a:pt x="37" y="26"/>
                  </a:lnTo>
                  <a:lnTo>
                    <a:pt x="1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51" name="Freeform 334"/>
            <p:cNvSpPr>
              <a:spLocks/>
            </p:cNvSpPr>
            <p:nvPr/>
          </p:nvSpPr>
          <p:spPr bwMode="auto">
            <a:xfrm>
              <a:off x="5389594" y="4366311"/>
              <a:ext cx="76984" cy="79153"/>
            </a:xfrm>
            <a:custGeom>
              <a:avLst/>
              <a:gdLst>
                <a:gd name="T0" fmla="*/ 23 w 30"/>
                <a:gd name="T1" fmla="*/ 31 h 31"/>
                <a:gd name="T2" fmla="*/ 28 w 30"/>
                <a:gd name="T3" fmla="*/ 25 h 31"/>
                <a:gd name="T4" fmla="*/ 28 w 30"/>
                <a:gd name="T5" fmla="*/ 18 h 31"/>
                <a:gd name="T6" fmla="*/ 13 w 30"/>
                <a:gd name="T7" fmla="*/ 2 h 31"/>
                <a:gd name="T8" fmla="*/ 6 w 30"/>
                <a:gd name="T9" fmla="*/ 2 h 31"/>
                <a:gd name="T10" fmla="*/ 0 w 30"/>
                <a:gd name="T11" fmla="*/ 8 h 31"/>
                <a:gd name="T12" fmla="*/ 23 w 30"/>
                <a:gd name="T13" fmla="*/ 31 h 31"/>
              </a:gdLst>
              <a:ahLst/>
              <a:cxnLst>
                <a:cxn ang="0">
                  <a:pos x="T0" y="T1"/>
                </a:cxn>
                <a:cxn ang="0">
                  <a:pos x="T2" y="T3"/>
                </a:cxn>
                <a:cxn ang="0">
                  <a:pos x="T4" y="T5"/>
                </a:cxn>
                <a:cxn ang="0">
                  <a:pos x="T6" y="T7"/>
                </a:cxn>
                <a:cxn ang="0">
                  <a:pos x="T8" y="T9"/>
                </a:cxn>
                <a:cxn ang="0">
                  <a:pos x="T10" y="T11"/>
                </a:cxn>
                <a:cxn ang="0">
                  <a:pos x="T12" y="T13"/>
                </a:cxn>
              </a:cxnLst>
              <a:rect l="0" t="0" r="r" b="b"/>
              <a:pathLst>
                <a:path w="30" h="31">
                  <a:moveTo>
                    <a:pt x="23" y="31"/>
                  </a:moveTo>
                  <a:cubicBezTo>
                    <a:pt x="28" y="25"/>
                    <a:pt x="28" y="25"/>
                    <a:pt x="28" y="25"/>
                  </a:cubicBezTo>
                  <a:cubicBezTo>
                    <a:pt x="30" y="23"/>
                    <a:pt x="30" y="20"/>
                    <a:pt x="28" y="18"/>
                  </a:cubicBezTo>
                  <a:cubicBezTo>
                    <a:pt x="13" y="2"/>
                    <a:pt x="13" y="2"/>
                    <a:pt x="13" y="2"/>
                  </a:cubicBezTo>
                  <a:cubicBezTo>
                    <a:pt x="11" y="0"/>
                    <a:pt x="8" y="0"/>
                    <a:pt x="6" y="2"/>
                  </a:cubicBezTo>
                  <a:cubicBezTo>
                    <a:pt x="0" y="8"/>
                    <a:pt x="0" y="8"/>
                    <a:pt x="0" y="8"/>
                  </a:cubicBezTo>
                  <a:lnTo>
                    <a:pt x="23"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52" name="Freeform 335"/>
            <p:cNvSpPr>
              <a:spLocks/>
            </p:cNvSpPr>
            <p:nvPr/>
          </p:nvSpPr>
          <p:spPr bwMode="auto">
            <a:xfrm>
              <a:off x="5258396" y="4394503"/>
              <a:ext cx="182160" cy="182160"/>
            </a:xfrm>
            <a:custGeom>
              <a:avLst/>
              <a:gdLst>
                <a:gd name="T0" fmla="*/ 49 w 71"/>
                <a:gd name="T1" fmla="*/ 0 h 71"/>
                <a:gd name="T2" fmla="*/ 48 w 71"/>
                <a:gd name="T3" fmla="*/ 0 h 71"/>
                <a:gd name="T4" fmla="*/ 2 w 71"/>
                <a:gd name="T5" fmla="*/ 47 h 71"/>
                <a:gd name="T6" fmla="*/ 2 w 71"/>
                <a:gd name="T7" fmla="*/ 54 h 71"/>
                <a:gd name="T8" fmla="*/ 2 w 71"/>
                <a:gd name="T9" fmla="*/ 55 h 71"/>
                <a:gd name="T10" fmla="*/ 8 w 71"/>
                <a:gd name="T11" fmla="*/ 56 h 71"/>
                <a:gd name="T12" fmla="*/ 9 w 71"/>
                <a:gd name="T13" fmla="*/ 62 h 71"/>
                <a:gd name="T14" fmla="*/ 9 w 71"/>
                <a:gd name="T15" fmla="*/ 62 h 71"/>
                <a:gd name="T16" fmla="*/ 15 w 71"/>
                <a:gd name="T17" fmla="*/ 63 h 71"/>
                <a:gd name="T18" fmla="*/ 16 w 71"/>
                <a:gd name="T19" fmla="*/ 69 h 71"/>
                <a:gd name="T20" fmla="*/ 17 w 71"/>
                <a:gd name="T21" fmla="*/ 69 h 71"/>
                <a:gd name="T22" fmla="*/ 24 w 71"/>
                <a:gd name="T23" fmla="*/ 69 h 71"/>
                <a:gd name="T24" fmla="*/ 71 w 71"/>
                <a:gd name="T25" fmla="*/ 23 h 71"/>
                <a:gd name="T26" fmla="*/ 71 w 71"/>
                <a:gd name="T27" fmla="*/ 22 h 71"/>
                <a:gd name="T28" fmla="*/ 49 w 71"/>
                <a:gd name="T29" fmla="*/ 0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1" h="71">
                  <a:moveTo>
                    <a:pt x="49" y="0"/>
                  </a:moveTo>
                  <a:cubicBezTo>
                    <a:pt x="49" y="0"/>
                    <a:pt x="48" y="0"/>
                    <a:pt x="48" y="0"/>
                  </a:cubicBezTo>
                  <a:cubicBezTo>
                    <a:pt x="2" y="47"/>
                    <a:pt x="2" y="47"/>
                    <a:pt x="2" y="47"/>
                  </a:cubicBezTo>
                  <a:cubicBezTo>
                    <a:pt x="0" y="49"/>
                    <a:pt x="0" y="52"/>
                    <a:pt x="2" y="54"/>
                  </a:cubicBezTo>
                  <a:cubicBezTo>
                    <a:pt x="2" y="55"/>
                    <a:pt x="2" y="55"/>
                    <a:pt x="2" y="55"/>
                  </a:cubicBezTo>
                  <a:cubicBezTo>
                    <a:pt x="4" y="56"/>
                    <a:pt x="6" y="57"/>
                    <a:pt x="8" y="56"/>
                  </a:cubicBezTo>
                  <a:cubicBezTo>
                    <a:pt x="7" y="58"/>
                    <a:pt x="7" y="60"/>
                    <a:pt x="9" y="62"/>
                  </a:cubicBezTo>
                  <a:cubicBezTo>
                    <a:pt x="9" y="62"/>
                    <a:pt x="9" y="62"/>
                    <a:pt x="9" y="62"/>
                  </a:cubicBezTo>
                  <a:cubicBezTo>
                    <a:pt x="11" y="64"/>
                    <a:pt x="13" y="64"/>
                    <a:pt x="15" y="63"/>
                  </a:cubicBezTo>
                  <a:cubicBezTo>
                    <a:pt x="14" y="65"/>
                    <a:pt x="15" y="67"/>
                    <a:pt x="16" y="69"/>
                  </a:cubicBezTo>
                  <a:cubicBezTo>
                    <a:pt x="17" y="69"/>
                    <a:pt x="17" y="69"/>
                    <a:pt x="17" y="69"/>
                  </a:cubicBezTo>
                  <a:cubicBezTo>
                    <a:pt x="19" y="71"/>
                    <a:pt x="22" y="71"/>
                    <a:pt x="24" y="69"/>
                  </a:cubicBezTo>
                  <a:cubicBezTo>
                    <a:pt x="71" y="23"/>
                    <a:pt x="71" y="23"/>
                    <a:pt x="71" y="23"/>
                  </a:cubicBezTo>
                  <a:cubicBezTo>
                    <a:pt x="71" y="23"/>
                    <a:pt x="71" y="22"/>
                    <a:pt x="71" y="22"/>
                  </a:cubicBezTo>
                  <a:lnTo>
                    <a:pt x="4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grpSp>
      <p:grpSp>
        <p:nvGrpSpPr>
          <p:cNvPr id="53" name="原创设计师QQ598969553          _15"/>
          <p:cNvGrpSpPr/>
          <p:nvPr/>
        </p:nvGrpSpPr>
        <p:grpSpPr>
          <a:xfrm>
            <a:off x="1517121" y="2870494"/>
            <a:ext cx="1952099" cy="1109782"/>
            <a:chOff x="2061936" y="5182965"/>
            <a:chExt cx="2349784" cy="1479706"/>
          </a:xfrm>
        </p:grpSpPr>
        <p:sp>
          <p:nvSpPr>
            <p:cNvPr id="54" name="文本框 65"/>
            <p:cNvSpPr txBox="1"/>
            <p:nvPr/>
          </p:nvSpPr>
          <p:spPr bwMode="auto">
            <a:xfrm>
              <a:off x="2217364" y="5498594"/>
              <a:ext cx="2038928" cy="1164077"/>
            </a:xfrm>
            <a:prstGeom prst="rect">
              <a:avLst/>
            </a:prstGeom>
            <a:noFill/>
          </p:spPr>
          <p:txBody>
            <a:bodyPr wrap="square">
              <a:spAutoFit/>
            </a:bodyPr>
            <a:lstStyle/>
            <a:p>
              <a:pPr algn="ctr">
                <a:lnSpc>
                  <a:spcPct val="130000"/>
                </a:lnSpc>
                <a:defRPr/>
              </a:pP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点击输入本栏的具体文字简明扼要的说明分项内容根据您的内容酌情修改。</a:t>
              </a:r>
              <a:endParaRPr lang="zh-CN" altLang="en-US" sz="1000" dirty="0">
                <a:solidFill>
                  <a:schemeClr val="tx1">
                    <a:lumMod val="65000"/>
                    <a:lumOff val="35000"/>
                  </a:schemeClr>
                </a:solidFill>
                <a:latin typeface="+mn-ea"/>
              </a:endParaRPr>
            </a:p>
          </p:txBody>
        </p:sp>
        <p:sp>
          <p:nvSpPr>
            <p:cNvPr id="55" name="文本框 66"/>
            <p:cNvSpPr txBox="1"/>
            <p:nvPr/>
          </p:nvSpPr>
          <p:spPr bwMode="auto">
            <a:xfrm>
              <a:off x="2061936" y="5182965"/>
              <a:ext cx="2349784" cy="369331"/>
            </a:xfrm>
            <a:prstGeom prst="rect">
              <a:avLst/>
            </a:prstGeom>
            <a:noFill/>
          </p:spPr>
          <p:txBody>
            <a:bodyPr wrap="square">
              <a:spAutoFit/>
            </a:bodyPr>
            <a:lstStyle/>
            <a:p>
              <a:pPr algn="ctr">
                <a:defRPr/>
              </a:pPr>
              <a:r>
                <a:rPr lang="zh-CN" altLang="en-US" sz="1200" b="1" spc="75" dirty="0">
                  <a:solidFill>
                    <a:schemeClr val="tx1">
                      <a:lumMod val="65000"/>
                      <a:lumOff val="35000"/>
                    </a:schemeClr>
                  </a:solidFill>
                  <a:latin typeface="+mn-ea"/>
                </a:rPr>
                <a:t>在此添加标题</a:t>
              </a:r>
            </a:p>
          </p:txBody>
        </p:sp>
      </p:grpSp>
      <p:grpSp>
        <p:nvGrpSpPr>
          <p:cNvPr id="56" name="原创设计师QQ598969553          _16"/>
          <p:cNvGrpSpPr/>
          <p:nvPr/>
        </p:nvGrpSpPr>
        <p:grpSpPr>
          <a:xfrm>
            <a:off x="3611682" y="2857047"/>
            <a:ext cx="1952099" cy="1123230"/>
            <a:chOff x="2061936" y="5165035"/>
            <a:chExt cx="2349784" cy="1497636"/>
          </a:xfrm>
        </p:grpSpPr>
        <p:sp>
          <p:nvSpPr>
            <p:cNvPr id="57" name="文本框 68"/>
            <p:cNvSpPr txBox="1"/>
            <p:nvPr/>
          </p:nvSpPr>
          <p:spPr bwMode="auto">
            <a:xfrm>
              <a:off x="2217364" y="5498594"/>
              <a:ext cx="2038928" cy="1164077"/>
            </a:xfrm>
            <a:prstGeom prst="rect">
              <a:avLst/>
            </a:prstGeom>
            <a:noFill/>
          </p:spPr>
          <p:txBody>
            <a:bodyPr wrap="square">
              <a:spAutoFit/>
            </a:bodyPr>
            <a:lstStyle/>
            <a:p>
              <a:pPr algn="ctr">
                <a:lnSpc>
                  <a:spcPct val="130000"/>
                </a:lnSpc>
                <a:defRPr/>
              </a:pP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点击输入本栏的具体文字简明扼要的说明分项内容根据您的内容酌情修改。</a:t>
              </a:r>
              <a:endParaRPr lang="zh-CN" altLang="en-US" sz="1000" dirty="0">
                <a:solidFill>
                  <a:schemeClr val="tx1">
                    <a:lumMod val="65000"/>
                    <a:lumOff val="35000"/>
                  </a:schemeClr>
                </a:solidFill>
                <a:latin typeface="+mn-ea"/>
              </a:endParaRPr>
            </a:p>
          </p:txBody>
        </p:sp>
        <p:sp>
          <p:nvSpPr>
            <p:cNvPr id="58" name="文本框 69"/>
            <p:cNvSpPr txBox="1"/>
            <p:nvPr/>
          </p:nvSpPr>
          <p:spPr bwMode="auto">
            <a:xfrm>
              <a:off x="2061936" y="5165035"/>
              <a:ext cx="2349784" cy="369331"/>
            </a:xfrm>
            <a:prstGeom prst="rect">
              <a:avLst/>
            </a:prstGeom>
            <a:noFill/>
          </p:spPr>
          <p:txBody>
            <a:bodyPr wrap="square">
              <a:spAutoFit/>
            </a:bodyPr>
            <a:lstStyle/>
            <a:p>
              <a:pPr algn="ctr">
                <a:defRPr/>
              </a:pPr>
              <a:r>
                <a:rPr lang="zh-CN" altLang="en-US" sz="1200" b="1" spc="75" dirty="0">
                  <a:solidFill>
                    <a:schemeClr val="tx1">
                      <a:lumMod val="65000"/>
                      <a:lumOff val="35000"/>
                    </a:schemeClr>
                  </a:solidFill>
                  <a:latin typeface="+mn-ea"/>
                </a:rPr>
                <a:t>在此添加标题</a:t>
              </a:r>
            </a:p>
          </p:txBody>
        </p:sp>
      </p:grpSp>
      <p:grpSp>
        <p:nvGrpSpPr>
          <p:cNvPr id="59" name="原创设计师QQ598969553          _17"/>
          <p:cNvGrpSpPr/>
          <p:nvPr/>
        </p:nvGrpSpPr>
        <p:grpSpPr>
          <a:xfrm>
            <a:off x="5677209" y="2870494"/>
            <a:ext cx="1952099" cy="1109782"/>
            <a:chOff x="2061936" y="5182965"/>
            <a:chExt cx="2349784" cy="1479706"/>
          </a:xfrm>
        </p:grpSpPr>
        <p:sp>
          <p:nvSpPr>
            <p:cNvPr id="60" name="文本框 71"/>
            <p:cNvSpPr txBox="1"/>
            <p:nvPr/>
          </p:nvSpPr>
          <p:spPr bwMode="auto">
            <a:xfrm>
              <a:off x="2217364" y="5498594"/>
              <a:ext cx="2038928" cy="1164077"/>
            </a:xfrm>
            <a:prstGeom prst="rect">
              <a:avLst/>
            </a:prstGeom>
            <a:noFill/>
          </p:spPr>
          <p:txBody>
            <a:bodyPr wrap="square">
              <a:spAutoFit/>
            </a:bodyPr>
            <a:lstStyle/>
            <a:p>
              <a:pPr algn="ctr">
                <a:lnSpc>
                  <a:spcPct val="130000"/>
                </a:lnSpc>
                <a:defRPr/>
              </a:pP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点击输入本栏的具体文字简明扼要的说明分项内容根据您的内容酌情修改。</a:t>
              </a:r>
              <a:endParaRPr lang="zh-CN" altLang="en-US" sz="1000" dirty="0">
                <a:solidFill>
                  <a:schemeClr val="tx1">
                    <a:lumMod val="65000"/>
                    <a:lumOff val="35000"/>
                  </a:schemeClr>
                </a:solidFill>
                <a:latin typeface="+mn-ea"/>
              </a:endParaRPr>
            </a:p>
          </p:txBody>
        </p:sp>
        <p:sp>
          <p:nvSpPr>
            <p:cNvPr id="61" name="文本框 72"/>
            <p:cNvSpPr txBox="1"/>
            <p:nvPr/>
          </p:nvSpPr>
          <p:spPr bwMode="auto">
            <a:xfrm>
              <a:off x="2061936" y="5182965"/>
              <a:ext cx="2349784" cy="369331"/>
            </a:xfrm>
            <a:prstGeom prst="rect">
              <a:avLst/>
            </a:prstGeom>
            <a:noFill/>
          </p:spPr>
          <p:txBody>
            <a:bodyPr wrap="square">
              <a:spAutoFit/>
            </a:bodyPr>
            <a:lstStyle/>
            <a:p>
              <a:pPr algn="ctr">
                <a:defRPr/>
              </a:pPr>
              <a:r>
                <a:rPr lang="zh-CN" altLang="en-US" sz="1200" b="1" spc="75" dirty="0">
                  <a:solidFill>
                    <a:schemeClr val="tx1">
                      <a:lumMod val="65000"/>
                      <a:lumOff val="35000"/>
                    </a:schemeClr>
                  </a:solidFill>
                  <a:latin typeface="+mn-ea"/>
                </a:rPr>
                <a:t>在此添加标题</a:t>
              </a:r>
            </a:p>
          </p:txBody>
        </p:sp>
      </p:grpSp>
      <p:cxnSp>
        <p:nvCxnSpPr>
          <p:cNvPr id="62" name="原创设计师QQ598969553          _18"/>
          <p:cNvCxnSpPr/>
          <p:nvPr/>
        </p:nvCxnSpPr>
        <p:spPr>
          <a:xfrm>
            <a:off x="1059503" y="3915773"/>
            <a:ext cx="7024995" cy="0"/>
          </a:xfrm>
          <a:prstGeom prst="line">
            <a:avLst/>
          </a:prstGeom>
          <a:ln>
            <a:solidFill>
              <a:schemeClr val="tx1">
                <a:lumMod val="65000"/>
                <a:lumOff val="35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63" name="Picture 64"/>
          <p:cNvPicPr>
            <a:picLocks noGrp="1" noSelect="1" noRot="1" noChangeAspect="1" noMove="1" noResize="1" noChangeShapeType="1"/>
          </p:cNvPicPr>
          <p:nvPr/>
        </p:nvPicPr>
        <p:blipFill>
          <a:blip r:embed="rId3"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4121938335"/>
      </p:ext>
    </p:extLst>
  </p:cSld>
  <p:clrMapOvr>
    <a:masterClrMapping/>
  </p:clrMapOvr>
  <mc:AlternateContent xmlns:mc="http://schemas.openxmlformats.org/markup-compatibility/2006" xmlns:p14="http://schemas.microsoft.com/office/powerpoint/2010/main">
    <mc:Choice Requires="p14">
      <p:transition spd="slow" p14:dur="1250" advClick="0" advTm="0">
        <p:blinds dir="vert"/>
      </p:transition>
    </mc:Choice>
    <mc:Fallback xmlns="">
      <p:transition spd="slow" advClick="0" advTm="0">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p:stCondLst>
                                    <p:cond delay="200"/>
                                  </p:stCondLst>
                                  <p:childTnLst>
                                    <p:set>
                                      <p:cBhvr>
                                        <p:cTn id="11" dur="1" fill="hold">
                                          <p:stCondLst>
                                            <p:cond delay="0"/>
                                          </p:stCondLst>
                                        </p:cTn>
                                        <p:tgtEl>
                                          <p:spTgt spid="8"/>
                                        </p:tgtEl>
                                        <p:attrNameLst>
                                          <p:attrName>style.visibility</p:attrName>
                                        </p:attrNameLst>
                                      </p:cBhvr>
                                      <p:to>
                                        <p:strVal val="visible"/>
                                      </p:to>
                                    </p:se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animEffect transition="in" filter="fade">
                                      <p:cBhvr>
                                        <p:cTn id="14" dur="500"/>
                                        <p:tgtEl>
                                          <p:spTgt spid="8"/>
                                        </p:tgtEl>
                                      </p:cBhvr>
                                    </p:animEffect>
                                  </p:childTnLst>
                                </p:cTn>
                              </p:par>
                              <p:par>
                                <p:cTn id="15" presetID="53" presetClass="entr" presetSubtype="16" fill="hold" grpId="0" nodeType="withEffect">
                                  <p:stCondLst>
                                    <p:cond delay="400"/>
                                  </p:st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fltVal val="0"/>
                                          </p:val>
                                        </p:tav>
                                        <p:tav tm="100000">
                                          <p:val>
                                            <p:strVal val="#ppt_w"/>
                                          </p:val>
                                        </p:tav>
                                      </p:tavLst>
                                    </p:anim>
                                    <p:anim calcmode="lin" valueType="num">
                                      <p:cBhvr>
                                        <p:cTn id="18" dur="500" fill="hold"/>
                                        <p:tgtEl>
                                          <p:spTgt spid="11"/>
                                        </p:tgtEl>
                                        <p:attrNameLst>
                                          <p:attrName>ppt_h</p:attrName>
                                        </p:attrNameLst>
                                      </p:cBhvr>
                                      <p:tavLst>
                                        <p:tav tm="0">
                                          <p:val>
                                            <p:fltVal val="0"/>
                                          </p:val>
                                        </p:tav>
                                        <p:tav tm="100000">
                                          <p:val>
                                            <p:strVal val="#ppt_h"/>
                                          </p:val>
                                        </p:tav>
                                      </p:tavLst>
                                    </p:anim>
                                    <p:animEffect transition="in" filter="fade">
                                      <p:cBhvr>
                                        <p:cTn id="19" dur="500"/>
                                        <p:tgtEl>
                                          <p:spTgt spid="11"/>
                                        </p:tgtEl>
                                      </p:cBhvr>
                                    </p:animEffect>
                                  </p:childTnLst>
                                </p:cTn>
                              </p:par>
                            </p:childTnLst>
                          </p:cTn>
                        </p:par>
                        <p:par>
                          <p:cTn id="20" fill="hold">
                            <p:stCondLst>
                              <p:cond delay="900"/>
                            </p:stCondLst>
                            <p:childTnLst>
                              <p:par>
                                <p:cTn id="21" presetID="21" presetClass="entr" presetSubtype="1" fill="hold" grpId="0"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heel(1)">
                                      <p:cBhvr>
                                        <p:cTn id="23" dur="500"/>
                                        <p:tgtEl>
                                          <p:spTgt spid="6"/>
                                        </p:tgtEl>
                                      </p:cBhvr>
                                    </p:animEffect>
                                  </p:childTnLst>
                                </p:cTn>
                              </p:par>
                              <p:par>
                                <p:cTn id="24" presetID="21" presetClass="entr" presetSubtype="1" fill="hold" grpId="0" nodeType="withEffect">
                                  <p:stCondLst>
                                    <p:cond delay="200"/>
                                  </p:stCondLst>
                                  <p:childTnLst>
                                    <p:set>
                                      <p:cBhvr>
                                        <p:cTn id="25" dur="1" fill="hold">
                                          <p:stCondLst>
                                            <p:cond delay="0"/>
                                          </p:stCondLst>
                                        </p:cTn>
                                        <p:tgtEl>
                                          <p:spTgt spid="9"/>
                                        </p:tgtEl>
                                        <p:attrNameLst>
                                          <p:attrName>style.visibility</p:attrName>
                                        </p:attrNameLst>
                                      </p:cBhvr>
                                      <p:to>
                                        <p:strVal val="visible"/>
                                      </p:to>
                                    </p:set>
                                    <p:animEffect transition="in" filter="wheel(1)">
                                      <p:cBhvr>
                                        <p:cTn id="26" dur="500"/>
                                        <p:tgtEl>
                                          <p:spTgt spid="9"/>
                                        </p:tgtEl>
                                      </p:cBhvr>
                                    </p:animEffect>
                                  </p:childTnLst>
                                </p:cTn>
                              </p:par>
                              <p:par>
                                <p:cTn id="27" presetID="21" presetClass="entr" presetSubtype="1" fill="hold" grpId="0" nodeType="withEffect">
                                  <p:stCondLst>
                                    <p:cond delay="400"/>
                                  </p:stCondLst>
                                  <p:childTnLst>
                                    <p:set>
                                      <p:cBhvr>
                                        <p:cTn id="28" dur="1" fill="hold">
                                          <p:stCondLst>
                                            <p:cond delay="0"/>
                                          </p:stCondLst>
                                        </p:cTn>
                                        <p:tgtEl>
                                          <p:spTgt spid="12"/>
                                        </p:tgtEl>
                                        <p:attrNameLst>
                                          <p:attrName>style.visibility</p:attrName>
                                        </p:attrNameLst>
                                      </p:cBhvr>
                                      <p:to>
                                        <p:strVal val="visible"/>
                                      </p:to>
                                    </p:set>
                                    <p:animEffect transition="in" filter="wheel(1)">
                                      <p:cBhvr>
                                        <p:cTn id="29" dur="500"/>
                                        <p:tgtEl>
                                          <p:spTgt spid="12"/>
                                        </p:tgtEl>
                                      </p:cBhvr>
                                    </p:animEffect>
                                  </p:childTnLst>
                                </p:cTn>
                              </p:par>
                            </p:childTnLst>
                          </p:cTn>
                        </p:par>
                        <p:par>
                          <p:cTn id="30" fill="hold">
                            <p:stCondLst>
                              <p:cond delay="1800"/>
                            </p:stCondLst>
                            <p:childTnLst>
                              <p:par>
                                <p:cTn id="31" presetID="45" presetClass="entr" presetSubtype="0" fill="hold" nodeType="after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fade">
                                      <p:cBhvr>
                                        <p:cTn id="33" dur="500"/>
                                        <p:tgtEl>
                                          <p:spTgt spid="25"/>
                                        </p:tgtEl>
                                      </p:cBhvr>
                                    </p:animEffect>
                                    <p:anim calcmode="lin" valueType="num">
                                      <p:cBhvr>
                                        <p:cTn id="34" dur="500" fill="hold"/>
                                        <p:tgtEl>
                                          <p:spTgt spid="25"/>
                                        </p:tgtEl>
                                        <p:attrNameLst>
                                          <p:attrName>ppt_w</p:attrName>
                                        </p:attrNameLst>
                                      </p:cBhvr>
                                      <p:tavLst>
                                        <p:tav tm="0" fmla="#ppt_w*sin(2.5*pi*$)">
                                          <p:val>
                                            <p:fltVal val="0"/>
                                          </p:val>
                                        </p:tav>
                                        <p:tav tm="100000">
                                          <p:val>
                                            <p:fltVal val="1"/>
                                          </p:val>
                                        </p:tav>
                                      </p:tavLst>
                                    </p:anim>
                                    <p:anim calcmode="lin" valueType="num">
                                      <p:cBhvr>
                                        <p:cTn id="35" dur="500" fill="hold"/>
                                        <p:tgtEl>
                                          <p:spTgt spid="25"/>
                                        </p:tgtEl>
                                        <p:attrNameLst>
                                          <p:attrName>ppt_h</p:attrName>
                                        </p:attrNameLst>
                                      </p:cBhvr>
                                      <p:tavLst>
                                        <p:tav tm="0">
                                          <p:val>
                                            <p:strVal val="#ppt_h"/>
                                          </p:val>
                                        </p:tav>
                                        <p:tav tm="100000">
                                          <p:val>
                                            <p:strVal val="#ppt_h"/>
                                          </p:val>
                                        </p:tav>
                                      </p:tavLst>
                                    </p:anim>
                                  </p:childTnLst>
                                </p:cTn>
                              </p:par>
                              <p:par>
                                <p:cTn id="36" presetID="53" presetClass="entr" presetSubtype="16" fill="hold" grpId="0" nodeType="withEffect">
                                  <p:stCondLst>
                                    <p:cond delay="0"/>
                                  </p:stCondLst>
                                  <p:iterate type="lt">
                                    <p:tmPct val="10000"/>
                                  </p:iterate>
                                  <p:childTnLst>
                                    <p:set>
                                      <p:cBhvr>
                                        <p:cTn id="37" dur="1" fill="hold">
                                          <p:stCondLst>
                                            <p:cond delay="0"/>
                                          </p:stCondLst>
                                        </p:cTn>
                                        <p:tgtEl>
                                          <p:spTgt spid="14"/>
                                        </p:tgtEl>
                                        <p:attrNameLst>
                                          <p:attrName>style.visibility</p:attrName>
                                        </p:attrNameLst>
                                      </p:cBhvr>
                                      <p:to>
                                        <p:strVal val="visible"/>
                                      </p:to>
                                    </p:set>
                                    <p:anim calcmode="lin" valueType="num">
                                      <p:cBhvr>
                                        <p:cTn id="38" dur="500" fill="hold"/>
                                        <p:tgtEl>
                                          <p:spTgt spid="14"/>
                                        </p:tgtEl>
                                        <p:attrNameLst>
                                          <p:attrName>ppt_w</p:attrName>
                                        </p:attrNameLst>
                                      </p:cBhvr>
                                      <p:tavLst>
                                        <p:tav tm="0">
                                          <p:val>
                                            <p:fltVal val="0"/>
                                          </p:val>
                                        </p:tav>
                                        <p:tav tm="100000">
                                          <p:val>
                                            <p:strVal val="#ppt_w"/>
                                          </p:val>
                                        </p:tav>
                                      </p:tavLst>
                                    </p:anim>
                                    <p:anim calcmode="lin" valueType="num">
                                      <p:cBhvr>
                                        <p:cTn id="39" dur="500" fill="hold"/>
                                        <p:tgtEl>
                                          <p:spTgt spid="14"/>
                                        </p:tgtEl>
                                        <p:attrNameLst>
                                          <p:attrName>ppt_h</p:attrName>
                                        </p:attrNameLst>
                                      </p:cBhvr>
                                      <p:tavLst>
                                        <p:tav tm="0">
                                          <p:val>
                                            <p:fltVal val="0"/>
                                          </p:val>
                                        </p:tav>
                                        <p:tav tm="100000">
                                          <p:val>
                                            <p:strVal val="#ppt_h"/>
                                          </p:val>
                                        </p:tav>
                                      </p:tavLst>
                                    </p:anim>
                                    <p:animEffect transition="in" filter="fade">
                                      <p:cBhvr>
                                        <p:cTn id="40" dur="500"/>
                                        <p:tgtEl>
                                          <p:spTgt spid="14"/>
                                        </p:tgtEl>
                                      </p:cBhvr>
                                    </p:animEffect>
                                  </p:childTnLst>
                                </p:cTn>
                              </p:par>
                            </p:childTnLst>
                          </p:cTn>
                        </p:par>
                        <p:par>
                          <p:cTn id="41" fill="hold">
                            <p:stCondLst>
                              <p:cond delay="2550"/>
                            </p:stCondLst>
                            <p:childTnLst>
                              <p:par>
                                <p:cTn id="42" presetID="16" presetClass="entr" presetSubtype="37" fill="hold" nodeType="afterEffect">
                                  <p:stCondLst>
                                    <p:cond delay="0"/>
                                  </p:stCondLst>
                                  <p:childTnLst>
                                    <p:set>
                                      <p:cBhvr>
                                        <p:cTn id="43" dur="1" fill="hold">
                                          <p:stCondLst>
                                            <p:cond delay="0"/>
                                          </p:stCondLst>
                                        </p:cTn>
                                        <p:tgtEl>
                                          <p:spTgt spid="53"/>
                                        </p:tgtEl>
                                        <p:attrNameLst>
                                          <p:attrName>style.visibility</p:attrName>
                                        </p:attrNameLst>
                                      </p:cBhvr>
                                      <p:to>
                                        <p:strVal val="visible"/>
                                      </p:to>
                                    </p:set>
                                    <p:animEffect transition="in" filter="barn(outVertical)">
                                      <p:cBhvr>
                                        <p:cTn id="44" dur="500"/>
                                        <p:tgtEl>
                                          <p:spTgt spid="53"/>
                                        </p:tgtEl>
                                      </p:cBhvr>
                                    </p:animEffect>
                                  </p:childTnLst>
                                </p:cTn>
                              </p:par>
                            </p:childTnLst>
                          </p:cTn>
                        </p:par>
                        <p:par>
                          <p:cTn id="45" fill="hold">
                            <p:stCondLst>
                              <p:cond delay="3050"/>
                            </p:stCondLst>
                            <p:childTnLst>
                              <p:par>
                                <p:cTn id="46" presetID="45" presetClass="entr" presetSubtype="0" fill="hold" nodeType="afterEffect">
                                  <p:stCondLst>
                                    <p:cond delay="0"/>
                                  </p:stCondLst>
                                  <p:childTnLst>
                                    <p:set>
                                      <p:cBhvr>
                                        <p:cTn id="47" dur="1" fill="hold">
                                          <p:stCondLst>
                                            <p:cond delay="0"/>
                                          </p:stCondLst>
                                        </p:cTn>
                                        <p:tgtEl>
                                          <p:spTgt spid="43"/>
                                        </p:tgtEl>
                                        <p:attrNameLst>
                                          <p:attrName>style.visibility</p:attrName>
                                        </p:attrNameLst>
                                      </p:cBhvr>
                                      <p:to>
                                        <p:strVal val="visible"/>
                                      </p:to>
                                    </p:set>
                                    <p:animEffect transition="in" filter="fade">
                                      <p:cBhvr>
                                        <p:cTn id="48" dur="500"/>
                                        <p:tgtEl>
                                          <p:spTgt spid="43"/>
                                        </p:tgtEl>
                                      </p:cBhvr>
                                    </p:animEffect>
                                    <p:anim calcmode="lin" valueType="num">
                                      <p:cBhvr>
                                        <p:cTn id="49" dur="500" fill="hold"/>
                                        <p:tgtEl>
                                          <p:spTgt spid="43"/>
                                        </p:tgtEl>
                                        <p:attrNameLst>
                                          <p:attrName>ppt_w</p:attrName>
                                        </p:attrNameLst>
                                      </p:cBhvr>
                                      <p:tavLst>
                                        <p:tav tm="0" fmla="#ppt_w*sin(2.5*pi*$)">
                                          <p:val>
                                            <p:fltVal val="0"/>
                                          </p:val>
                                        </p:tav>
                                        <p:tav tm="100000">
                                          <p:val>
                                            <p:fltVal val="1"/>
                                          </p:val>
                                        </p:tav>
                                      </p:tavLst>
                                    </p:anim>
                                    <p:anim calcmode="lin" valueType="num">
                                      <p:cBhvr>
                                        <p:cTn id="50" dur="500" fill="hold"/>
                                        <p:tgtEl>
                                          <p:spTgt spid="43"/>
                                        </p:tgtEl>
                                        <p:attrNameLst>
                                          <p:attrName>ppt_h</p:attrName>
                                        </p:attrNameLst>
                                      </p:cBhvr>
                                      <p:tavLst>
                                        <p:tav tm="0">
                                          <p:val>
                                            <p:strVal val="#ppt_h"/>
                                          </p:val>
                                        </p:tav>
                                        <p:tav tm="100000">
                                          <p:val>
                                            <p:strVal val="#ppt_h"/>
                                          </p:val>
                                        </p:tav>
                                      </p:tavLst>
                                    </p:anim>
                                  </p:childTnLst>
                                </p:cTn>
                              </p:par>
                              <p:par>
                                <p:cTn id="51" presetID="53" presetClass="entr" presetSubtype="16" fill="hold" grpId="0" nodeType="withEffect">
                                  <p:stCondLst>
                                    <p:cond delay="0"/>
                                  </p:stCondLst>
                                  <p:iterate type="lt">
                                    <p:tmPct val="10000"/>
                                  </p:iterate>
                                  <p:childTnLst>
                                    <p:set>
                                      <p:cBhvr>
                                        <p:cTn id="52" dur="1" fill="hold">
                                          <p:stCondLst>
                                            <p:cond delay="0"/>
                                          </p:stCondLst>
                                        </p:cTn>
                                        <p:tgtEl>
                                          <p:spTgt spid="16"/>
                                        </p:tgtEl>
                                        <p:attrNameLst>
                                          <p:attrName>style.visibility</p:attrName>
                                        </p:attrNameLst>
                                      </p:cBhvr>
                                      <p:to>
                                        <p:strVal val="visible"/>
                                      </p:to>
                                    </p:set>
                                    <p:anim calcmode="lin" valueType="num">
                                      <p:cBhvr>
                                        <p:cTn id="53" dur="500" fill="hold"/>
                                        <p:tgtEl>
                                          <p:spTgt spid="16"/>
                                        </p:tgtEl>
                                        <p:attrNameLst>
                                          <p:attrName>ppt_w</p:attrName>
                                        </p:attrNameLst>
                                      </p:cBhvr>
                                      <p:tavLst>
                                        <p:tav tm="0">
                                          <p:val>
                                            <p:fltVal val="0"/>
                                          </p:val>
                                        </p:tav>
                                        <p:tav tm="100000">
                                          <p:val>
                                            <p:strVal val="#ppt_w"/>
                                          </p:val>
                                        </p:tav>
                                      </p:tavLst>
                                    </p:anim>
                                    <p:anim calcmode="lin" valueType="num">
                                      <p:cBhvr>
                                        <p:cTn id="54" dur="500" fill="hold"/>
                                        <p:tgtEl>
                                          <p:spTgt spid="16"/>
                                        </p:tgtEl>
                                        <p:attrNameLst>
                                          <p:attrName>ppt_h</p:attrName>
                                        </p:attrNameLst>
                                      </p:cBhvr>
                                      <p:tavLst>
                                        <p:tav tm="0">
                                          <p:val>
                                            <p:fltVal val="0"/>
                                          </p:val>
                                        </p:tav>
                                        <p:tav tm="100000">
                                          <p:val>
                                            <p:strVal val="#ppt_h"/>
                                          </p:val>
                                        </p:tav>
                                      </p:tavLst>
                                    </p:anim>
                                    <p:animEffect transition="in" filter="fade">
                                      <p:cBhvr>
                                        <p:cTn id="55" dur="500"/>
                                        <p:tgtEl>
                                          <p:spTgt spid="16"/>
                                        </p:tgtEl>
                                      </p:cBhvr>
                                    </p:animEffect>
                                  </p:childTnLst>
                                </p:cTn>
                              </p:par>
                            </p:childTnLst>
                          </p:cTn>
                        </p:par>
                        <p:par>
                          <p:cTn id="56" fill="hold">
                            <p:stCondLst>
                              <p:cond delay="3800"/>
                            </p:stCondLst>
                            <p:childTnLst>
                              <p:par>
                                <p:cTn id="57" presetID="16" presetClass="entr" presetSubtype="37" fill="hold" nodeType="afterEffect">
                                  <p:stCondLst>
                                    <p:cond delay="0"/>
                                  </p:stCondLst>
                                  <p:childTnLst>
                                    <p:set>
                                      <p:cBhvr>
                                        <p:cTn id="58" dur="1" fill="hold">
                                          <p:stCondLst>
                                            <p:cond delay="0"/>
                                          </p:stCondLst>
                                        </p:cTn>
                                        <p:tgtEl>
                                          <p:spTgt spid="56"/>
                                        </p:tgtEl>
                                        <p:attrNameLst>
                                          <p:attrName>style.visibility</p:attrName>
                                        </p:attrNameLst>
                                      </p:cBhvr>
                                      <p:to>
                                        <p:strVal val="visible"/>
                                      </p:to>
                                    </p:set>
                                    <p:animEffect transition="in" filter="barn(outVertical)">
                                      <p:cBhvr>
                                        <p:cTn id="59" dur="500"/>
                                        <p:tgtEl>
                                          <p:spTgt spid="56"/>
                                        </p:tgtEl>
                                      </p:cBhvr>
                                    </p:animEffect>
                                  </p:childTnLst>
                                </p:cTn>
                              </p:par>
                            </p:childTnLst>
                          </p:cTn>
                        </p:par>
                        <p:par>
                          <p:cTn id="60" fill="hold">
                            <p:stCondLst>
                              <p:cond delay="4300"/>
                            </p:stCondLst>
                            <p:childTnLst>
                              <p:par>
                                <p:cTn id="61" presetID="45" presetClass="entr" presetSubtype="0" fill="hold" nodeType="afterEffect">
                                  <p:stCondLst>
                                    <p:cond delay="0"/>
                                  </p:stCondLst>
                                  <p:childTnLst>
                                    <p:set>
                                      <p:cBhvr>
                                        <p:cTn id="62" dur="1" fill="hold">
                                          <p:stCondLst>
                                            <p:cond delay="0"/>
                                          </p:stCondLst>
                                        </p:cTn>
                                        <p:tgtEl>
                                          <p:spTgt spid="17"/>
                                        </p:tgtEl>
                                        <p:attrNameLst>
                                          <p:attrName>style.visibility</p:attrName>
                                        </p:attrNameLst>
                                      </p:cBhvr>
                                      <p:to>
                                        <p:strVal val="visible"/>
                                      </p:to>
                                    </p:set>
                                    <p:animEffect transition="in" filter="fade">
                                      <p:cBhvr>
                                        <p:cTn id="63" dur="500"/>
                                        <p:tgtEl>
                                          <p:spTgt spid="17"/>
                                        </p:tgtEl>
                                      </p:cBhvr>
                                    </p:animEffect>
                                    <p:anim calcmode="lin" valueType="num">
                                      <p:cBhvr>
                                        <p:cTn id="64" dur="500" fill="hold"/>
                                        <p:tgtEl>
                                          <p:spTgt spid="17"/>
                                        </p:tgtEl>
                                        <p:attrNameLst>
                                          <p:attrName>ppt_w</p:attrName>
                                        </p:attrNameLst>
                                      </p:cBhvr>
                                      <p:tavLst>
                                        <p:tav tm="0" fmla="#ppt_w*sin(2.5*pi*$)">
                                          <p:val>
                                            <p:fltVal val="0"/>
                                          </p:val>
                                        </p:tav>
                                        <p:tav tm="100000">
                                          <p:val>
                                            <p:fltVal val="1"/>
                                          </p:val>
                                        </p:tav>
                                      </p:tavLst>
                                    </p:anim>
                                    <p:anim calcmode="lin" valueType="num">
                                      <p:cBhvr>
                                        <p:cTn id="65" dur="500" fill="hold"/>
                                        <p:tgtEl>
                                          <p:spTgt spid="17"/>
                                        </p:tgtEl>
                                        <p:attrNameLst>
                                          <p:attrName>ppt_h</p:attrName>
                                        </p:attrNameLst>
                                      </p:cBhvr>
                                      <p:tavLst>
                                        <p:tav tm="0">
                                          <p:val>
                                            <p:strVal val="#ppt_h"/>
                                          </p:val>
                                        </p:tav>
                                        <p:tav tm="100000">
                                          <p:val>
                                            <p:strVal val="#ppt_h"/>
                                          </p:val>
                                        </p:tav>
                                      </p:tavLst>
                                    </p:anim>
                                  </p:childTnLst>
                                </p:cTn>
                              </p:par>
                              <p:par>
                                <p:cTn id="66" presetID="53" presetClass="entr" presetSubtype="16" fill="hold" grpId="0" nodeType="withEffect">
                                  <p:stCondLst>
                                    <p:cond delay="0"/>
                                  </p:stCondLst>
                                  <p:iterate type="lt">
                                    <p:tmPct val="10000"/>
                                  </p:iterate>
                                  <p:childTnLst>
                                    <p:set>
                                      <p:cBhvr>
                                        <p:cTn id="67" dur="1" fill="hold">
                                          <p:stCondLst>
                                            <p:cond delay="0"/>
                                          </p:stCondLst>
                                        </p:cTn>
                                        <p:tgtEl>
                                          <p:spTgt spid="15"/>
                                        </p:tgtEl>
                                        <p:attrNameLst>
                                          <p:attrName>style.visibility</p:attrName>
                                        </p:attrNameLst>
                                      </p:cBhvr>
                                      <p:to>
                                        <p:strVal val="visible"/>
                                      </p:to>
                                    </p:set>
                                    <p:anim calcmode="lin" valueType="num">
                                      <p:cBhvr>
                                        <p:cTn id="68" dur="500" fill="hold"/>
                                        <p:tgtEl>
                                          <p:spTgt spid="15"/>
                                        </p:tgtEl>
                                        <p:attrNameLst>
                                          <p:attrName>ppt_w</p:attrName>
                                        </p:attrNameLst>
                                      </p:cBhvr>
                                      <p:tavLst>
                                        <p:tav tm="0">
                                          <p:val>
                                            <p:fltVal val="0"/>
                                          </p:val>
                                        </p:tav>
                                        <p:tav tm="100000">
                                          <p:val>
                                            <p:strVal val="#ppt_w"/>
                                          </p:val>
                                        </p:tav>
                                      </p:tavLst>
                                    </p:anim>
                                    <p:anim calcmode="lin" valueType="num">
                                      <p:cBhvr>
                                        <p:cTn id="69" dur="500" fill="hold"/>
                                        <p:tgtEl>
                                          <p:spTgt spid="15"/>
                                        </p:tgtEl>
                                        <p:attrNameLst>
                                          <p:attrName>ppt_h</p:attrName>
                                        </p:attrNameLst>
                                      </p:cBhvr>
                                      <p:tavLst>
                                        <p:tav tm="0">
                                          <p:val>
                                            <p:fltVal val="0"/>
                                          </p:val>
                                        </p:tav>
                                        <p:tav tm="100000">
                                          <p:val>
                                            <p:strVal val="#ppt_h"/>
                                          </p:val>
                                        </p:tav>
                                      </p:tavLst>
                                    </p:anim>
                                    <p:animEffect transition="in" filter="fade">
                                      <p:cBhvr>
                                        <p:cTn id="70" dur="500"/>
                                        <p:tgtEl>
                                          <p:spTgt spid="15"/>
                                        </p:tgtEl>
                                      </p:cBhvr>
                                    </p:animEffect>
                                  </p:childTnLst>
                                </p:cTn>
                              </p:par>
                            </p:childTnLst>
                          </p:cTn>
                        </p:par>
                        <p:par>
                          <p:cTn id="71" fill="hold">
                            <p:stCondLst>
                              <p:cond delay="5050"/>
                            </p:stCondLst>
                            <p:childTnLst>
                              <p:par>
                                <p:cTn id="72" presetID="16" presetClass="entr" presetSubtype="37" fill="hold" nodeType="afterEffect">
                                  <p:stCondLst>
                                    <p:cond delay="0"/>
                                  </p:stCondLst>
                                  <p:childTnLst>
                                    <p:set>
                                      <p:cBhvr>
                                        <p:cTn id="73" dur="1" fill="hold">
                                          <p:stCondLst>
                                            <p:cond delay="0"/>
                                          </p:stCondLst>
                                        </p:cTn>
                                        <p:tgtEl>
                                          <p:spTgt spid="59"/>
                                        </p:tgtEl>
                                        <p:attrNameLst>
                                          <p:attrName>style.visibility</p:attrName>
                                        </p:attrNameLst>
                                      </p:cBhvr>
                                      <p:to>
                                        <p:strVal val="visible"/>
                                      </p:to>
                                    </p:set>
                                    <p:animEffect transition="in" filter="barn(outVertical)">
                                      <p:cBhvr>
                                        <p:cTn id="74" dur="500"/>
                                        <p:tgtEl>
                                          <p:spTgt spid="59"/>
                                        </p:tgtEl>
                                      </p:cBhvr>
                                    </p:animEffect>
                                  </p:childTnLst>
                                </p:cTn>
                              </p:par>
                            </p:childTnLst>
                          </p:cTn>
                        </p:par>
                        <p:par>
                          <p:cTn id="75" fill="hold">
                            <p:stCondLst>
                              <p:cond delay="5550"/>
                            </p:stCondLst>
                            <p:childTnLst>
                              <p:par>
                                <p:cTn id="76" presetID="16" presetClass="entr" presetSubtype="37" fill="hold" nodeType="afterEffect">
                                  <p:stCondLst>
                                    <p:cond delay="0"/>
                                  </p:stCondLst>
                                  <p:childTnLst>
                                    <p:set>
                                      <p:cBhvr>
                                        <p:cTn id="77" dur="1" fill="hold">
                                          <p:stCondLst>
                                            <p:cond delay="0"/>
                                          </p:stCondLst>
                                        </p:cTn>
                                        <p:tgtEl>
                                          <p:spTgt spid="62"/>
                                        </p:tgtEl>
                                        <p:attrNameLst>
                                          <p:attrName>style.visibility</p:attrName>
                                        </p:attrNameLst>
                                      </p:cBhvr>
                                      <p:to>
                                        <p:strVal val="visible"/>
                                      </p:to>
                                    </p:set>
                                    <p:animEffect transition="in" filter="barn(outVertical)">
                                      <p:cBhvr>
                                        <p:cTn id="78" dur="500"/>
                                        <p:tgtEl>
                                          <p:spTgt spid="62"/>
                                        </p:tgtEl>
                                      </p:cBhvr>
                                    </p:animEffect>
                                  </p:childTnLst>
                                </p:cTn>
                              </p:par>
                            </p:childTnLst>
                          </p:cTn>
                        </p:par>
                        <p:par>
                          <p:cTn id="79" fill="hold">
                            <p:stCondLst>
                              <p:cond delay="6050"/>
                            </p:stCondLst>
                            <p:childTnLst>
                              <p:par>
                                <p:cTn id="80" presetID="16" presetClass="entr" presetSubtype="37" fill="hold" grpId="0" nodeType="afterEffect">
                                  <p:stCondLst>
                                    <p:cond delay="0"/>
                                  </p:stCondLst>
                                  <p:childTnLst>
                                    <p:set>
                                      <p:cBhvr>
                                        <p:cTn id="81" dur="1" fill="hold">
                                          <p:stCondLst>
                                            <p:cond delay="0"/>
                                          </p:stCondLst>
                                        </p:cTn>
                                        <p:tgtEl>
                                          <p:spTgt spid="13"/>
                                        </p:tgtEl>
                                        <p:attrNameLst>
                                          <p:attrName>style.visibility</p:attrName>
                                        </p:attrNameLst>
                                      </p:cBhvr>
                                      <p:to>
                                        <p:strVal val="visible"/>
                                      </p:to>
                                    </p:set>
                                    <p:animEffect transition="in" filter="barn(outVertical)">
                                      <p:cBhvr>
                                        <p:cTn id="8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P spid="9" grpId="0" animBg="1"/>
      <p:bldP spid="11" grpId="0" animBg="1"/>
      <p:bldP spid="12" grpId="0" animBg="1"/>
      <p:bldP spid="13" grpId="0"/>
      <p:bldP spid="14" grpId="0"/>
      <p:bldP spid="15" grpId="0"/>
      <p:bldP spid="1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原创设计师QQ598969553          _1"/>
          <p:cNvSpPr txBox="1"/>
          <p:nvPr/>
        </p:nvSpPr>
        <p:spPr>
          <a:xfrm>
            <a:off x="2803736" y="299722"/>
            <a:ext cx="3523130" cy="377026"/>
          </a:xfrm>
          <a:prstGeom prst="rect">
            <a:avLst/>
          </a:prstGeom>
          <a:noFill/>
        </p:spPr>
        <p:txBody>
          <a:bodyPr wrap="square" lIns="68580" tIns="34290" rIns="68580" bIns="34290" rtlCol="0">
            <a:spAutoFit/>
          </a:bodyPr>
          <a:lstStyle/>
          <a:p>
            <a:pPr algn="ctr"/>
            <a:r>
              <a:rPr lang="zh-CN" altLang="en-US" sz="2000" b="1" dirty="0">
                <a:solidFill>
                  <a:schemeClr val="tx1">
                    <a:lumMod val="65000"/>
                    <a:lumOff val="35000"/>
                  </a:schemeClr>
                </a:solidFill>
                <a:latin typeface="+mn-ea"/>
              </a:rPr>
              <a:t>添加标题文本内容</a:t>
            </a:r>
            <a:endParaRPr lang="en-US" altLang="zh-CN" sz="2000" b="1" dirty="0">
              <a:solidFill>
                <a:schemeClr val="tx1">
                  <a:lumMod val="65000"/>
                  <a:lumOff val="35000"/>
                </a:schemeClr>
              </a:solidFill>
              <a:latin typeface="+mn-ea"/>
            </a:endParaRPr>
          </a:p>
        </p:txBody>
      </p:sp>
      <p:grpSp>
        <p:nvGrpSpPr>
          <p:cNvPr id="63" name="原创设计师QQ598969553          _2"/>
          <p:cNvGrpSpPr/>
          <p:nvPr/>
        </p:nvGrpSpPr>
        <p:grpSpPr>
          <a:xfrm>
            <a:off x="1457952" y="1165384"/>
            <a:ext cx="6228098" cy="1282133"/>
            <a:chOff x="8121873" y="2010009"/>
            <a:chExt cx="1739454" cy="1412819"/>
          </a:xfrm>
        </p:grpSpPr>
        <p:sp>
          <p:nvSpPr>
            <p:cNvPr id="64" name="圆角矩形 63"/>
            <p:cNvSpPr/>
            <p:nvPr/>
          </p:nvSpPr>
          <p:spPr>
            <a:xfrm>
              <a:off x="8121873" y="2010009"/>
              <a:ext cx="1739454" cy="1412819"/>
            </a:xfrm>
            <a:prstGeom prst="roundRect">
              <a:avLst>
                <a:gd name="adj" fmla="val 0"/>
              </a:avLst>
            </a:prstGeom>
            <a:solidFill>
              <a:schemeClr val="accent1"/>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65" name="圆角矩形 64"/>
            <p:cNvSpPr/>
            <p:nvPr/>
          </p:nvSpPr>
          <p:spPr>
            <a:xfrm>
              <a:off x="8147445" y="2102827"/>
              <a:ext cx="1688298" cy="1227176"/>
            </a:xfrm>
            <a:prstGeom prst="roundRect">
              <a:avLst>
                <a:gd name="adj" fmla="val 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444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sp>
        <p:nvSpPr>
          <p:cNvPr id="66" name="原创设计师QQ598969553          _3"/>
          <p:cNvSpPr txBox="1"/>
          <p:nvPr/>
        </p:nvSpPr>
        <p:spPr>
          <a:xfrm>
            <a:off x="1766274" y="1388326"/>
            <a:ext cx="943317" cy="807913"/>
          </a:xfrm>
          <a:prstGeom prst="rect">
            <a:avLst/>
          </a:prstGeom>
          <a:noFill/>
        </p:spPr>
        <p:txBody>
          <a:bodyPr wrap="square" lIns="68580" tIns="34290" rIns="68580" bIns="34290" rtlCol="0">
            <a:spAutoFit/>
          </a:bodyPr>
          <a:lstStyle/>
          <a:p>
            <a:pPr algn="ctr"/>
            <a:r>
              <a:rPr lang="zh-CN" altLang="en-US" sz="2400" b="1" dirty="0">
                <a:solidFill>
                  <a:schemeClr val="accent1"/>
                </a:solidFill>
                <a:latin typeface="+mn-ea"/>
              </a:rPr>
              <a:t>添加</a:t>
            </a:r>
            <a:endParaRPr lang="en-US" altLang="zh-CN" sz="2400" b="1" dirty="0">
              <a:solidFill>
                <a:schemeClr val="accent1"/>
              </a:solidFill>
              <a:latin typeface="+mn-ea"/>
            </a:endParaRPr>
          </a:p>
          <a:p>
            <a:pPr algn="ctr"/>
            <a:r>
              <a:rPr lang="zh-CN" altLang="en-US" sz="2400" b="1" dirty="0">
                <a:solidFill>
                  <a:schemeClr val="accent1"/>
                </a:solidFill>
                <a:latin typeface="+mn-ea"/>
              </a:rPr>
              <a:t>标题</a:t>
            </a:r>
          </a:p>
        </p:txBody>
      </p:sp>
      <p:cxnSp>
        <p:nvCxnSpPr>
          <p:cNvPr id="67" name="原创设计师QQ598969553          _4"/>
          <p:cNvCxnSpPr/>
          <p:nvPr/>
        </p:nvCxnSpPr>
        <p:spPr>
          <a:xfrm>
            <a:off x="2862190" y="1451200"/>
            <a:ext cx="0" cy="710495"/>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68" name="原创设计师QQ598969553          _5"/>
          <p:cNvSpPr txBox="1"/>
          <p:nvPr/>
        </p:nvSpPr>
        <p:spPr bwMode="auto">
          <a:xfrm>
            <a:off x="3061474" y="1419854"/>
            <a:ext cx="4224134" cy="807913"/>
          </a:xfrm>
          <a:prstGeom prst="rect">
            <a:avLst/>
          </a:prstGeom>
          <a:noFill/>
        </p:spPr>
        <p:txBody>
          <a:bodyPr wrap="square" lIns="68580" tIns="34290" rIns="68580" bIns="34290">
            <a:spAutoFit/>
          </a:bodyPr>
          <a:lstStyle/>
          <a:p>
            <a:pPr algn="just">
              <a:lnSpc>
                <a:spcPct val="120000"/>
              </a:lnSpc>
            </a:pPr>
            <a:r>
              <a:rPr lang="zh-CN" altLang="en-US" sz="1000" dirty="0">
                <a:solidFill>
                  <a:schemeClr val="tx1">
                    <a:lumMod val="75000"/>
                    <a:lumOff val="25000"/>
                  </a:schemeClr>
                </a:solidFill>
                <a:latin typeface="微软雅黑" pitchFamily="34" charset="-122"/>
                <a:ea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grpSp>
        <p:nvGrpSpPr>
          <p:cNvPr id="69" name="原创设计师QQ598969553          _6"/>
          <p:cNvGrpSpPr/>
          <p:nvPr/>
        </p:nvGrpSpPr>
        <p:grpSpPr>
          <a:xfrm>
            <a:off x="3821399" y="2836693"/>
            <a:ext cx="593418" cy="593418"/>
            <a:chOff x="3237545" y="4561747"/>
            <a:chExt cx="1146960" cy="1146960"/>
          </a:xfrm>
        </p:grpSpPr>
        <p:sp>
          <p:nvSpPr>
            <p:cNvPr id="70" name="圆角矩形 69"/>
            <p:cNvSpPr/>
            <p:nvPr/>
          </p:nvSpPr>
          <p:spPr>
            <a:xfrm>
              <a:off x="3237545" y="4561747"/>
              <a:ext cx="1146960" cy="1146960"/>
            </a:xfrm>
            <a:prstGeom prst="roundRect">
              <a:avLst>
                <a:gd name="adj" fmla="val 50000"/>
              </a:avLst>
            </a:prstGeom>
            <a:solidFill>
              <a:schemeClr val="accent1"/>
            </a:solidFill>
            <a:ln w="2540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71" name="圆角矩形 70"/>
            <p:cNvSpPr/>
            <p:nvPr/>
          </p:nvSpPr>
          <p:spPr>
            <a:xfrm>
              <a:off x="3351014" y="4675216"/>
              <a:ext cx="920023" cy="920023"/>
            </a:xfrm>
            <a:prstGeom prst="roundRect">
              <a:avLst>
                <a:gd name="adj" fmla="val 5000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31750" h="63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72" name="原创设计师QQ598969553          _7"/>
          <p:cNvGrpSpPr/>
          <p:nvPr/>
        </p:nvGrpSpPr>
        <p:grpSpPr>
          <a:xfrm>
            <a:off x="4735549" y="2836693"/>
            <a:ext cx="593418" cy="593418"/>
            <a:chOff x="3237545" y="4561747"/>
            <a:chExt cx="1146960" cy="1146960"/>
          </a:xfrm>
        </p:grpSpPr>
        <p:sp>
          <p:nvSpPr>
            <p:cNvPr id="73" name="圆角矩形 72"/>
            <p:cNvSpPr/>
            <p:nvPr/>
          </p:nvSpPr>
          <p:spPr>
            <a:xfrm>
              <a:off x="3237545" y="4561747"/>
              <a:ext cx="1146960" cy="1146960"/>
            </a:xfrm>
            <a:prstGeom prst="roundRect">
              <a:avLst>
                <a:gd name="adj" fmla="val 50000"/>
              </a:avLst>
            </a:prstGeom>
            <a:solidFill>
              <a:schemeClr val="accent2"/>
            </a:solidFill>
            <a:ln w="2540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74" name="圆角矩形 73"/>
            <p:cNvSpPr/>
            <p:nvPr/>
          </p:nvSpPr>
          <p:spPr>
            <a:xfrm>
              <a:off x="3351014" y="4675216"/>
              <a:ext cx="920023" cy="920023"/>
            </a:xfrm>
            <a:prstGeom prst="roundRect">
              <a:avLst>
                <a:gd name="adj" fmla="val 5000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31750" h="63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75" name="原创设计师QQ598969553          _8"/>
          <p:cNvGrpSpPr/>
          <p:nvPr/>
        </p:nvGrpSpPr>
        <p:grpSpPr>
          <a:xfrm>
            <a:off x="3821399" y="3751093"/>
            <a:ext cx="593418" cy="593418"/>
            <a:chOff x="3237545" y="4561747"/>
            <a:chExt cx="1146960" cy="1146960"/>
          </a:xfrm>
        </p:grpSpPr>
        <p:sp>
          <p:nvSpPr>
            <p:cNvPr id="76" name="圆角矩形 75"/>
            <p:cNvSpPr/>
            <p:nvPr/>
          </p:nvSpPr>
          <p:spPr>
            <a:xfrm>
              <a:off x="3237545" y="4561747"/>
              <a:ext cx="1146960" cy="1146960"/>
            </a:xfrm>
            <a:prstGeom prst="roundRect">
              <a:avLst>
                <a:gd name="adj" fmla="val 50000"/>
              </a:avLst>
            </a:prstGeom>
            <a:solidFill>
              <a:schemeClr val="accent2"/>
            </a:solidFill>
            <a:ln w="2540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mn-ea"/>
              </a:endParaRPr>
            </a:p>
          </p:txBody>
        </p:sp>
        <p:sp>
          <p:nvSpPr>
            <p:cNvPr id="77" name="圆角矩形 76"/>
            <p:cNvSpPr/>
            <p:nvPr/>
          </p:nvSpPr>
          <p:spPr>
            <a:xfrm>
              <a:off x="3351014" y="4675216"/>
              <a:ext cx="920023" cy="920023"/>
            </a:xfrm>
            <a:prstGeom prst="roundRect">
              <a:avLst>
                <a:gd name="adj" fmla="val 5000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31750" h="63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78" name="原创设计师QQ598969553          _9"/>
          <p:cNvGrpSpPr/>
          <p:nvPr/>
        </p:nvGrpSpPr>
        <p:grpSpPr>
          <a:xfrm>
            <a:off x="4735549" y="3751093"/>
            <a:ext cx="593418" cy="593418"/>
            <a:chOff x="3237545" y="4561747"/>
            <a:chExt cx="1146960" cy="1146960"/>
          </a:xfrm>
        </p:grpSpPr>
        <p:sp>
          <p:nvSpPr>
            <p:cNvPr id="79" name="圆角矩形 78"/>
            <p:cNvSpPr/>
            <p:nvPr/>
          </p:nvSpPr>
          <p:spPr>
            <a:xfrm>
              <a:off x="3237545" y="4561747"/>
              <a:ext cx="1146960" cy="1146960"/>
            </a:xfrm>
            <a:prstGeom prst="roundRect">
              <a:avLst>
                <a:gd name="adj" fmla="val 50000"/>
              </a:avLst>
            </a:prstGeom>
            <a:solidFill>
              <a:schemeClr val="accent1"/>
            </a:solidFill>
            <a:ln w="2540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80" name="圆角矩形 79"/>
            <p:cNvSpPr/>
            <p:nvPr/>
          </p:nvSpPr>
          <p:spPr>
            <a:xfrm>
              <a:off x="3351014" y="4675216"/>
              <a:ext cx="920023" cy="920023"/>
            </a:xfrm>
            <a:prstGeom prst="roundRect">
              <a:avLst>
                <a:gd name="adj" fmla="val 5000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31750" h="63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81" name="原创设计师QQ598969553          _10"/>
          <p:cNvGrpSpPr/>
          <p:nvPr/>
        </p:nvGrpSpPr>
        <p:grpSpPr>
          <a:xfrm>
            <a:off x="5438320" y="2797561"/>
            <a:ext cx="1748341" cy="675416"/>
            <a:chOff x="2744012" y="4525702"/>
            <a:chExt cx="2349784" cy="900551"/>
          </a:xfrm>
        </p:grpSpPr>
        <p:sp>
          <p:nvSpPr>
            <p:cNvPr id="82" name="文本框 30"/>
            <p:cNvSpPr txBox="1"/>
            <p:nvPr/>
          </p:nvSpPr>
          <p:spPr bwMode="auto">
            <a:xfrm>
              <a:off x="2744012" y="4810702"/>
              <a:ext cx="2349784" cy="615551"/>
            </a:xfrm>
            <a:prstGeom prst="rect">
              <a:avLst/>
            </a:prstGeom>
            <a:noFill/>
          </p:spPr>
          <p:txBody>
            <a:bodyPr wrap="square">
              <a:spAutoFit/>
            </a:bodyPr>
            <a:lstStyle/>
            <a:p>
              <a:pPr algn="just">
                <a:lnSpc>
                  <a:spcPct val="120000"/>
                </a:lnSpc>
              </a:pPr>
              <a:r>
                <a:rPr lang="zh-CN" altLang="en-US" sz="1000" dirty="0">
                  <a:solidFill>
                    <a:schemeClr val="tx1">
                      <a:lumMod val="75000"/>
                      <a:lumOff val="25000"/>
                    </a:schemeClr>
                  </a:solidFill>
                  <a:latin typeface="微软雅黑" pitchFamily="34" charset="-122"/>
                  <a:ea typeface="微软雅黑" pitchFamily="34" charset="-122"/>
                </a:rPr>
                <a:t>点击输入本栏的具体文字请根据您的具体内容酌情修改。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83" name="文本框 31"/>
            <p:cNvSpPr txBox="1"/>
            <p:nvPr/>
          </p:nvSpPr>
          <p:spPr bwMode="auto">
            <a:xfrm>
              <a:off x="2744012" y="4525702"/>
              <a:ext cx="2349784" cy="369332"/>
            </a:xfrm>
            <a:prstGeom prst="rect">
              <a:avLst/>
            </a:prstGeom>
            <a:noFill/>
          </p:spPr>
          <p:txBody>
            <a:bodyPr wrap="square">
              <a:spAutoFit/>
            </a:bodyPr>
            <a:lstStyle/>
            <a:p>
              <a:pPr>
                <a:defRPr/>
              </a:pPr>
              <a:r>
                <a:rPr lang="zh-CN" altLang="en-US" sz="1200" b="1" spc="75" dirty="0">
                  <a:solidFill>
                    <a:schemeClr val="tx1">
                      <a:lumMod val="65000"/>
                      <a:lumOff val="35000"/>
                    </a:schemeClr>
                  </a:solidFill>
                  <a:latin typeface="+mn-ea"/>
                </a:rPr>
                <a:t>在此添加标题</a:t>
              </a:r>
            </a:p>
          </p:txBody>
        </p:sp>
      </p:grpSp>
      <p:grpSp>
        <p:nvGrpSpPr>
          <p:cNvPr id="84" name="原创设计师QQ598969553          _11"/>
          <p:cNvGrpSpPr/>
          <p:nvPr/>
        </p:nvGrpSpPr>
        <p:grpSpPr>
          <a:xfrm>
            <a:off x="5438320" y="3683866"/>
            <a:ext cx="1748341" cy="675416"/>
            <a:chOff x="2744012" y="4525702"/>
            <a:chExt cx="2349784" cy="900551"/>
          </a:xfrm>
        </p:grpSpPr>
        <p:sp>
          <p:nvSpPr>
            <p:cNvPr id="85" name="文本框 33"/>
            <p:cNvSpPr txBox="1"/>
            <p:nvPr/>
          </p:nvSpPr>
          <p:spPr bwMode="auto">
            <a:xfrm>
              <a:off x="2744012" y="4810702"/>
              <a:ext cx="2349784" cy="615551"/>
            </a:xfrm>
            <a:prstGeom prst="rect">
              <a:avLst/>
            </a:prstGeom>
            <a:noFill/>
          </p:spPr>
          <p:txBody>
            <a:bodyPr wrap="square">
              <a:spAutoFit/>
            </a:bodyPr>
            <a:lstStyle/>
            <a:p>
              <a:pPr algn="just">
                <a:lnSpc>
                  <a:spcPct val="120000"/>
                </a:lnSpc>
              </a:pPr>
              <a:r>
                <a:rPr lang="zh-CN" altLang="en-US" sz="1000" dirty="0">
                  <a:solidFill>
                    <a:schemeClr val="tx1">
                      <a:lumMod val="75000"/>
                      <a:lumOff val="25000"/>
                    </a:schemeClr>
                  </a:solidFill>
                  <a:latin typeface="微软雅黑" pitchFamily="34" charset="-122"/>
                  <a:ea typeface="微软雅黑" pitchFamily="34" charset="-122"/>
                </a:rPr>
                <a:t>点击输入本栏的具体文字请根据您的具体内容酌情修改。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86" name="文本框 34"/>
            <p:cNvSpPr txBox="1"/>
            <p:nvPr/>
          </p:nvSpPr>
          <p:spPr bwMode="auto">
            <a:xfrm>
              <a:off x="2744012" y="4525702"/>
              <a:ext cx="2349784" cy="369332"/>
            </a:xfrm>
            <a:prstGeom prst="rect">
              <a:avLst/>
            </a:prstGeom>
            <a:noFill/>
          </p:spPr>
          <p:txBody>
            <a:bodyPr wrap="square">
              <a:spAutoFit/>
            </a:bodyPr>
            <a:lstStyle/>
            <a:p>
              <a:pPr>
                <a:defRPr/>
              </a:pPr>
              <a:r>
                <a:rPr lang="zh-CN" altLang="en-US" sz="1200" b="1" spc="75" dirty="0">
                  <a:solidFill>
                    <a:schemeClr val="tx1">
                      <a:lumMod val="65000"/>
                      <a:lumOff val="35000"/>
                    </a:schemeClr>
                  </a:solidFill>
                  <a:latin typeface="+mn-ea"/>
                </a:rPr>
                <a:t>在此添加标题</a:t>
              </a:r>
            </a:p>
          </p:txBody>
        </p:sp>
      </p:grpSp>
      <p:grpSp>
        <p:nvGrpSpPr>
          <p:cNvPr id="87" name="原创设计师QQ598969553          _12"/>
          <p:cNvGrpSpPr/>
          <p:nvPr/>
        </p:nvGrpSpPr>
        <p:grpSpPr>
          <a:xfrm>
            <a:off x="1936374" y="2797559"/>
            <a:ext cx="1786332" cy="675416"/>
            <a:chOff x="2228080" y="3819717"/>
            <a:chExt cx="2780356" cy="900551"/>
          </a:xfrm>
        </p:grpSpPr>
        <p:sp>
          <p:nvSpPr>
            <p:cNvPr id="88" name="文本框 36"/>
            <p:cNvSpPr txBox="1"/>
            <p:nvPr/>
          </p:nvSpPr>
          <p:spPr bwMode="auto">
            <a:xfrm>
              <a:off x="2228080" y="4104717"/>
              <a:ext cx="2780356" cy="615551"/>
            </a:xfrm>
            <a:prstGeom prst="rect">
              <a:avLst/>
            </a:prstGeom>
            <a:noFill/>
          </p:spPr>
          <p:txBody>
            <a:bodyPr wrap="square">
              <a:spAutoFit/>
            </a:bodyPr>
            <a:lstStyle/>
            <a:p>
              <a:pPr algn="just">
                <a:lnSpc>
                  <a:spcPct val="120000"/>
                </a:lnSpc>
              </a:pPr>
              <a:r>
                <a:rPr lang="zh-CN" altLang="en-US" sz="1000" dirty="0">
                  <a:solidFill>
                    <a:schemeClr val="tx1">
                      <a:lumMod val="75000"/>
                      <a:lumOff val="25000"/>
                    </a:schemeClr>
                  </a:solidFill>
                  <a:latin typeface="微软雅黑" pitchFamily="34" charset="-122"/>
                  <a:ea typeface="微软雅黑" pitchFamily="34" charset="-122"/>
                </a:rPr>
                <a:t>点击输入本栏的具体文字请根据您的具体内容酌情修改。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89" name="文本框 37"/>
            <p:cNvSpPr txBox="1"/>
            <p:nvPr/>
          </p:nvSpPr>
          <p:spPr bwMode="auto">
            <a:xfrm>
              <a:off x="2658653" y="3819717"/>
              <a:ext cx="2349783" cy="369332"/>
            </a:xfrm>
            <a:prstGeom prst="rect">
              <a:avLst/>
            </a:prstGeom>
            <a:noFill/>
          </p:spPr>
          <p:txBody>
            <a:bodyPr wrap="square">
              <a:spAutoFit/>
            </a:bodyPr>
            <a:lstStyle/>
            <a:p>
              <a:pPr algn="r">
                <a:defRPr/>
              </a:pPr>
              <a:r>
                <a:rPr lang="zh-CN" altLang="en-US" sz="1200" b="1" spc="75" dirty="0">
                  <a:solidFill>
                    <a:schemeClr val="tx1">
                      <a:lumMod val="65000"/>
                      <a:lumOff val="35000"/>
                    </a:schemeClr>
                  </a:solidFill>
                  <a:latin typeface="+mn-ea"/>
                </a:rPr>
                <a:t>在此添加标题</a:t>
              </a:r>
            </a:p>
          </p:txBody>
        </p:sp>
      </p:grpSp>
      <p:grpSp>
        <p:nvGrpSpPr>
          <p:cNvPr id="90" name="原创设计师QQ598969553          _13"/>
          <p:cNvGrpSpPr/>
          <p:nvPr/>
        </p:nvGrpSpPr>
        <p:grpSpPr>
          <a:xfrm>
            <a:off x="1936374" y="3683869"/>
            <a:ext cx="1786332" cy="675416"/>
            <a:chOff x="2228080" y="5001457"/>
            <a:chExt cx="2780356" cy="900551"/>
          </a:xfrm>
        </p:grpSpPr>
        <p:sp>
          <p:nvSpPr>
            <p:cNvPr id="91" name="文本框 39"/>
            <p:cNvSpPr txBox="1"/>
            <p:nvPr/>
          </p:nvSpPr>
          <p:spPr bwMode="auto">
            <a:xfrm>
              <a:off x="2228080" y="5286457"/>
              <a:ext cx="2780356" cy="615551"/>
            </a:xfrm>
            <a:prstGeom prst="rect">
              <a:avLst/>
            </a:prstGeom>
            <a:noFill/>
          </p:spPr>
          <p:txBody>
            <a:bodyPr wrap="square">
              <a:spAutoFit/>
            </a:bodyPr>
            <a:lstStyle/>
            <a:p>
              <a:pPr algn="just">
                <a:lnSpc>
                  <a:spcPct val="120000"/>
                </a:lnSpc>
              </a:pPr>
              <a:r>
                <a:rPr lang="zh-CN" altLang="en-US" sz="1000" dirty="0">
                  <a:solidFill>
                    <a:schemeClr val="tx1">
                      <a:lumMod val="75000"/>
                      <a:lumOff val="25000"/>
                    </a:schemeClr>
                  </a:solidFill>
                  <a:latin typeface="微软雅黑" pitchFamily="34" charset="-122"/>
                  <a:ea typeface="微软雅黑" pitchFamily="34" charset="-122"/>
                </a:rPr>
                <a:t>点击输入本栏的具体文字请根据您的具体内容酌情修改。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92" name="文本框 40"/>
            <p:cNvSpPr txBox="1"/>
            <p:nvPr/>
          </p:nvSpPr>
          <p:spPr bwMode="auto">
            <a:xfrm>
              <a:off x="2658653" y="5001457"/>
              <a:ext cx="2349783" cy="369332"/>
            </a:xfrm>
            <a:prstGeom prst="rect">
              <a:avLst/>
            </a:prstGeom>
            <a:noFill/>
          </p:spPr>
          <p:txBody>
            <a:bodyPr wrap="square">
              <a:spAutoFit/>
            </a:bodyPr>
            <a:lstStyle/>
            <a:p>
              <a:pPr algn="r">
                <a:defRPr/>
              </a:pPr>
              <a:r>
                <a:rPr lang="zh-CN" altLang="en-US" sz="1200" b="1" spc="75" dirty="0">
                  <a:solidFill>
                    <a:schemeClr val="tx1">
                      <a:lumMod val="65000"/>
                      <a:lumOff val="35000"/>
                    </a:schemeClr>
                  </a:solidFill>
                  <a:latin typeface="+mn-ea"/>
                </a:rPr>
                <a:t>在此添加标题</a:t>
              </a:r>
            </a:p>
          </p:txBody>
        </p:sp>
      </p:grpSp>
      <p:grpSp>
        <p:nvGrpSpPr>
          <p:cNvPr id="93" name="原创设计师QQ598969553          _14"/>
          <p:cNvGrpSpPr/>
          <p:nvPr/>
        </p:nvGrpSpPr>
        <p:grpSpPr>
          <a:xfrm>
            <a:off x="4004726" y="3043447"/>
            <a:ext cx="226765" cy="182696"/>
            <a:chOff x="2702739" y="3017462"/>
            <a:chExt cx="535636" cy="431545"/>
          </a:xfrm>
          <a:solidFill>
            <a:schemeClr val="accent1"/>
          </a:solidFill>
        </p:grpSpPr>
        <p:sp>
          <p:nvSpPr>
            <p:cNvPr id="94" name="Freeform 45"/>
            <p:cNvSpPr>
              <a:spLocks/>
            </p:cNvSpPr>
            <p:nvPr/>
          </p:nvSpPr>
          <p:spPr bwMode="auto">
            <a:xfrm>
              <a:off x="2772133" y="3189864"/>
              <a:ext cx="176739" cy="35782"/>
            </a:xfrm>
            <a:custGeom>
              <a:avLst/>
              <a:gdLst>
                <a:gd name="T0" fmla="*/ 63 w 69"/>
                <a:gd name="T1" fmla="*/ 14 h 14"/>
                <a:gd name="T2" fmla="*/ 7 w 69"/>
                <a:gd name="T3" fmla="*/ 14 h 14"/>
                <a:gd name="T4" fmla="*/ 0 w 69"/>
                <a:gd name="T5" fmla="*/ 7 h 14"/>
                <a:gd name="T6" fmla="*/ 7 w 69"/>
                <a:gd name="T7" fmla="*/ 0 h 14"/>
                <a:gd name="T8" fmla="*/ 63 w 69"/>
                <a:gd name="T9" fmla="*/ 0 h 14"/>
                <a:gd name="T10" fmla="*/ 69 w 69"/>
                <a:gd name="T11" fmla="*/ 7 h 14"/>
                <a:gd name="T12" fmla="*/ 63 w 69"/>
                <a:gd name="T13" fmla="*/ 14 h 14"/>
              </a:gdLst>
              <a:ahLst/>
              <a:cxnLst>
                <a:cxn ang="0">
                  <a:pos x="T0" y="T1"/>
                </a:cxn>
                <a:cxn ang="0">
                  <a:pos x="T2" y="T3"/>
                </a:cxn>
                <a:cxn ang="0">
                  <a:pos x="T4" y="T5"/>
                </a:cxn>
                <a:cxn ang="0">
                  <a:pos x="T6" y="T7"/>
                </a:cxn>
                <a:cxn ang="0">
                  <a:pos x="T8" y="T9"/>
                </a:cxn>
                <a:cxn ang="0">
                  <a:pos x="T10" y="T11"/>
                </a:cxn>
                <a:cxn ang="0">
                  <a:pos x="T12" y="T13"/>
                </a:cxn>
              </a:cxnLst>
              <a:rect l="0" t="0" r="r" b="b"/>
              <a:pathLst>
                <a:path w="69" h="14">
                  <a:moveTo>
                    <a:pt x="63" y="14"/>
                  </a:moveTo>
                  <a:cubicBezTo>
                    <a:pt x="7" y="14"/>
                    <a:pt x="7" y="14"/>
                    <a:pt x="7" y="14"/>
                  </a:cubicBezTo>
                  <a:cubicBezTo>
                    <a:pt x="3" y="14"/>
                    <a:pt x="0" y="11"/>
                    <a:pt x="0" y="7"/>
                  </a:cubicBezTo>
                  <a:cubicBezTo>
                    <a:pt x="0" y="3"/>
                    <a:pt x="3" y="0"/>
                    <a:pt x="7" y="0"/>
                  </a:cubicBezTo>
                  <a:cubicBezTo>
                    <a:pt x="63" y="0"/>
                    <a:pt x="63" y="0"/>
                    <a:pt x="63" y="0"/>
                  </a:cubicBezTo>
                  <a:cubicBezTo>
                    <a:pt x="66" y="0"/>
                    <a:pt x="69" y="3"/>
                    <a:pt x="69" y="7"/>
                  </a:cubicBezTo>
                  <a:cubicBezTo>
                    <a:pt x="69" y="11"/>
                    <a:pt x="66" y="14"/>
                    <a:pt x="63"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95" name="Freeform 46"/>
            <p:cNvSpPr>
              <a:spLocks/>
            </p:cNvSpPr>
            <p:nvPr/>
          </p:nvSpPr>
          <p:spPr bwMode="auto">
            <a:xfrm>
              <a:off x="2792734" y="3194201"/>
              <a:ext cx="35782" cy="72647"/>
            </a:xfrm>
            <a:custGeom>
              <a:avLst/>
              <a:gdLst>
                <a:gd name="T0" fmla="*/ 7 w 14"/>
                <a:gd name="T1" fmla="*/ 28 h 28"/>
                <a:gd name="T2" fmla="*/ 0 w 14"/>
                <a:gd name="T3" fmla="*/ 21 h 28"/>
                <a:gd name="T4" fmla="*/ 0 w 14"/>
                <a:gd name="T5" fmla="*/ 7 h 28"/>
                <a:gd name="T6" fmla="*/ 7 w 14"/>
                <a:gd name="T7" fmla="*/ 0 h 28"/>
                <a:gd name="T8" fmla="*/ 14 w 14"/>
                <a:gd name="T9" fmla="*/ 7 h 28"/>
                <a:gd name="T10" fmla="*/ 14 w 14"/>
                <a:gd name="T11" fmla="*/ 21 h 28"/>
                <a:gd name="T12" fmla="*/ 7 w 14"/>
                <a:gd name="T13" fmla="*/ 28 h 28"/>
              </a:gdLst>
              <a:ahLst/>
              <a:cxnLst>
                <a:cxn ang="0">
                  <a:pos x="T0" y="T1"/>
                </a:cxn>
                <a:cxn ang="0">
                  <a:pos x="T2" y="T3"/>
                </a:cxn>
                <a:cxn ang="0">
                  <a:pos x="T4" y="T5"/>
                </a:cxn>
                <a:cxn ang="0">
                  <a:pos x="T6" y="T7"/>
                </a:cxn>
                <a:cxn ang="0">
                  <a:pos x="T8" y="T9"/>
                </a:cxn>
                <a:cxn ang="0">
                  <a:pos x="T10" y="T11"/>
                </a:cxn>
                <a:cxn ang="0">
                  <a:pos x="T12" y="T13"/>
                </a:cxn>
              </a:cxnLst>
              <a:rect l="0" t="0" r="r" b="b"/>
              <a:pathLst>
                <a:path w="14" h="28">
                  <a:moveTo>
                    <a:pt x="7" y="28"/>
                  </a:moveTo>
                  <a:cubicBezTo>
                    <a:pt x="3" y="28"/>
                    <a:pt x="0" y="25"/>
                    <a:pt x="0" y="21"/>
                  </a:cubicBezTo>
                  <a:cubicBezTo>
                    <a:pt x="0" y="7"/>
                    <a:pt x="0" y="7"/>
                    <a:pt x="0" y="7"/>
                  </a:cubicBezTo>
                  <a:cubicBezTo>
                    <a:pt x="0" y="3"/>
                    <a:pt x="3" y="0"/>
                    <a:pt x="7" y="0"/>
                  </a:cubicBezTo>
                  <a:cubicBezTo>
                    <a:pt x="11" y="0"/>
                    <a:pt x="14" y="3"/>
                    <a:pt x="14" y="7"/>
                  </a:cubicBezTo>
                  <a:cubicBezTo>
                    <a:pt x="14" y="21"/>
                    <a:pt x="14" y="21"/>
                    <a:pt x="14" y="21"/>
                  </a:cubicBezTo>
                  <a:cubicBezTo>
                    <a:pt x="14" y="25"/>
                    <a:pt x="11" y="28"/>
                    <a:pt x="7"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96" name="Freeform 47"/>
            <p:cNvSpPr>
              <a:spLocks/>
            </p:cNvSpPr>
            <p:nvPr/>
          </p:nvSpPr>
          <p:spPr bwMode="auto">
            <a:xfrm>
              <a:off x="2836106" y="3194201"/>
              <a:ext cx="33613" cy="72647"/>
            </a:xfrm>
            <a:custGeom>
              <a:avLst/>
              <a:gdLst>
                <a:gd name="T0" fmla="*/ 7 w 13"/>
                <a:gd name="T1" fmla="*/ 28 h 28"/>
                <a:gd name="T2" fmla="*/ 0 w 13"/>
                <a:gd name="T3" fmla="*/ 21 h 28"/>
                <a:gd name="T4" fmla="*/ 0 w 13"/>
                <a:gd name="T5" fmla="*/ 7 h 28"/>
                <a:gd name="T6" fmla="*/ 7 w 13"/>
                <a:gd name="T7" fmla="*/ 0 h 28"/>
                <a:gd name="T8" fmla="*/ 13 w 13"/>
                <a:gd name="T9" fmla="*/ 7 h 28"/>
                <a:gd name="T10" fmla="*/ 13 w 13"/>
                <a:gd name="T11" fmla="*/ 21 h 28"/>
                <a:gd name="T12" fmla="*/ 7 w 13"/>
                <a:gd name="T13" fmla="*/ 28 h 28"/>
              </a:gdLst>
              <a:ahLst/>
              <a:cxnLst>
                <a:cxn ang="0">
                  <a:pos x="T0" y="T1"/>
                </a:cxn>
                <a:cxn ang="0">
                  <a:pos x="T2" y="T3"/>
                </a:cxn>
                <a:cxn ang="0">
                  <a:pos x="T4" y="T5"/>
                </a:cxn>
                <a:cxn ang="0">
                  <a:pos x="T6" y="T7"/>
                </a:cxn>
                <a:cxn ang="0">
                  <a:pos x="T8" y="T9"/>
                </a:cxn>
                <a:cxn ang="0">
                  <a:pos x="T10" y="T11"/>
                </a:cxn>
                <a:cxn ang="0">
                  <a:pos x="T12" y="T13"/>
                </a:cxn>
              </a:cxnLst>
              <a:rect l="0" t="0" r="r" b="b"/>
              <a:pathLst>
                <a:path w="13" h="28">
                  <a:moveTo>
                    <a:pt x="7" y="28"/>
                  </a:moveTo>
                  <a:cubicBezTo>
                    <a:pt x="3" y="28"/>
                    <a:pt x="0" y="25"/>
                    <a:pt x="0" y="21"/>
                  </a:cubicBezTo>
                  <a:cubicBezTo>
                    <a:pt x="0" y="7"/>
                    <a:pt x="0" y="7"/>
                    <a:pt x="0" y="7"/>
                  </a:cubicBezTo>
                  <a:cubicBezTo>
                    <a:pt x="0" y="3"/>
                    <a:pt x="3" y="0"/>
                    <a:pt x="7" y="0"/>
                  </a:cubicBezTo>
                  <a:cubicBezTo>
                    <a:pt x="10" y="0"/>
                    <a:pt x="13" y="3"/>
                    <a:pt x="13" y="7"/>
                  </a:cubicBezTo>
                  <a:cubicBezTo>
                    <a:pt x="13" y="21"/>
                    <a:pt x="13" y="21"/>
                    <a:pt x="13" y="21"/>
                  </a:cubicBezTo>
                  <a:cubicBezTo>
                    <a:pt x="13" y="25"/>
                    <a:pt x="10" y="28"/>
                    <a:pt x="7"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97" name="Freeform 48"/>
            <p:cNvSpPr>
              <a:spLocks noEditPoints="1"/>
            </p:cNvSpPr>
            <p:nvPr/>
          </p:nvSpPr>
          <p:spPr bwMode="auto">
            <a:xfrm>
              <a:off x="2920680" y="3133481"/>
              <a:ext cx="101923" cy="148547"/>
            </a:xfrm>
            <a:custGeom>
              <a:avLst/>
              <a:gdLst>
                <a:gd name="T0" fmla="*/ 20 w 40"/>
                <a:gd name="T1" fmla="*/ 58 h 58"/>
                <a:gd name="T2" fmla="*/ 0 w 40"/>
                <a:gd name="T3" fmla="*/ 38 h 58"/>
                <a:gd name="T4" fmla="*/ 0 w 40"/>
                <a:gd name="T5" fmla="*/ 20 h 58"/>
                <a:gd name="T6" fmla="*/ 20 w 40"/>
                <a:gd name="T7" fmla="*/ 0 h 58"/>
                <a:gd name="T8" fmla="*/ 40 w 40"/>
                <a:gd name="T9" fmla="*/ 20 h 58"/>
                <a:gd name="T10" fmla="*/ 40 w 40"/>
                <a:gd name="T11" fmla="*/ 38 h 58"/>
                <a:gd name="T12" fmla="*/ 20 w 40"/>
                <a:gd name="T13" fmla="*/ 58 h 58"/>
                <a:gd name="T14" fmla="*/ 20 w 40"/>
                <a:gd name="T15" fmla="*/ 13 h 58"/>
                <a:gd name="T16" fmla="*/ 14 w 40"/>
                <a:gd name="T17" fmla="*/ 20 h 58"/>
                <a:gd name="T18" fmla="*/ 14 w 40"/>
                <a:gd name="T19" fmla="*/ 38 h 58"/>
                <a:gd name="T20" fmla="*/ 20 w 40"/>
                <a:gd name="T21" fmla="*/ 45 h 58"/>
                <a:gd name="T22" fmla="*/ 27 w 40"/>
                <a:gd name="T23" fmla="*/ 38 h 58"/>
                <a:gd name="T24" fmla="*/ 27 w 40"/>
                <a:gd name="T25" fmla="*/ 20 h 58"/>
                <a:gd name="T26" fmla="*/ 20 w 40"/>
                <a:gd name="T27" fmla="*/ 1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58">
                  <a:moveTo>
                    <a:pt x="20" y="58"/>
                  </a:moveTo>
                  <a:cubicBezTo>
                    <a:pt x="9" y="58"/>
                    <a:pt x="0" y="49"/>
                    <a:pt x="0" y="38"/>
                  </a:cubicBezTo>
                  <a:cubicBezTo>
                    <a:pt x="0" y="20"/>
                    <a:pt x="0" y="20"/>
                    <a:pt x="0" y="20"/>
                  </a:cubicBezTo>
                  <a:cubicBezTo>
                    <a:pt x="0" y="9"/>
                    <a:pt x="9" y="0"/>
                    <a:pt x="20" y="0"/>
                  </a:cubicBezTo>
                  <a:cubicBezTo>
                    <a:pt x="31" y="0"/>
                    <a:pt x="40" y="9"/>
                    <a:pt x="40" y="20"/>
                  </a:cubicBezTo>
                  <a:cubicBezTo>
                    <a:pt x="40" y="38"/>
                    <a:pt x="40" y="38"/>
                    <a:pt x="40" y="38"/>
                  </a:cubicBezTo>
                  <a:cubicBezTo>
                    <a:pt x="40" y="49"/>
                    <a:pt x="31" y="58"/>
                    <a:pt x="20" y="58"/>
                  </a:cubicBezTo>
                  <a:close/>
                  <a:moveTo>
                    <a:pt x="20" y="13"/>
                  </a:moveTo>
                  <a:cubicBezTo>
                    <a:pt x="17" y="13"/>
                    <a:pt x="14" y="16"/>
                    <a:pt x="14" y="20"/>
                  </a:cubicBezTo>
                  <a:cubicBezTo>
                    <a:pt x="14" y="38"/>
                    <a:pt x="14" y="38"/>
                    <a:pt x="14" y="38"/>
                  </a:cubicBezTo>
                  <a:cubicBezTo>
                    <a:pt x="14" y="42"/>
                    <a:pt x="17" y="45"/>
                    <a:pt x="20" y="45"/>
                  </a:cubicBezTo>
                  <a:cubicBezTo>
                    <a:pt x="24" y="45"/>
                    <a:pt x="27" y="42"/>
                    <a:pt x="27" y="38"/>
                  </a:cubicBezTo>
                  <a:cubicBezTo>
                    <a:pt x="27" y="20"/>
                    <a:pt x="27" y="20"/>
                    <a:pt x="27" y="20"/>
                  </a:cubicBezTo>
                  <a:cubicBezTo>
                    <a:pt x="27" y="16"/>
                    <a:pt x="24" y="13"/>
                    <a:pt x="2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98" name="Freeform 49"/>
            <p:cNvSpPr>
              <a:spLocks noEditPoints="1"/>
            </p:cNvSpPr>
            <p:nvPr/>
          </p:nvSpPr>
          <p:spPr bwMode="auto">
            <a:xfrm>
              <a:off x="2702739" y="3017462"/>
              <a:ext cx="535636" cy="431545"/>
            </a:xfrm>
            <a:custGeom>
              <a:avLst/>
              <a:gdLst>
                <a:gd name="T0" fmla="*/ 200 w 209"/>
                <a:gd name="T1" fmla="*/ 140 h 168"/>
                <a:gd name="T2" fmla="*/ 159 w 209"/>
                <a:gd name="T3" fmla="*/ 114 h 168"/>
                <a:gd name="T4" fmla="*/ 148 w 209"/>
                <a:gd name="T5" fmla="*/ 112 h 168"/>
                <a:gd name="T6" fmla="*/ 144 w 209"/>
                <a:gd name="T7" fmla="*/ 113 h 168"/>
                <a:gd name="T8" fmla="*/ 137 w 209"/>
                <a:gd name="T9" fmla="*/ 109 h 168"/>
                <a:gd name="T10" fmla="*/ 144 w 209"/>
                <a:gd name="T11" fmla="*/ 60 h 168"/>
                <a:gd name="T12" fmla="*/ 60 w 209"/>
                <a:gd name="T13" fmla="*/ 9 h 168"/>
                <a:gd name="T14" fmla="*/ 9 w 209"/>
                <a:gd name="T15" fmla="*/ 92 h 168"/>
                <a:gd name="T16" fmla="*/ 93 w 209"/>
                <a:gd name="T17" fmla="*/ 143 h 168"/>
                <a:gd name="T18" fmla="*/ 129 w 209"/>
                <a:gd name="T19" fmla="*/ 121 h 168"/>
                <a:gd name="T20" fmla="*/ 136 w 209"/>
                <a:gd name="T21" fmla="*/ 125 h 168"/>
                <a:gd name="T22" fmla="*/ 143 w 209"/>
                <a:gd name="T23" fmla="*/ 139 h 168"/>
                <a:gd name="T24" fmla="*/ 183 w 209"/>
                <a:gd name="T25" fmla="*/ 165 h 168"/>
                <a:gd name="T26" fmla="*/ 195 w 209"/>
                <a:gd name="T27" fmla="*/ 167 h 168"/>
                <a:gd name="T28" fmla="*/ 204 w 209"/>
                <a:gd name="T29" fmla="*/ 161 h 168"/>
                <a:gd name="T30" fmla="*/ 200 w 209"/>
                <a:gd name="T31" fmla="*/ 140 h 168"/>
                <a:gd name="T32" fmla="*/ 90 w 209"/>
                <a:gd name="T33" fmla="*/ 131 h 168"/>
                <a:gd name="T34" fmla="*/ 22 w 209"/>
                <a:gd name="T35" fmla="*/ 89 h 168"/>
                <a:gd name="T36" fmla="*/ 63 w 209"/>
                <a:gd name="T37" fmla="*/ 21 h 168"/>
                <a:gd name="T38" fmla="*/ 131 w 209"/>
                <a:gd name="T39" fmla="*/ 63 h 168"/>
                <a:gd name="T40" fmla="*/ 90 w 209"/>
                <a:gd name="T41" fmla="*/ 131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09" h="168">
                  <a:moveTo>
                    <a:pt x="200" y="140"/>
                  </a:moveTo>
                  <a:cubicBezTo>
                    <a:pt x="159" y="114"/>
                    <a:pt x="159" y="114"/>
                    <a:pt x="159" y="114"/>
                  </a:cubicBezTo>
                  <a:cubicBezTo>
                    <a:pt x="156" y="111"/>
                    <a:pt x="152" y="111"/>
                    <a:pt x="148" y="112"/>
                  </a:cubicBezTo>
                  <a:cubicBezTo>
                    <a:pt x="146" y="112"/>
                    <a:pt x="145" y="113"/>
                    <a:pt x="144" y="113"/>
                  </a:cubicBezTo>
                  <a:cubicBezTo>
                    <a:pt x="137" y="109"/>
                    <a:pt x="137" y="109"/>
                    <a:pt x="137" y="109"/>
                  </a:cubicBezTo>
                  <a:cubicBezTo>
                    <a:pt x="145" y="94"/>
                    <a:pt x="148" y="77"/>
                    <a:pt x="144" y="60"/>
                  </a:cubicBezTo>
                  <a:cubicBezTo>
                    <a:pt x="135" y="22"/>
                    <a:pt x="97" y="0"/>
                    <a:pt x="60" y="9"/>
                  </a:cubicBezTo>
                  <a:cubicBezTo>
                    <a:pt x="23" y="18"/>
                    <a:pt x="0" y="55"/>
                    <a:pt x="9" y="92"/>
                  </a:cubicBezTo>
                  <a:cubicBezTo>
                    <a:pt x="18" y="129"/>
                    <a:pt x="56" y="152"/>
                    <a:pt x="93" y="143"/>
                  </a:cubicBezTo>
                  <a:cubicBezTo>
                    <a:pt x="108" y="140"/>
                    <a:pt x="120" y="132"/>
                    <a:pt x="129" y="121"/>
                  </a:cubicBezTo>
                  <a:cubicBezTo>
                    <a:pt x="136" y="125"/>
                    <a:pt x="136" y="125"/>
                    <a:pt x="136" y="125"/>
                  </a:cubicBezTo>
                  <a:cubicBezTo>
                    <a:pt x="136" y="131"/>
                    <a:pt x="138" y="136"/>
                    <a:pt x="143" y="139"/>
                  </a:cubicBezTo>
                  <a:cubicBezTo>
                    <a:pt x="183" y="165"/>
                    <a:pt x="183" y="165"/>
                    <a:pt x="183" y="165"/>
                  </a:cubicBezTo>
                  <a:cubicBezTo>
                    <a:pt x="187" y="168"/>
                    <a:pt x="191" y="168"/>
                    <a:pt x="195" y="167"/>
                  </a:cubicBezTo>
                  <a:cubicBezTo>
                    <a:pt x="199" y="166"/>
                    <a:pt x="202" y="164"/>
                    <a:pt x="204" y="161"/>
                  </a:cubicBezTo>
                  <a:cubicBezTo>
                    <a:pt x="209" y="154"/>
                    <a:pt x="207" y="144"/>
                    <a:pt x="200" y="140"/>
                  </a:cubicBezTo>
                  <a:close/>
                  <a:moveTo>
                    <a:pt x="90" y="131"/>
                  </a:moveTo>
                  <a:cubicBezTo>
                    <a:pt x="60" y="138"/>
                    <a:pt x="29" y="120"/>
                    <a:pt x="22" y="89"/>
                  </a:cubicBezTo>
                  <a:cubicBezTo>
                    <a:pt x="14" y="59"/>
                    <a:pt x="33" y="28"/>
                    <a:pt x="63" y="21"/>
                  </a:cubicBezTo>
                  <a:cubicBezTo>
                    <a:pt x="94" y="14"/>
                    <a:pt x="124" y="32"/>
                    <a:pt x="131" y="63"/>
                  </a:cubicBezTo>
                  <a:cubicBezTo>
                    <a:pt x="139" y="93"/>
                    <a:pt x="120" y="123"/>
                    <a:pt x="90" y="1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grpSp>
      <p:grpSp>
        <p:nvGrpSpPr>
          <p:cNvPr id="99" name="原创设计师QQ598969553          _15"/>
          <p:cNvGrpSpPr/>
          <p:nvPr/>
        </p:nvGrpSpPr>
        <p:grpSpPr>
          <a:xfrm>
            <a:off x="4934244" y="3057551"/>
            <a:ext cx="229061" cy="164794"/>
            <a:chOff x="3820635" y="3071676"/>
            <a:chExt cx="541058" cy="389258"/>
          </a:xfrm>
          <a:solidFill>
            <a:schemeClr val="accent2"/>
          </a:solidFill>
        </p:grpSpPr>
        <p:sp>
          <p:nvSpPr>
            <p:cNvPr id="100" name="Freeform 226"/>
            <p:cNvSpPr>
              <a:spLocks noEditPoints="1"/>
            </p:cNvSpPr>
            <p:nvPr/>
          </p:nvSpPr>
          <p:spPr bwMode="auto">
            <a:xfrm>
              <a:off x="3820635" y="3071676"/>
              <a:ext cx="438051" cy="389258"/>
            </a:xfrm>
            <a:custGeom>
              <a:avLst/>
              <a:gdLst>
                <a:gd name="T0" fmla="*/ 166 w 171"/>
                <a:gd name="T1" fmla="*/ 0 h 152"/>
                <a:gd name="T2" fmla="*/ 6 w 171"/>
                <a:gd name="T3" fmla="*/ 0 h 152"/>
                <a:gd name="T4" fmla="*/ 0 w 171"/>
                <a:gd name="T5" fmla="*/ 6 h 152"/>
                <a:gd name="T6" fmla="*/ 0 w 171"/>
                <a:gd name="T7" fmla="*/ 147 h 152"/>
                <a:gd name="T8" fmla="*/ 6 w 171"/>
                <a:gd name="T9" fmla="*/ 152 h 152"/>
                <a:gd name="T10" fmla="*/ 166 w 171"/>
                <a:gd name="T11" fmla="*/ 152 h 152"/>
                <a:gd name="T12" fmla="*/ 171 w 171"/>
                <a:gd name="T13" fmla="*/ 147 h 152"/>
                <a:gd name="T14" fmla="*/ 171 w 171"/>
                <a:gd name="T15" fmla="*/ 6 h 152"/>
                <a:gd name="T16" fmla="*/ 166 w 171"/>
                <a:gd name="T17" fmla="*/ 0 h 152"/>
                <a:gd name="T18" fmla="*/ 132 w 171"/>
                <a:gd name="T19" fmla="*/ 12 h 152"/>
                <a:gd name="T20" fmla="*/ 139 w 171"/>
                <a:gd name="T21" fmla="*/ 19 h 152"/>
                <a:gd name="T22" fmla="*/ 132 w 171"/>
                <a:gd name="T23" fmla="*/ 26 h 152"/>
                <a:gd name="T24" fmla="*/ 124 w 171"/>
                <a:gd name="T25" fmla="*/ 19 h 152"/>
                <a:gd name="T26" fmla="*/ 132 w 171"/>
                <a:gd name="T27" fmla="*/ 12 h 152"/>
                <a:gd name="T28" fmla="*/ 110 w 171"/>
                <a:gd name="T29" fmla="*/ 12 h 152"/>
                <a:gd name="T30" fmla="*/ 118 w 171"/>
                <a:gd name="T31" fmla="*/ 19 h 152"/>
                <a:gd name="T32" fmla="*/ 110 w 171"/>
                <a:gd name="T33" fmla="*/ 26 h 152"/>
                <a:gd name="T34" fmla="*/ 103 w 171"/>
                <a:gd name="T35" fmla="*/ 19 h 152"/>
                <a:gd name="T36" fmla="*/ 110 w 171"/>
                <a:gd name="T37" fmla="*/ 12 h 152"/>
                <a:gd name="T38" fmla="*/ 160 w 171"/>
                <a:gd name="T39" fmla="*/ 141 h 152"/>
                <a:gd name="T40" fmla="*/ 11 w 171"/>
                <a:gd name="T41" fmla="*/ 141 h 152"/>
                <a:gd name="T42" fmla="*/ 11 w 171"/>
                <a:gd name="T43" fmla="*/ 38 h 152"/>
                <a:gd name="T44" fmla="*/ 160 w 171"/>
                <a:gd name="T45" fmla="*/ 38 h 152"/>
                <a:gd name="T46" fmla="*/ 160 w 171"/>
                <a:gd name="T47" fmla="*/ 141 h 152"/>
                <a:gd name="T48" fmla="*/ 153 w 171"/>
                <a:gd name="T49" fmla="*/ 26 h 152"/>
                <a:gd name="T50" fmla="*/ 146 w 171"/>
                <a:gd name="T51" fmla="*/ 19 h 152"/>
                <a:gd name="T52" fmla="*/ 153 w 171"/>
                <a:gd name="T53" fmla="*/ 12 h 152"/>
                <a:gd name="T54" fmla="*/ 160 w 171"/>
                <a:gd name="T55" fmla="*/ 19 h 152"/>
                <a:gd name="T56" fmla="*/ 153 w 171"/>
                <a:gd name="T57" fmla="*/ 26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71" h="152">
                  <a:moveTo>
                    <a:pt x="166" y="0"/>
                  </a:moveTo>
                  <a:cubicBezTo>
                    <a:pt x="6" y="0"/>
                    <a:pt x="6" y="0"/>
                    <a:pt x="6" y="0"/>
                  </a:cubicBezTo>
                  <a:cubicBezTo>
                    <a:pt x="3" y="0"/>
                    <a:pt x="0" y="3"/>
                    <a:pt x="0" y="6"/>
                  </a:cubicBezTo>
                  <a:cubicBezTo>
                    <a:pt x="0" y="147"/>
                    <a:pt x="0" y="147"/>
                    <a:pt x="0" y="147"/>
                  </a:cubicBezTo>
                  <a:cubicBezTo>
                    <a:pt x="0" y="150"/>
                    <a:pt x="3" y="152"/>
                    <a:pt x="6" y="152"/>
                  </a:cubicBezTo>
                  <a:cubicBezTo>
                    <a:pt x="166" y="152"/>
                    <a:pt x="166" y="152"/>
                    <a:pt x="166" y="152"/>
                  </a:cubicBezTo>
                  <a:cubicBezTo>
                    <a:pt x="169" y="152"/>
                    <a:pt x="171" y="150"/>
                    <a:pt x="171" y="147"/>
                  </a:cubicBezTo>
                  <a:cubicBezTo>
                    <a:pt x="171" y="6"/>
                    <a:pt x="171" y="6"/>
                    <a:pt x="171" y="6"/>
                  </a:cubicBezTo>
                  <a:cubicBezTo>
                    <a:pt x="171" y="3"/>
                    <a:pt x="169" y="0"/>
                    <a:pt x="166" y="0"/>
                  </a:cubicBezTo>
                  <a:close/>
                  <a:moveTo>
                    <a:pt x="132" y="12"/>
                  </a:moveTo>
                  <a:cubicBezTo>
                    <a:pt x="136" y="12"/>
                    <a:pt x="139" y="15"/>
                    <a:pt x="139" y="19"/>
                  </a:cubicBezTo>
                  <a:cubicBezTo>
                    <a:pt x="139" y="23"/>
                    <a:pt x="136" y="26"/>
                    <a:pt x="132" y="26"/>
                  </a:cubicBezTo>
                  <a:cubicBezTo>
                    <a:pt x="128" y="26"/>
                    <a:pt x="124" y="23"/>
                    <a:pt x="124" y="19"/>
                  </a:cubicBezTo>
                  <a:cubicBezTo>
                    <a:pt x="124" y="15"/>
                    <a:pt x="128" y="12"/>
                    <a:pt x="132" y="12"/>
                  </a:cubicBezTo>
                  <a:close/>
                  <a:moveTo>
                    <a:pt x="110" y="12"/>
                  </a:moveTo>
                  <a:cubicBezTo>
                    <a:pt x="114" y="12"/>
                    <a:pt x="118" y="15"/>
                    <a:pt x="118" y="19"/>
                  </a:cubicBezTo>
                  <a:cubicBezTo>
                    <a:pt x="118" y="23"/>
                    <a:pt x="114" y="26"/>
                    <a:pt x="110" y="26"/>
                  </a:cubicBezTo>
                  <a:cubicBezTo>
                    <a:pt x="106" y="26"/>
                    <a:pt x="103" y="23"/>
                    <a:pt x="103" y="19"/>
                  </a:cubicBezTo>
                  <a:cubicBezTo>
                    <a:pt x="103" y="15"/>
                    <a:pt x="106" y="12"/>
                    <a:pt x="110" y="12"/>
                  </a:cubicBezTo>
                  <a:close/>
                  <a:moveTo>
                    <a:pt x="160" y="141"/>
                  </a:moveTo>
                  <a:cubicBezTo>
                    <a:pt x="11" y="141"/>
                    <a:pt x="11" y="141"/>
                    <a:pt x="11" y="141"/>
                  </a:cubicBezTo>
                  <a:cubicBezTo>
                    <a:pt x="11" y="38"/>
                    <a:pt x="11" y="38"/>
                    <a:pt x="11" y="38"/>
                  </a:cubicBezTo>
                  <a:cubicBezTo>
                    <a:pt x="160" y="38"/>
                    <a:pt x="160" y="38"/>
                    <a:pt x="160" y="38"/>
                  </a:cubicBezTo>
                  <a:lnTo>
                    <a:pt x="160" y="141"/>
                  </a:lnTo>
                  <a:close/>
                  <a:moveTo>
                    <a:pt x="153" y="26"/>
                  </a:moveTo>
                  <a:cubicBezTo>
                    <a:pt x="149" y="26"/>
                    <a:pt x="146" y="23"/>
                    <a:pt x="146" y="19"/>
                  </a:cubicBezTo>
                  <a:cubicBezTo>
                    <a:pt x="146" y="15"/>
                    <a:pt x="149" y="12"/>
                    <a:pt x="153" y="12"/>
                  </a:cubicBezTo>
                  <a:cubicBezTo>
                    <a:pt x="157" y="12"/>
                    <a:pt x="160" y="15"/>
                    <a:pt x="160" y="19"/>
                  </a:cubicBezTo>
                  <a:cubicBezTo>
                    <a:pt x="160" y="23"/>
                    <a:pt x="157" y="26"/>
                    <a:pt x="153"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01" name="Freeform 227"/>
            <p:cNvSpPr>
              <a:spLocks/>
            </p:cNvSpPr>
            <p:nvPr/>
          </p:nvSpPr>
          <p:spPr bwMode="auto">
            <a:xfrm>
              <a:off x="4117729" y="3336242"/>
              <a:ext cx="41203" cy="40119"/>
            </a:xfrm>
            <a:custGeom>
              <a:avLst/>
              <a:gdLst>
                <a:gd name="T0" fmla="*/ 12 w 38"/>
                <a:gd name="T1" fmla="*/ 0 h 37"/>
                <a:gd name="T2" fmla="*/ 12 w 38"/>
                <a:gd name="T3" fmla="*/ 2 h 37"/>
                <a:gd name="T4" fmla="*/ 0 w 38"/>
                <a:gd name="T5" fmla="*/ 37 h 37"/>
                <a:gd name="T6" fmla="*/ 36 w 38"/>
                <a:gd name="T7" fmla="*/ 28 h 37"/>
                <a:gd name="T8" fmla="*/ 38 w 38"/>
                <a:gd name="T9" fmla="*/ 26 h 37"/>
                <a:gd name="T10" fmla="*/ 12 w 38"/>
                <a:gd name="T11" fmla="*/ 0 h 37"/>
              </a:gdLst>
              <a:ahLst/>
              <a:cxnLst>
                <a:cxn ang="0">
                  <a:pos x="T0" y="T1"/>
                </a:cxn>
                <a:cxn ang="0">
                  <a:pos x="T2" y="T3"/>
                </a:cxn>
                <a:cxn ang="0">
                  <a:pos x="T4" y="T5"/>
                </a:cxn>
                <a:cxn ang="0">
                  <a:pos x="T6" y="T7"/>
                </a:cxn>
                <a:cxn ang="0">
                  <a:pos x="T8" y="T9"/>
                </a:cxn>
                <a:cxn ang="0">
                  <a:pos x="T10" y="T11"/>
                </a:cxn>
              </a:cxnLst>
              <a:rect l="0" t="0" r="r" b="b"/>
              <a:pathLst>
                <a:path w="38" h="37">
                  <a:moveTo>
                    <a:pt x="12" y="0"/>
                  </a:moveTo>
                  <a:lnTo>
                    <a:pt x="12" y="2"/>
                  </a:lnTo>
                  <a:lnTo>
                    <a:pt x="0" y="37"/>
                  </a:lnTo>
                  <a:lnTo>
                    <a:pt x="36" y="28"/>
                  </a:lnTo>
                  <a:lnTo>
                    <a:pt x="38" y="26"/>
                  </a:lnTo>
                  <a:lnTo>
                    <a:pt x="1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02" name="Freeform 228"/>
            <p:cNvSpPr>
              <a:spLocks/>
            </p:cNvSpPr>
            <p:nvPr/>
          </p:nvSpPr>
          <p:spPr bwMode="auto">
            <a:xfrm>
              <a:off x="4281456" y="3135649"/>
              <a:ext cx="80237" cy="76984"/>
            </a:xfrm>
            <a:custGeom>
              <a:avLst/>
              <a:gdLst>
                <a:gd name="T0" fmla="*/ 23 w 31"/>
                <a:gd name="T1" fmla="*/ 30 h 30"/>
                <a:gd name="T2" fmla="*/ 29 w 31"/>
                <a:gd name="T3" fmla="*/ 24 h 30"/>
                <a:gd name="T4" fmla="*/ 29 w 31"/>
                <a:gd name="T5" fmla="*/ 17 h 30"/>
                <a:gd name="T6" fmla="*/ 13 w 31"/>
                <a:gd name="T7" fmla="*/ 2 h 30"/>
                <a:gd name="T8" fmla="*/ 6 w 31"/>
                <a:gd name="T9" fmla="*/ 2 h 30"/>
                <a:gd name="T10" fmla="*/ 0 w 31"/>
                <a:gd name="T11" fmla="*/ 8 h 30"/>
                <a:gd name="T12" fmla="*/ 23 w 31"/>
                <a:gd name="T13" fmla="*/ 30 h 30"/>
              </a:gdLst>
              <a:ahLst/>
              <a:cxnLst>
                <a:cxn ang="0">
                  <a:pos x="T0" y="T1"/>
                </a:cxn>
                <a:cxn ang="0">
                  <a:pos x="T2" y="T3"/>
                </a:cxn>
                <a:cxn ang="0">
                  <a:pos x="T4" y="T5"/>
                </a:cxn>
                <a:cxn ang="0">
                  <a:pos x="T6" y="T7"/>
                </a:cxn>
                <a:cxn ang="0">
                  <a:pos x="T8" y="T9"/>
                </a:cxn>
                <a:cxn ang="0">
                  <a:pos x="T10" y="T11"/>
                </a:cxn>
                <a:cxn ang="0">
                  <a:pos x="T12" y="T13"/>
                </a:cxn>
              </a:cxnLst>
              <a:rect l="0" t="0" r="r" b="b"/>
              <a:pathLst>
                <a:path w="31" h="30">
                  <a:moveTo>
                    <a:pt x="23" y="30"/>
                  </a:moveTo>
                  <a:cubicBezTo>
                    <a:pt x="29" y="24"/>
                    <a:pt x="29" y="24"/>
                    <a:pt x="29" y="24"/>
                  </a:cubicBezTo>
                  <a:cubicBezTo>
                    <a:pt x="31" y="22"/>
                    <a:pt x="31" y="19"/>
                    <a:pt x="29" y="17"/>
                  </a:cubicBezTo>
                  <a:cubicBezTo>
                    <a:pt x="13" y="2"/>
                    <a:pt x="13" y="2"/>
                    <a:pt x="13" y="2"/>
                  </a:cubicBezTo>
                  <a:cubicBezTo>
                    <a:pt x="11" y="0"/>
                    <a:pt x="8" y="0"/>
                    <a:pt x="6" y="2"/>
                  </a:cubicBezTo>
                  <a:cubicBezTo>
                    <a:pt x="0" y="8"/>
                    <a:pt x="0" y="8"/>
                    <a:pt x="0" y="8"/>
                  </a:cubicBezTo>
                  <a:lnTo>
                    <a:pt x="23"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03" name="Freeform 229"/>
            <p:cNvSpPr>
              <a:spLocks/>
            </p:cNvSpPr>
            <p:nvPr/>
          </p:nvSpPr>
          <p:spPr bwMode="auto">
            <a:xfrm>
              <a:off x="4151342" y="3161672"/>
              <a:ext cx="182160" cy="184328"/>
            </a:xfrm>
            <a:custGeom>
              <a:avLst/>
              <a:gdLst>
                <a:gd name="T0" fmla="*/ 49 w 71"/>
                <a:gd name="T1" fmla="*/ 0 h 72"/>
                <a:gd name="T2" fmla="*/ 48 w 71"/>
                <a:gd name="T3" fmla="*/ 1 h 72"/>
                <a:gd name="T4" fmla="*/ 2 w 71"/>
                <a:gd name="T5" fmla="*/ 47 h 72"/>
                <a:gd name="T6" fmla="*/ 2 w 71"/>
                <a:gd name="T7" fmla="*/ 55 h 72"/>
                <a:gd name="T8" fmla="*/ 2 w 71"/>
                <a:gd name="T9" fmla="*/ 55 h 72"/>
                <a:gd name="T10" fmla="*/ 8 w 71"/>
                <a:gd name="T11" fmla="*/ 57 h 72"/>
                <a:gd name="T12" fmla="*/ 9 w 71"/>
                <a:gd name="T13" fmla="*/ 62 h 72"/>
                <a:gd name="T14" fmla="*/ 9 w 71"/>
                <a:gd name="T15" fmla="*/ 62 h 72"/>
                <a:gd name="T16" fmla="*/ 15 w 71"/>
                <a:gd name="T17" fmla="*/ 64 h 72"/>
                <a:gd name="T18" fmla="*/ 16 w 71"/>
                <a:gd name="T19" fmla="*/ 69 h 72"/>
                <a:gd name="T20" fmla="*/ 17 w 71"/>
                <a:gd name="T21" fmla="*/ 70 h 72"/>
                <a:gd name="T22" fmla="*/ 24 w 71"/>
                <a:gd name="T23" fmla="*/ 70 h 72"/>
                <a:gd name="T24" fmla="*/ 71 w 71"/>
                <a:gd name="T25" fmla="*/ 23 h 72"/>
                <a:gd name="T26" fmla="*/ 71 w 71"/>
                <a:gd name="T27" fmla="*/ 23 h 72"/>
                <a:gd name="T28" fmla="*/ 49 w 71"/>
                <a:gd name="T29"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1" h="72">
                  <a:moveTo>
                    <a:pt x="49" y="0"/>
                  </a:moveTo>
                  <a:cubicBezTo>
                    <a:pt x="49" y="0"/>
                    <a:pt x="48" y="0"/>
                    <a:pt x="48" y="1"/>
                  </a:cubicBezTo>
                  <a:cubicBezTo>
                    <a:pt x="2" y="47"/>
                    <a:pt x="2" y="47"/>
                    <a:pt x="2" y="47"/>
                  </a:cubicBezTo>
                  <a:cubicBezTo>
                    <a:pt x="0" y="49"/>
                    <a:pt x="0" y="53"/>
                    <a:pt x="2" y="55"/>
                  </a:cubicBezTo>
                  <a:cubicBezTo>
                    <a:pt x="2" y="55"/>
                    <a:pt x="2" y="55"/>
                    <a:pt x="2" y="55"/>
                  </a:cubicBezTo>
                  <a:cubicBezTo>
                    <a:pt x="4" y="57"/>
                    <a:pt x="6" y="57"/>
                    <a:pt x="8" y="57"/>
                  </a:cubicBezTo>
                  <a:cubicBezTo>
                    <a:pt x="7" y="58"/>
                    <a:pt x="7" y="60"/>
                    <a:pt x="9" y="62"/>
                  </a:cubicBezTo>
                  <a:cubicBezTo>
                    <a:pt x="9" y="62"/>
                    <a:pt x="9" y="62"/>
                    <a:pt x="9" y="62"/>
                  </a:cubicBezTo>
                  <a:cubicBezTo>
                    <a:pt x="11" y="64"/>
                    <a:pt x="13" y="64"/>
                    <a:pt x="15" y="64"/>
                  </a:cubicBezTo>
                  <a:cubicBezTo>
                    <a:pt x="14" y="66"/>
                    <a:pt x="15" y="68"/>
                    <a:pt x="16" y="69"/>
                  </a:cubicBezTo>
                  <a:cubicBezTo>
                    <a:pt x="17" y="70"/>
                    <a:pt x="17" y="70"/>
                    <a:pt x="17" y="70"/>
                  </a:cubicBezTo>
                  <a:cubicBezTo>
                    <a:pt x="19" y="72"/>
                    <a:pt x="22" y="72"/>
                    <a:pt x="24" y="70"/>
                  </a:cubicBezTo>
                  <a:cubicBezTo>
                    <a:pt x="71" y="23"/>
                    <a:pt x="71" y="23"/>
                    <a:pt x="71" y="23"/>
                  </a:cubicBezTo>
                  <a:cubicBezTo>
                    <a:pt x="71" y="23"/>
                    <a:pt x="71" y="23"/>
                    <a:pt x="71" y="23"/>
                  </a:cubicBezTo>
                  <a:lnTo>
                    <a:pt x="4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04" name="Rectangle 230"/>
            <p:cNvSpPr>
              <a:spLocks noChangeArrowheads="1"/>
            </p:cNvSpPr>
            <p:nvPr/>
          </p:nvSpPr>
          <p:spPr bwMode="auto">
            <a:xfrm>
              <a:off x="3879187" y="3222392"/>
              <a:ext cx="140957" cy="1626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05" name="Rectangle 231"/>
            <p:cNvSpPr>
              <a:spLocks noChangeArrowheads="1"/>
            </p:cNvSpPr>
            <p:nvPr/>
          </p:nvSpPr>
          <p:spPr bwMode="auto">
            <a:xfrm>
              <a:off x="3879187" y="3269016"/>
              <a:ext cx="225531" cy="1518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06" name="Rectangle 232"/>
            <p:cNvSpPr>
              <a:spLocks noChangeArrowheads="1"/>
            </p:cNvSpPr>
            <p:nvPr/>
          </p:nvSpPr>
          <p:spPr bwMode="auto">
            <a:xfrm>
              <a:off x="3879187" y="3315640"/>
              <a:ext cx="225531" cy="1518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07" name="Rectangle 233"/>
            <p:cNvSpPr>
              <a:spLocks noChangeArrowheads="1"/>
            </p:cNvSpPr>
            <p:nvPr/>
          </p:nvSpPr>
          <p:spPr bwMode="auto">
            <a:xfrm>
              <a:off x="3879187" y="3361180"/>
              <a:ext cx="225531" cy="1518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grpSp>
      <p:grpSp>
        <p:nvGrpSpPr>
          <p:cNvPr id="108" name="原创设计师QQ598969553          _16"/>
          <p:cNvGrpSpPr/>
          <p:nvPr/>
        </p:nvGrpSpPr>
        <p:grpSpPr>
          <a:xfrm>
            <a:off x="4006096" y="3951828"/>
            <a:ext cx="207026" cy="195550"/>
            <a:chOff x="4882149" y="3025052"/>
            <a:chExt cx="489013" cy="461905"/>
          </a:xfrm>
          <a:solidFill>
            <a:schemeClr val="accent2"/>
          </a:solidFill>
        </p:grpSpPr>
        <p:sp>
          <p:nvSpPr>
            <p:cNvPr id="109" name="Freeform 250"/>
            <p:cNvSpPr>
              <a:spLocks/>
            </p:cNvSpPr>
            <p:nvPr/>
          </p:nvSpPr>
          <p:spPr bwMode="auto">
            <a:xfrm>
              <a:off x="4882149" y="3161672"/>
              <a:ext cx="468411" cy="325285"/>
            </a:xfrm>
            <a:custGeom>
              <a:avLst/>
              <a:gdLst>
                <a:gd name="T0" fmla="*/ 102 w 183"/>
                <a:gd name="T1" fmla="*/ 127 h 127"/>
                <a:gd name="T2" fmla="*/ 65 w 183"/>
                <a:gd name="T3" fmla="*/ 119 h 127"/>
                <a:gd name="T4" fmla="*/ 20 w 183"/>
                <a:gd name="T5" fmla="*/ 0 h 127"/>
                <a:gd name="T6" fmla="*/ 50 w 183"/>
                <a:gd name="T7" fmla="*/ 14 h 127"/>
                <a:gd name="T8" fmla="*/ 78 w 183"/>
                <a:gd name="T9" fmla="*/ 89 h 127"/>
                <a:gd name="T10" fmla="*/ 154 w 183"/>
                <a:gd name="T11" fmla="*/ 60 h 127"/>
                <a:gd name="T12" fmla="*/ 183 w 183"/>
                <a:gd name="T13" fmla="*/ 74 h 127"/>
                <a:gd name="T14" fmla="*/ 134 w 183"/>
                <a:gd name="T15" fmla="*/ 121 h 127"/>
                <a:gd name="T16" fmla="*/ 102 w 183"/>
                <a:gd name="T17"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3" h="127">
                  <a:moveTo>
                    <a:pt x="102" y="127"/>
                  </a:moveTo>
                  <a:cubicBezTo>
                    <a:pt x="89" y="127"/>
                    <a:pt x="77" y="124"/>
                    <a:pt x="65" y="119"/>
                  </a:cubicBezTo>
                  <a:cubicBezTo>
                    <a:pt x="20" y="98"/>
                    <a:pt x="0" y="45"/>
                    <a:pt x="20" y="0"/>
                  </a:cubicBezTo>
                  <a:cubicBezTo>
                    <a:pt x="50" y="14"/>
                    <a:pt x="50" y="14"/>
                    <a:pt x="50" y="14"/>
                  </a:cubicBezTo>
                  <a:cubicBezTo>
                    <a:pt x="37" y="42"/>
                    <a:pt x="50" y="76"/>
                    <a:pt x="78" y="89"/>
                  </a:cubicBezTo>
                  <a:cubicBezTo>
                    <a:pt x="107" y="102"/>
                    <a:pt x="141" y="89"/>
                    <a:pt x="154" y="60"/>
                  </a:cubicBezTo>
                  <a:cubicBezTo>
                    <a:pt x="183" y="74"/>
                    <a:pt x="183" y="74"/>
                    <a:pt x="183" y="74"/>
                  </a:cubicBezTo>
                  <a:cubicBezTo>
                    <a:pt x="174" y="96"/>
                    <a:pt x="156" y="112"/>
                    <a:pt x="134" y="121"/>
                  </a:cubicBezTo>
                  <a:cubicBezTo>
                    <a:pt x="123" y="125"/>
                    <a:pt x="112" y="127"/>
                    <a:pt x="102" y="1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10" name="Freeform 251"/>
            <p:cNvSpPr>
              <a:spLocks/>
            </p:cNvSpPr>
            <p:nvPr/>
          </p:nvSpPr>
          <p:spPr bwMode="auto">
            <a:xfrm>
              <a:off x="4942869" y="3028305"/>
              <a:ext cx="179991" cy="148547"/>
            </a:xfrm>
            <a:custGeom>
              <a:avLst/>
              <a:gdLst>
                <a:gd name="T0" fmla="*/ 70 w 70"/>
                <a:gd name="T1" fmla="*/ 0 h 58"/>
                <a:gd name="T2" fmla="*/ 8 w 70"/>
                <a:gd name="T3" fmla="*/ 33 h 58"/>
                <a:gd name="T4" fmla="*/ 0 w 70"/>
                <a:gd name="T5" fmla="*/ 45 h 58"/>
                <a:gd name="T6" fmla="*/ 30 w 70"/>
                <a:gd name="T7" fmla="*/ 58 h 58"/>
                <a:gd name="T8" fmla="*/ 33 w 70"/>
                <a:gd name="T9" fmla="*/ 53 h 58"/>
                <a:gd name="T10" fmla="*/ 70 w 70"/>
                <a:gd name="T11" fmla="*/ 33 h 58"/>
                <a:gd name="T12" fmla="*/ 70 w 70"/>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70" h="58">
                  <a:moveTo>
                    <a:pt x="70" y="0"/>
                  </a:moveTo>
                  <a:cubicBezTo>
                    <a:pt x="45" y="2"/>
                    <a:pt x="23" y="14"/>
                    <a:pt x="8" y="33"/>
                  </a:cubicBezTo>
                  <a:cubicBezTo>
                    <a:pt x="5" y="37"/>
                    <a:pt x="2" y="41"/>
                    <a:pt x="0" y="45"/>
                  </a:cubicBezTo>
                  <a:cubicBezTo>
                    <a:pt x="30" y="58"/>
                    <a:pt x="30" y="58"/>
                    <a:pt x="30" y="58"/>
                  </a:cubicBezTo>
                  <a:cubicBezTo>
                    <a:pt x="31" y="57"/>
                    <a:pt x="32" y="55"/>
                    <a:pt x="33" y="53"/>
                  </a:cubicBezTo>
                  <a:cubicBezTo>
                    <a:pt x="42" y="42"/>
                    <a:pt x="55" y="35"/>
                    <a:pt x="70" y="33"/>
                  </a:cubicBezTo>
                  <a:lnTo>
                    <a:pt x="7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11" name="Freeform 252"/>
            <p:cNvSpPr>
              <a:spLocks/>
            </p:cNvSpPr>
            <p:nvPr/>
          </p:nvSpPr>
          <p:spPr bwMode="auto">
            <a:xfrm>
              <a:off x="5284419" y="3276606"/>
              <a:ext cx="86743" cy="54214"/>
            </a:xfrm>
            <a:custGeom>
              <a:avLst/>
              <a:gdLst>
                <a:gd name="T0" fmla="*/ 1 w 34"/>
                <a:gd name="T1" fmla="*/ 0 h 21"/>
                <a:gd name="T2" fmla="*/ 0 w 34"/>
                <a:gd name="T3" fmla="*/ 8 h 21"/>
                <a:gd name="T4" fmla="*/ 29 w 34"/>
                <a:gd name="T5" fmla="*/ 21 h 21"/>
                <a:gd name="T6" fmla="*/ 34 w 34"/>
                <a:gd name="T7" fmla="*/ 0 h 21"/>
                <a:gd name="T8" fmla="*/ 1 w 34"/>
                <a:gd name="T9" fmla="*/ 0 h 21"/>
              </a:gdLst>
              <a:ahLst/>
              <a:cxnLst>
                <a:cxn ang="0">
                  <a:pos x="T0" y="T1"/>
                </a:cxn>
                <a:cxn ang="0">
                  <a:pos x="T2" y="T3"/>
                </a:cxn>
                <a:cxn ang="0">
                  <a:pos x="T4" y="T5"/>
                </a:cxn>
                <a:cxn ang="0">
                  <a:pos x="T6" y="T7"/>
                </a:cxn>
                <a:cxn ang="0">
                  <a:pos x="T8" y="T9"/>
                </a:cxn>
              </a:cxnLst>
              <a:rect l="0" t="0" r="r" b="b"/>
              <a:pathLst>
                <a:path w="34" h="21">
                  <a:moveTo>
                    <a:pt x="1" y="0"/>
                  </a:moveTo>
                  <a:cubicBezTo>
                    <a:pt x="1" y="3"/>
                    <a:pt x="0" y="5"/>
                    <a:pt x="0" y="8"/>
                  </a:cubicBezTo>
                  <a:cubicBezTo>
                    <a:pt x="29" y="21"/>
                    <a:pt x="29" y="21"/>
                    <a:pt x="29" y="21"/>
                  </a:cubicBezTo>
                  <a:cubicBezTo>
                    <a:pt x="32" y="14"/>
                    <a:pt x="33" y="7"/>
                    <a:pt x="34" y="0"/>
                  </a:cubicBezTo>
                  <a:lnTo>
                    <a:pt x="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12" name="Freeform 253"/>
            <p:cNvSpPr>
              <a:spLocks/>
            </p:cNvSpPr>
            <p:nvPr/>
          </p:nvSpPr>
          <p:spPr bwMode="auto">
            <a:xfrm>
              <a:off x="5143462" y="3025052"/>
              <a:ext cx="227700" cy="230953"/>
            </a:xfrm>
            <a:custGeom>
              <a:avLst/>
              <a:gdLst>
                <a:gd name="T0" fmla="*/ 89 w 89"/>
                <a:gd name="T1" fmla="*/ 90 h 90"/>
                <a:gd name="T2" fmla="*/ 57 w 89"/>
                <a:gd name="T3" fmla="*/ 90 h 90"/>
                <a:gd name="T4" fmla="*/ 0 w 89"/>
                <a:gd name="T5" fmla="*/ 33 h 90"/>
                <a:gd name="T6" fmla="*/ 0 w 89"/>
                <a:gd name="T7" fmla="*/ 0 h 90"/>
                <a:gd name="T8" fmla="*/ 89 w 89"/>
                <a:gd name="T9" fmla="*/ 90 h 90"/>
              </a:gdLst>
              <a:ahLst/>
              <a:cxnLst>
                <a:cxn ang="0">
                  <a:pos x="T0" y="T1"/>
                </a:cxn>
                <a:cxn ang="0">
                  <a:pos x="T2" y="T3"/>
                </a:cxn>
                <a:cxn ang="0">
                  <a:pos x="T4" y="T5"/>
                </a:cxn>
                <a:cxn ang="0">
                  <a:pos x="T6" y="T7"/>
                </a:cxn>
                <a:cxn ang="0">
                  <a:pos x="T8" y="T9"/>
                </a:cxn>
              </a:cxnLst>
              <a:rect l="0" t="0" r="r" b="b"/>
              <a:pathLst>
                <a:path w="89" h="90">
                  <a:moveTo>
                    <a:pt x="89" y="90"/>
                  </a:moveTo>
                  <a:cubicBezTo>
                    <a:pt x="57" y="90"/>
                    <a:pt x="57" y="90"/>
                    <a:pt x="57" y="90"/>
                  </a:cubicBezTo>
                  <a:cubicBezTo>
                    <a:pt x="57" y="59"/>
                    <a:pt x="31" y="33"/>
                    <a:pt x="0" y="33"/>
                  </a:cubicBezTo>
                  <a:cubicBezTo>
                    <a:pt x="0" y="0"/>
                    <a:pt x="0" y="0"/>
                    <a:pt x="0" y="0"/>
                  </a:cubicBezTo>
                  <a:cubicBezTo>
                    <a:pt x="49" y="0"/>
                    <a:pt x="89" y="41"/>
                    <a:pt x="89" y="9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13" name="Rectangle 254"/>
            <p:cNvSpPr>
              <a:spLocks noChangeArrowheads="1"/>
            </p:cNvSpPr>
            <p:nvPr/>
          </p:nvSpPr>
          <p:spPr bwMode="auto">
            <a:xfrm>
              <a:off x="5058888" y="3284196"/>
              <a:ext cx="43371" cy="5421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14" name="Rectangle 255"/>
            <p:cNvSpPr>
              <a:spLocks noChangeArrowheads="1"/>
            </p:cNvSpPr>
            <p:nvPr/>
          </p:nvSpPr>
          <p:spPr bwMode="auto">
            <a:xfrm>
              <a:off x="5122860" y="3218054"/>
              <a:ext cx="41203" cy="12035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15" name="Rectangle 256"/>
            <p:cNvSpPr>
              <a:spLocks noChangeArrowheads="1"/>
            </p:cNvSpPr>
            <p:nvPr/>
          </p:nvSpPr>
          <p:spPr bwMode="auto">
            <a:xfrm>
              <a:off x="5184664" y="3182273"/>
              <a:ext cx="41203" cy="15613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grpSp>
      <p:grpSp>
        <p:nvGrpSpPr>
          <p:cNvPr id="116" name="原创设计师QQ598969553          _17"/>
          <p:cNvGrpSpPr/>
          <p:nvPr/>
        </p:nvGrpSpPr>
        <p:grpSpPr>
          <a:xfrm>
            <a:off x="4913587" y="3934881"/>
            <a:ext cx="226765" cy="226765"/>
            <a:chOff x="5958843" y="2994692"/>
            <a:chExt cx="535637" cy="535637"/>
          </a:xfrm>
          <a:solidFill>
            <a:schemeClr val="accent1"/>
          </a:solidFill>
        </p:grpSpPr>
        <p:sp>
          <p:nvSpPr>
            <p:cNvPr id="117" name="Freeform 257"/>
            <p:cNvSpPr>
              <a:spLocks noEditPoints="1"/>
            </p:cNvSpPr>
            <p:nvPr/>
          </p:nvSpPr>
          <p:spPr bwMode="auto">
            <a:xfrm>
              <a:off x="6077030" y="3109626"/>
              <a:ext cx="302516" cy="305768"/>
            </a:xfrm>
            <a:custGeom>
              <a:avLst/>
              <a:gdLst>
                <a:gd name="T0" fmla="*/ 101 w 118"/>
                <a:gd name="T1" fmla="*/ 91 h 119"/>
                <a:gd name="T2" fmla="*/ 107 w 118"/>
                <a:gd name="T3" fmla="*/ 77 h 119"/>
                <a:gd name="T4" fmla="*/ 23 w 118"/>
                <a:gd name="T5" fmla="*/ 25 h 119"/>
                <a:gd name="T6" fmla="*/ 30 w 118"/>
                <a:gd name="T7" fmla="*/ 25 h 119"/>
                <a:gd name="T8" fmla="*/ 27 w 118"/>
                <a:gd name="T9" fmla="*/ 24 h 119"/>
                <a:gd name="T10" fmla="*/ 21 w 118"/>
                <a:gd name="T11" fmla="*/ 35 h 119"/>
                <a:gd name="T12" fmla="*/ 28 w 118"/>
                <a:gd name="T13" fmla="*/ 33 h 119"/>
                <a:gd name="T14" fmla="*/ 33 w 118"/>
                <a:gd name="T15" fmla="*/ 41 h 119"/>
                <a:gd name="T16" fmla="*/ 25 w 118"/>
                <a:gd name="T17" fmla="*/ 46 h 119"/>
                <a:gd name="T18" fmla="*/ 15 w 118"/>
                <a:gd name="T19" fmla="*/ 54 h 119"/>
                <a:gd name="T20" fmla="*/ 25 w 118"/>
                <a:gd name="T21" fmla="*/ 63 h 119"/>
                <a:gd name="T22" fmla="*/ 40 w 118"/>
                <a:gd name="T23" fmla="*/ 72 h 119"/>
                <a:gd name="T24" fmla="*/ 34 w 118"/>
                <a:gd name="T25" fmla="*/ 89 h 119"/>
                <a:gd name="T26" fmla="*/ 28 w 118"/>
                <a:gd name="T27" fmla="*/ 102 h 119"/>
                <a:gd name="T28" fmla="*/ 25 w 118"/>
                <a:gd name="T29" fmla="*/ 92 h 119"/>
                <a:gd name="T30" fmla="*/ 21 w 118"/>
                <a:gd name="T31" fmla="*/ 70 h 119"/>
                <a:gd name="T32" fmla="*/ 11 w 118"/>
                <a:gd name="T33" fmla="*/ 57 h 119"/>
                <a:gd name="T34" fmla="*/ 34 w 118"/>
                <a:gd name="T35" fmla="*/ 12 h 119"/>
                <a:gd name="T36" fmla="*/ 23 w 118"/>
                <a:gd name="T37" fmla="*/ 20 h 119"/>
                <a:gd name="T38" fmla="*/ 105 w 118"/>
                <a:gd name="T39" fmla="*/ 50 h 119"/>
                <a:gd name="T40" fmla="*/ 98 w 118"/>
                <a:gd name="T41" fmla="*/ 59 h 119"/>
                <a:gd name="T42" fmla="*/ 94 w 118"/>
                <a:gd name="T43" fmla="*/ 64 h 119"/>
                <a:gd name="T44" fmla="*/ 86 w 118"/>
                <a:gd name="T45" fmla="*/ 65 h 119"/>
                <a:gd name="T46" fmla="*/ 76 w 118"/>
                <a:gd name="T47" fmla="*/ 55 h 119"/>
                <a:gd name="T48" fmla="*/ 70 w 118"/>
                <a:gd name="T49" fmla="*/ 60 h 119"/>
                <a:gd name="T50" fmla="*/ 70 w 118"/>
                <a:gd name="T51" fmla="*/ 70 h 119"/>
                <a:gd name="T52" fmla="*/ 57 w 118"/>
                <a:gd name="T53" fmla="*/ 77 h 119"/>
                <a:gd name="T54" fmla="*/ 45 w 118"/>
                <a:gd name="T55" fmla="*/ 58 h 119"/>
                <a:gd name="T56" fmla="*/ 61 w 118"/>
                <a:gd name="T57" fmla="*/ 51 h 119"/>
                <a:gd name="T58" fmla="*/ 63 w 118"/>
                <a:gd name="T59" fmla="*/ 49 h 119"/>
                <a:gd name="T60" fmla="*/ 59 w 118"/>
                <a:gd name="T61" fmla="*/ 48 h 119"/>
                <a:gd name="T62" fmla="*/ 48 w 118"/>
                <a:gd name="T63" fmla="*/ 48 h 119"/>
                <a:gd name="T64" fmla="*/ 50 w 118"/>
                <a:gd name="T65" fmla="*/ 39 h 119"/>
                <a:gd name="T66" fmla="*/ 54 w 118"/>
                <a:gd name="T67" fmla="*/ 38 h 119"/>
                <a:gd name="T68" fmla="*/ 59 w 118"/>
                <a:gd name="T69" fmla="*/ 24 h 119"/>
                <a:gd name="T70" fmla="*/ 75 w 118"/>
                <a:gd name="T71" fmla="*/ 25 h 119"/>
                <a:gd name="T72" fmla="*/ 83 w 118"/>
                <a:gd name="T73" fmla="*/ 20 h 119"/>
                <a:gd name="T74" fmla="*/ 95 w 118"/>
                <a:gd name="T75" fmla="*/ 21 h 119"/>
                <a:gd name="T76" fmla="*/ 105 w 118"/>
                <a:gd name="T77" fmla="*/ 63 h 119"/>
                <a:gd name="T78" fmla="*/ 105 w 118"/>
                <a:gd name="T79" fmla="*/ 70 h 119"/>
                <a:gd name="T80" fmla="*/ 102 w 118"/>
                <a:gd name="T81" fmla="*/ 68 h 119"/>
                <a:gd name="T82" fmla="*/ 105 w 118"/>
                <a:gd name="T83" fmla="*/ 59 h 119"/>
                <a:gd name="T84" fmla="*/ 107 w 118"/>
                <a:gd name="T85" fmla="*/ 50 h 119"/>
                <a:gd name="T86" fmla="*/ 109 w 118"/>
                <a:gd name="T87" fmla="*/ 39 h 119"/>
                <a:gd name="T88" fmla="*/ 86 w 118"/>
                <a:gd name="T89" fmla="*/ 66 h 119"/>
                <a:gd name="T90" fmla="*/ 73 w 118"/>
                <a:gd name="T91" fmla="*/ 76 h 119"/>
                <a:gd name="T92" fmla="*/ 35 w 118"/>
                <a:gd name="T93" fmla="*/ 26 h 119"/>
                <a:gd name="T94" fmla="*/ 31 w 118"/>
                <a:gd name="T95" fmla="*/ 17 h 119"/>
                <a:gd name="T96" fmla="*/ 46 w 118"/>
                <a:gd name="T97" fmla="*/ 11 h 119"/>
                <a:gd name="T98" fmla="*/ 50 w 118"/>
                <a:gd name="T99" fmla="*/ 18 h 119"/>
                <a:gd name="T100" fmla="*/ 42 w 118"/>
                <a:gd name="T101" fmla="*/ 27 h 119"/>
                <a:gd name="T102" fmla="*/ 57 w 118"/>
                <a:gd name="T103" fmla="*/ 16 h 119"/>
                <a:gd name="T104" fmla="*/ 59 w 118"/>
                <a:gd name="T105" fmla="*/ 14 h 119"/>
                <a:gd name="T106" fmla="*/ 47 w 118"/>
                <a:gd name="T107" fmla="*/ 27 h 119"/>
                <a:gd name="T108" fmla="*/ 75 w 118"/>
                <a:gd name="T109" fmla="*/ 19 h 119"/>
                <a:gd name="T110" fmla="*/ 87 w 118"/>
                <a:gd name="T111" fmla="*/ 15 h 119"/>
                <a:gd name="T112" fmla="*/ 27 w 118"/>
                <a:gd name="T113" fmla="*/ 59 h 119"/>
                <a:gd name="T114" fmla="*/ 24 w 118"/>
                <a:gd name="T115" fmla="*/ 59 h 119"/>
                <a:gd name="T116" fmla="*/ 23 w 118"/>
                <a:gd name="T117" fmla="*/ 55 h 119"/>
                <a:gd name="T118" fmla="*/ 111 w 118"/>
                <a:gd name="T119" fmla="*/ 73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8" h="119">
                  <a:moveTo>
                    <a:pt x="59" y="0"/>
                  </a:moveTo>
                  <a:cubicBezTo>
                    <a:pt x="26" y="0"/>
                    <a:pt x="0" y="27"/>
                    <a:pt x="0" y="60"/>
                  </a:cubicBezTo>
                  <a:cubicBezTo>
                    <a:pt x="0" y="92"/>
                    <a:pt x="26" y="119"/>
                    <a:pt x="59" y="119"/>
                  </a:cubicBezTo>
                  <a:cubicBezTo>
                    <a:pt x="91" y="119"/>
                    <a:pt x="118" y="92"/>
                    <a:pt x="118" y="60"/>
                  </a:cubicBezTo>
                  <a:cubicBezTo>
                    <a:pt x="118" y="27"/>
                    <a:pt x="91" y="0"/>
                    <a:pt x="59" y="0"/>
                  </a:cubicBezTo>
                  <a:close/>
                  <a:moveTo>
                    <a:pt x="110" y="77"/>
                  </a:moveTo>
                  <a:cubicBezTo>
                    <a:pt x="110" y="77"/>
                    <a:pt x="110" y="77"/>
                    <a:pt x="110" y="78"/>
                  </a:cubicBezTo>
                  <a:cubicBezTo>
                    <a:pt x="110" y="78"/>
                    <a:pt x="110" y="78"/>
                    <a:pt x="110" y="78"/>
                  </a:cubicBezTo>
                  <a:cubicBezTo>
                    <a:pt x="108" y="82"/>
                    <a:pt x="107" y="86"/>
                    <a:pt x="104" y="89"/>
                  </a:cubicBezTo>
                  <a:cubicBezTo>
                    <a:pt x="104" y="89"/>
                    <a:pt x="104" y="89"/>
                    <a:pt x="103" y="90"/>
                  </a:cubicBezTo>
                  <a:cubicBezTo>
                    <a:pt x="102" y="89"/>
                    <a:pt x="102" y="90"/>
                    <a:pt x="101" y="91"/>
                  </a:cubicBezTo>
                  <a:cubicBezTo>
                    <a:pt x="100" y="91"/>
                    <a:pt x="100" y="90"/>
                    <a:pt x="100" y="90"/>
                  </a:cubicBezTo>
                  <a:cubicBezTo>
                    <a:pt x="100" y="89"/>
                    <a:pt x="100" y="89"/>
                    <a:pt x="100" y="88"/>
                  </a:cubicBezTo>
                  <a:cubicBezTo>
                    <a:pt x="100" y="87"/>
                    <a:pt x="100" y="87"/>
                    <a:pt x="99" y="87"/>
                  </a:cubicBezTo>
                  <a:cubicBezTo>
                    <a:pt x="100" y="86"/>
                    <a:pt x="99" y="85"/>
                    <a:pt x="99" y="84"/>
                  </a:cubicBezTo>
                  <a:cubicBezTo>
                    <a:pt x="99" y="83"/>
                    <a:pt x="100" y="83"/>
                    <a:pt x="101" y="83"/>
                  </a:cubicBezTo>
                  <a:cubicBezTo>
                    <a:pt x="101" y="83"/>
                    <a:pt x="101" y="81"/>
                    <a:pt x="102" y="81"/>
                  </a:cubicBezTo>
                  <a:cubicBezTo>
                    <a:pt x="102" y="80"/>
                    <a:pt x="102" y="81"/>
                    <a:pt x="102" y="81"/>
                  </a:cubicBezTo>
                  <a:cubicBezTo>
                    <a:pt x="103" y="81"/>
                    <a:pt x="102" y="80"/>
                    <a:pt x="103" y="80"/>
                  </a:cubicBezTo>
                  <a:cubicBezTo>
                    <a:pt x="103" y="80"/>
                    <a:pt x="104" y="79"/>
                    <a:pt x="104" y="80"/>
                  </a:cubicBezTo>
                  <a:cubicBezTo>
                    <a:pt x="105" y="80"/>
                    <a:pt x="105" y="79"/>
                    <a:pt x="105" y="78"/>
                  </a:cubicBezTo>
                  <a:cubicBezTo>
                    <a:pt x="105" y="78"/>
                    <a:pt x="106" y="77"/>
                    <a:pt x="107" y="77"/>
                  </a:cubicBezTo>
                  <a:cubicBezTo>
                    <a:pt x="107" y="77"/>
                    <a:pt x="107" y="76"/>
                    <a:pt x="107" y="76"/>
                  </a:cubicBezTo>
                  <a:cubicBezTo>
                    <a:pt x="108" y="77"/>
                    <a:pt x="109" y="76"/>
                    <a:pt x="110" y="77"/>
                  </a:cubicBezTo>
                  <a:cubicBezTo>
                    <a:pt x="110" y="77"/>
                    <a:pt x="110" y="77"/>
                    <a:pt x="110" y="77"/>
                  </a:cubicBezTo>
                  <a:close/>
                  <a:moveTo>
                    <a:pt x="17" y="25"/>
                  </a:moveTo>
                  <a:cubicBezTo>
                    <a:pt x="17" y="25"/>
                    <a:pt x="18" y="25"/>
                    <a:pt x="18" y="25"/>
                  </a:cubicBezTo>
                  <a:cubicBezTo>
                    <a:pt x="19" y="25"/>
                    <a:pt x="19" y="24"/>
                    <a:pt x="19" y="25"/>
                  </a:cubicBezTo>
                  <a:cubicBezTo>
                    <a:pt x="19" y="25"/>
                    <a:pt x="20" y="26"/>
                    <a:pt x="20" y="26"/>
                  </a:cubicBezTo>
                  <a:cubicBezTo>
                    <a:pt x="20" y="25"/>
                    <a:pt x="20" y="24"/>
                    <a:pt x="20" y="23"/>
                  </a:cubicBezTo>
                  <a:cubicBezTo>
                    <a:pt x="20" y="23"/>
                    <a:pt x="20" y="23"/>
                    <a:pt x="20" y="22"/>
                  </a:cubicBezTo>
                  <a:cubicBezTo>
                    <a:pt x="21" y="22"/>
                    <a:pt x="21" y="23"/>
                    <a:pt x="21" y="23"/>
                  </a:cubicBezTo>
                  <a:cubicBezTo>
                    <a:pt x="22" y="24"/>
                    <a:pt x="22" y="24"/>
                    <a:pt x="23" y="25"/>
                  </a:cubicBezTo>
                  <a:cubicBezTo>
                    <a:pt x="23" y="25"/>
                    <a:pt x="22" y="25"/>
                    <a:pt x="23" y="26"/>
                  </a:cubicBezTo>
                  <a:cubicBezTo>
                    <a:pt x="23" y="25"/>
                    <a:pt x="23" y="25"/>
                    <a:pt x="24" y="24"/>
                  </a:cubicBezTo>
                  <a:cubicBezTo>
                    <a:pt x="24" y="24"/>
                    <a:pt x="23" y="24"/>
                    <a:pt x="23" y="24"/>
                  </a:cubicBezTo>
                  <a:cubicBezTo>
                    <a:pt x="22" y="23"/>
                    <a:pt x="23" y="21"/>
                    <a:pt x="24" y="20"/>
                  </a:cubicBezTo>
                  <a:cubicBezTo>
                    <a:pt x="24" y="20"/>
                    <a:pt x="24" y="21"/>
                    <a:pt x="24" y="21"/>
                  </a:cubicBezTo>
                  <a:cubicBezTo>
                    <a:pt x="25" y="21"/>
                    <a:pt x="26" y="20"/>
                    <a:pt x="26" y="22"/>
                  </a:cubicBezTo>
                  <a:cubicBezTo>
                    <a:pt x="27" y="22"/>
                    <a:pt x="27" y="21"/>
                    <a:pt x="28" y="21"/>
                  </a:cubicBezTo>
                  <a:cubicBezTo>
                    <a:pt x="28" y="22"/>
                    <a:pt x="28" y="22"/>
                    <a:pt x="28" y="23"/>
                  </a:cubicBezTo>
                  <a:cubicBezTo>
                    <a:pt x="29" y="23"/>
                    <a:pt x="29" y="23"/>
                    <a:pt x="30" y="23"/>
                  </a:cubicBezTo>
                  <a:cubicBezTo>
                    <a:pt x="30" y="23"/>
                    <a:pt x="30" y="24"/>
                    <a:pt x="31" y="24"/>
                  </a:cubicBezTo>
                  <a:cubicBezTo>
                    <a:pt x="31" y="24"/>
                    <a:pt x="30" y="24"/>
                    <a:pt x="30" y="25"/>
                  </a:cubicBezTo>
                  <a:cubicBezTo>
                    <a:pt x="31" y="25"/>
                    <a:pt x="31" y="25"/>
                    <a:pt x="32" y="25"/>
                  </a:cubicBezTo>
                  <a:cubicBezTo>
                    <a:pt x="32" y="26"/>
                    <a:pt x="32" y="26"/>
                    <a:pt x="32" y="26"/>
                  </a:cubicBezTo>
                  <a:cubicBezTo>
                    <a:pt x="32" y="27"/>
                    <a:pt x="32" y="27"/>
                    <a:pt x="32" y="27"/>
                  </a:cubicBezTo>
                  <a:cubicBezTo>
                    <a:pt x="31" y="27"/>
                    <a:pt x="31" y="28"/>
                    <a:pt x="32" y="28"/>
                  </a:cubicBezTo>
                  <a:cubicBezTo>
                    <a:pt x="31" y="28"/>
                    <a:pt x="31" y="27"/>
                    <a:pt x="30" y="27"/>
                  </a:cubicBezTo>
                  <a:cubicBezTo>
                    <a:pt x="30" y="28"/>
                    <a:pt x="31" y="28"/>
                    <a:pt x="31" y="29"/>
                  </a:cubicBezTo>
                  <a:cubicBezTo>
                    <a:pt x="31" y="30"/>
                    <a:pt x="30" y="30"/>
                    <a:pt x="30" y="31"/>
                  </a:cubicBezTo>
                  <a:cubicBezTo>
                    <a:pt x="29" y="31"/>
                    <a:pt x="29" y="29"/>
                    <a:pt x="27" y="29"/>
                  </a:cubicBezTo>
                  <a:cubicBezTo>
                    <a:pt x="27" y="29"/>
                    <a:pt x="26" y="29"/>
                    <a:pt x="26" y="28"/>
                  </a:cubicBezTo>
                  <a:cubicBezTo>
                    <a:pt x="26" y="27"/>
                    <a:pt x="28" y="27"/>
                    <a:pt x="28" y="26"/>
                  </a:cubicBezTo>
                  <a:cubicBezTo>
                    <a:pt x="28" y="25"/>
                    <a:pt x="27" y="26"/>
                    <a:pt x="27" y="24"/>
                  </a:cubicBezTo>
                  <a:cubicBezTo>
                    <a:pt x="27" y="25"/>
                    <a:pt x="26" y="24"/>
                    <a:pt x="26" y="24"/>
                  </a:cubicBezTo>
                  <a:cubicBezTo>
                    <a:pt x="25" y="24"/>
                    <a:pt x="25" y="24"/>
                    <a:pt x="24" y="24"/>
                  </a:cubicBezTo>
                  <a:cubicBezTo>
                    <a:pt x="24" y="24"/>
                    <a:pt x="25" y="24"/>
                    <a:pt x="25" y="25"/>
                  </a:cubicBezTo>
                  <a:cubicBezTo>
                    <a:pt x="25" y="25"/>
                    <a:pt x="25" y="26"/>
                    <a:pt x="25" y="27"/>
                  </a:cubicBezTo>
                  <a:cubicBezTo>
                    <a:pt x="24" y="27"/>
                    <a:pt x="23" y="27"/>
                    <a:pt x="22" y="28"/>
                  </a:cubicBezTo>
                  <a:cubicBezTo>
                    <a:pt x="22" y="28"/>
                    <a:pt x="22" y="28"/>
                    <a:pt x="22" y="28"/>
                  </a:cubicBezTo>
                  <a:cubicBezTo>
                    <a:pt x="21" y="29"/>
                    <a:pt x="21" y="29"/>
                    <a:pt x="21" y="30"/>
                  </a:cubicBezTo>
                  <a:cubicBezTo>
                    <a:pt x="20" y="30"/>
                    <a:pt x="20" y="31"/>
                    <a:pt x="19" y="32"/>
                  </a:cubicBezTo>
                  <a:cubicBezTo>
                    <a:pt x="19" y="32"/>
                    <a:pt x="19" y="32"/>
                    <a:pt x="19" y="32"/>
                  </a:cubicBezTo>
                  <a:cubicBezTo>
                    <a:pt x="19" y="33"/>
                    <a:pt x="20" y="33"/>
                    <a:pt x="19" y="34"/>
                  </a:cubicBezTo>
                  <a:cubicBezTo>
                    <a:pt x="20" y="34"/>
                    <a:pt x="21" y="35"/>
                    <a:pt x="21" y="35"/>
                  </a:cubicBezTo>
                  <a:cubicBezTo>
                    <a:pt x="22" y="35"/>
                    <a:pt x="22" y="35"/>
                    <a:pt x="22" y="35"/>
                  </a:cubicBezTo>
                  <a:cubicBezTo>
                    <a:pt x="23" y="35"/>
                    <a:pt x="23" y="35"/>
                    <a:pt x="23" y="35"/>
                  </a:cubicBezTo>
                  <a:cubicBezTo>
                    <a:pt x="23" y="36"/>
                    <a:pt x="23" y="37"/>
                    <a:pt x="24" y="38"/>
                  </a:cubicBezTo>
                  <a:cubicBezTo>
                    <a:pt x="24" y="37"/>
                    <a:pt x="24" y="36"/>
                    <a:pt x="24" y="35"/>
                  </a:cubicBezTo>
                  <a:cubicBezTo>
                    <a:pt x="24" y="35"/>
                    <a:pt x="24" y="35"/>
                    <a:pt x="24" y="35"/>
                  </a:cubicBezTo>
                  <a:cubicBezTo>
                    <a:pt x="24" y="34"/>
                    <a:pt x="25" y="35"/>
                    <a:pt x="25" y="35"/>
                  </a:cubicBezTo>
                  <a:cubicBezTo>
                    <a:pt x="25" y="33"/>
                    <a:pt x="25" y="32"/>
                    <a:pt x="25" y="30"/>
                  </a:cubicBezTo>
                  <a:cubicBezTo>
                    <a:pt x="26" y="30"/>
                    <a:pt x="26" y="30"/>
                    <a:pt x="26" y="30"/>
                  </a:cubicBezTo>
                  <a:cubicBezTo>
                    <a:pt x="26" y="30"/>
                    <a:pt x="26" y="30"/>
                    <a:pt x="27" y="30"/>
                  </a:cubicBezTo>
                  <a:cubicBezTo>
                    <a:pt x="28" y="30"/>
                    <a:pt x="28" y="31"/>
                    <a:pt x="28" y="31"/>
                  </a:cubicBezTo>
                  <a:cubicBezTo>
                    <a:pt x="28" y="31"/>
                    <a:pt x="28" y="32"/>
                    <a:pt x="28" y="33"/>
                  </a:cubicBezTo>
                  <a:cubicBezTo>
                    <a:pt x="29" y="33"/>
                    <a:pt x="29" y="33"/>
                    <a:pt x="30" y="33"/>
                  </a:cubicBezTo>
                  <a:cubicBezTo>
                    <a:pt x="30" y="33"/>
                    <a:pt x="30" y="32"/>
                    <a:pt x="30" y="32"/>
                  </a:cubicBezTo>
                  <a:cubicBezTo>
                    <a:pt x="31" y="32"/>
                    <a:pt x="31" y="33"/>
                    <a:pt x="31" y="34"/>
                  </a:cubicBezTo>
                  <a:cubicBezTo>
                    <a:pt x="31" y="34"/>
                    <a:pt x="31" y="35"/>
                    <a:pt x="31" y="35"/>
                  </a:cubicBezTo>
                  <a:cubicBezTo>
                    <a:pt x="31" y="36"/>
                    <a:pt x="32" y="36"/>
                    <a:pt x="32" y="37"/>
                  </a:cubicBezTo>
                  <a:cubicBezTo>
                    <a:pt x="33" y="37"/>
                    <a:pt x="33" y="36"/>
                    <a:pt x="33" y="37"/>
                  </a:cubicBezTo>
                  <a:cubicBezTo>
                    <a:pt x="33" y="38"/>
                    <a:pt x="33" y="38"/>
                    <a:pt x="33" y="39"/>
                  </a:cubicBezTo>
                  <a:cubicBezTo>
                    <a:pt x="33" y="40"/>
                    <a:pt x="33" y="41"/>
                    <a:pt x="34" y="41"/>
                  </a:cubicBezTo>
                  <a:cubicBezTo>
                    <a:pt x="34" y="41"/>
                    <a:pt x="34" y="42"/>
                    <a:pt x="34" y="42"/>
                  </a:cubicBezTo>
                  <a:cubicBezTo>
                    <a:pt x="34" y="42"/>
                    <a:pt x="33" y="42"/>
                    <a:pt x="33" y="42"/>
                  </a:cubicBezTo>
                  <a:cubicBezTo>
                    <a:pt x="33" y="42"/>
                    <a:pt x="33" y="42"/>
                    <a:pt x="33" y="41"/>
                  </a:cubicBezTo>
                  <a:cubicBezTo>
                    <a:pt x="32" y="41"/>
                    <a:pt x="32" y="42"/>
                    <a:pt x="31" y="42"/>
                  </a:cubicBezTo>
                  <a:cubicBezTo>
                    <a:pt x="32" y="40"/>
                    <a:pt x="32" y="40"/>
                    <a:pt x="33" y="39"/>
                  </a:cubicBezTo>
                  <a:cubicBezTo>
                    <a:pt x="32" y="38"/>
                    <a:pt x="31" y="40"/>
                    <a:pt x="30" y="39"/>
                  </a:cubicBezTo>
                  <a:cubicBezTo>
                    <a:pt x="30" y="40"/>
                    <a:pt x="31" y="40"/>
                    <a:pt x="30" y="40"/>
                  </a:cubicBezTo>
                  <a:cubicBezTo>
                    <a:pt x="30" y="41"/>
                    <a:pt x="29" y="41"/>
                    <a:pt x="29" y="41"/>
                  </a:cubicBezTo>
                  <a:cubicBezTo>
                    <a:pt x="29" y="42"/>
                    <a:pt x="30" y="42"/>
                    <a:pt x="31" y="42"/>
                  </a:cubicBezTo>
                  <a:cubicBezTo>
                    <a:pt x="30" y="43"/>
                    <a:pt x="29" y="43"/>
                    <a:pt x="29" y="43"/>
                  </a:cubicBezTo>
                  <a:cubicBezTo>
                    <a:pt x="29" y="43"/>
                    <a:pt x="29" y="43"/>
                    <a:pt x="29" y="43"/>
                  </a:cubicBezTo>
                  <a:cubicBezTo>
                    <a:pt x="28" y="43"/>
                    <a:pt x="27" y="43"/>
                    <a:pt x="26" y="44"/>
                  </a:cubicBezTo>
                  <a:cubicBezTo>
                    <a:pt x="26" y="45"/>
                    <a:pt x="27" y="44"/>
                    <a:pt x="27" y="45"/>
                  </a:cubicBezTo>
                  <a:cubicBezTo>
                    <a:pt x="26" y="45"/>
                    <a:pt x="26" y="46"/>
                    <a:pt x="25" y="46"/>
                  </a:cubicBezTo>
                  <a:cubicBezTo>
                    <a:pt x="25" y="47"/>
                    <a:pt x="24" y="47"/>
                    <a:pt x="25" y="48"/>
                  </a:cubicBezTo>
                  <a:cubicBezTo>
                    <a:pt x="24" y="48"/>
                    <a:pt x="24" y="49"/>
                    <a:pt x="24" y="49"/>
                  </a:cubicBezTo>
                  <a:cubicBezTo>
                    <a:pt x="24" y="49"/>
                    <a:pt x="24" y="49"/>
                    <a:pt x="24" y="50"/>
                  </a:cubicBezTo>
                  <a:cubicBezTo>
                    <a:pt x="23" y="50"/>
                    <a:pt x="22" y="51"/>
                    <a:pt x="21" y="52"/>
                  </a:cubicBezTo>
                  <a:cubicBezTo>
                    <a:pt x="21" y="53"/>
                    <a:pt x="22" y="53"/>
                    <a:pt x="22" y="53"/>
                  </a:cubicBezTo>
                  <a:cubicBezTo>
                    <a:pt x="22" y="54"/>
                    <a:pt x="22" y="54"/>
                    <a:pt x="22" y="55"/>
                  </a:cubicBezTo>
                  <a:cubicBezTo>
                    <a:pt x="21" y="55"/>
                    <a:pt x="21" y="55"/>
                    <a:pt x="21" y="54"/>
                  </a:cubicBezTo>
                  <a:cubicBezTo>
                    <a:pt x="21" y="53"/>
                    <a:pt x="19" y="53"/>
                    <a:pt x="19" y="53"/>
                  </a:cubicBezTo>
                  <a:cubicBezTo>
                    <a:pt x="18" y="53"/>
                    <a:pt x="18" y="53"/>
                    <a:pt x="18" y="54"/>
                  </a:cubicBezTo>
                  <a:cubicBezTo>
                    <a:pt x="17" y="54"/>
                    <a:pt x="17" y="53"/>
                    <a:pt x="16" y="53"/>
                  </a:cubicBezTo>
                  <a:cubicBezTo>
                    <a:pt x="16" y="53"/>
                    <a:pt x="15" y="54"/>
                    <a:pt x="15" y="54"/>
                  </a:cubicBezTo>
                  <a:cubicBezTo>
                    <a:pt x="15" y="55"/>
                    <a:pt x="14" y="59"/>
                    <a:pt x="16" y="59"/>
                  </a:cubicBezTo>
                  <a:cubicBezTo>
                    <a:pt x="17" y="59"/>
                    <a:pt x="16" y="58"/>
                    <a:pt x="17" y="57"/>
                  </a:cubicBezTo>
                  <a:cubicBezTo>
                    <a:pt x="18" y="58"/>
                    <a:pt x="18" y="58"/>
                    <a:pt x="19" y="57"/>
                  </a:cubicBezTo>
                  <a:cubicBezTo>
                    <a:pt x="19" y="59"/>
                    <a:pt x="18" y="59"/>
                    <a:pt x="18" y="60"/>
                  </a:cubicBezTo>
                  <a:cubicBezTo>
                    <a:pt x="19" y="61"/>
                    <a:pt x="20" y="60"/>
                    <a:pt x="20" y="61"/>
                  </a:cubicBezTo>
                  <a:cubicBezTo>
                    <a:pt x="20" y="62"/>
                    <a:pt x="20" y="63"/>
                    <a:pt x="20" y="64"/>
                  </a:cubicBezTo>
                  <a:cubicBezTo>
                    <a:pt x="21" y="64"/>
                    <a:pt x="21" y="64"/>
                    <a:pt x="21" y="64"/>
                  </a:cubicBezTo>
                  <a:cubicBezTo>
                    <a:pt x="22" y="64"/>
                    <a:pt x="22" y="64"/>
                    <a:pt x="22" y="65"/>
                  </a:cubicBezTo>
                  <a:cubicBezTo>
                    <a:pt x="23" y="64"/>
                    <a:pt x="23" y="64"/>
                    <a:pt x="24" y="63"/>
                  </a:cubicBezTo>
                  <a:cubicBezTo>
                    <a:pt x="24" y="63"/>
                    <a:pt x="24" y="62"/>
                    <a:pt x="24" y="62"/>
                  </a:cubicBezTo>
                  <a:cubicBezTo>
                    <a:pt x="25" y="62"/>
                    <a:pt x="25" y="63"/>
                    <a:pt x="25" y="63"/>
                  </a:cubicBezTo>
                  <a:cubicBezTo>
                    <a:pt x="26" y="63"/>
                    <a:pt x="26" y="62"/>
                    <a:pt x="26" y="62"/>
                  </a:cubicBezTo>
                  <a:cubicBezTo>
                    <a:pt x="26" y="63"/>
                    <a:pt x="27" y="63"/>
                    <a:pt x="27" y="64"/>
                  </a:cubicBezTo>
                  <a:cubicBezTo>
                    <a:pt x="28" y="64"/>
                    <a:pt x="28" y="64"/>
                    <a:pt x="28" y="64"/>
                  </a:cubicBezTo>
                  <a:cubicBezTo>
                    <a:pt x="29" y="64"/>
                    <a:pt x="30" y="64"/>
                    <a:pt x="30" y="65"/>
                  </a:cubicBezTo>
                  <a:cubicBezTo>
                    <a:pt x="31" y="66"/>
                    <a:pt x="31" y="66"/>
                    <a:pt x="32" y="67"/>
                  </a:cubicBezTo>
                  <a:cubicBezTo>
                    <a:pt x="33" y="66"/>
                    <a:pt x="34" y="68"/>
                    <a:pt x="34" y="69"/>
                  </a:cubicBezTo>
                  <a:cubicBezTo>
                    <a:pt x="34" y="70"/>
                    <a:pt x="34" y="70"/>
                    <a:pt x="35" y="70"/>
                  </a:cubicBezTo>
                  <a:cubicBezTo>
                    <a:pt x="35" y="71"/>
                    <a:pt x="36" y="70"/>
                    <a:pt x="36" y="71"/>
                  </a:cubicBezTo>
                  <a:cubicBezTo>
                    <a:pt x="37" y="71"/>
                    <a:pt x="37" y="71"/>
                    <a:pt x="38" y="71"/>
                  </a:cubicBezTo>
                  <a:cubicBezTo>
                    <a:pt x="38" y="71"/>
                    <a:pt x="39" y="71"/>
                    <a:pt x="39" y="72"/>
                  </a:cubicBezTo>
                  <a:cubicBezTo>
                    <a:pt x="40" y="72"/>
                    <a:pt x="40" y="72"/>
                    <a:pt x="40" y="72"/>
                  </a:cubicBezTo>
                  <a:cubicBezTo>
                    <a:pt x="40" y="73"/>
                    <a:pt x="41" y="73"/>
                    <a:pt x="41" y="74"/>
                  </a:cubicBezTo>
                  <a:cubicBezTo>
                    <a:pt x="41" y="74"/>
                    <a:pt x="40" y="74"/>
                    <a:pt x="40" y="75"/>
                  </a:cubicBezTo>
                  <a:cubicBezTo>
                    <a:pt x="40" y="75"/>
                    <a:pt x="40" y="76"/>
                    <a:pt x="40" y="76"/>
                  </a:cubicBezTo>
                  <a:cubicBezTo>
                    <a:pt x="40" y="77"/>
                    <a:pt x="39" y="77"/>
                    <a:pt x="39" y="78"/>
                  </a:cubicBezTo>
                  <a:cubicBezTo>
                    <a:pt x="39" y="78"/>
                    <a:pt x="39" y="78"/>
                    <a:pt x="39" y="78"/>
                  </a:cubicBezTo>
                  <a:cubicBezTo>
                    <a:pt x="39" y="79"/>
                    <a:pt x="38" y="79"/>
                    <a:pt x="38" y="79"/>
                  </a:cubicBezTo>
                  <a:cubicBezTo>
                    <a:pt x="39" y="81"/>
                    <a:pt x="38" y="82"/>
                    <a:pt x="38" y="83"/>
                  </a:cubicBezTo>
                  <a:cubicBezTo>
                    <a:pt x="37" y="83"/>
                    <a:pt x="37" y="83"/>
                    <a:pt x="36" y="84"/>
                  </a:cubicBezTo>
                  <a:cubicBezTo>
                    <a:pt x="36" y="84"/>
                    <a:pt x="36" y="85"/>
                    <a:pt x="35" y="85"/>
                  </a:cubicBezTo>
                  <a:cubicBezTo>
                    <a:pt x="35" y="86"/>
                    <a:pt x="35" y="86"/>
                    <a:pt x="35" y="87"/>
                  </a:cubicBezTo>
                  <a:cubicBezTo>
                    <a:pt x="35" y="87"/>
                    <a:pt x="34" y="87"/>
                    <a:pt x="34" y="89"/>
                  </a:cubicBezTo>
                  <a:cubicBezTo>
                    <a:pt x="34" y="89"/>
                    <a:pt x="34" y="89"/>
                    <a:pt x="34" y="90"/>
                  </a:cubicBezTo>
                  <a:cubicBezTo>
                    <a:pt x="33" y="90"/>
                    <a:pt x="33" y="90"/>
                    <a:pt x="33" y="90"/>
                  </a:cubicBezTo>
                  <a:cubicBezTo>
                    <a:pt x="33" y="90"/>
                    <a:pt x="32" y="90"/>
                    <a:pt x="32" y="90"/>
                  </a:cubicBezTo>
                  <a:cubicBezTo>
                    <a:pt x="32" y="91"/>
                    <a:pt x="32" y="91"/>
                    <a:pt x="32" y="92"/>
                  </a:cubicBezTo>
                  <a:cubicBezTo>
                    <a:pt x="31" y="92"/>
                    <a:pt x="31" y="93"/>
                    <a:pt x="30" y="93"/>
                  </a:cubicBezTo>
                  <a:cubicBezTo>
                    <a:pt x="30" y="94"/>
                    <a:pt x="30" y="95"/>
                    <a:pt x="29" y="94"/>
                  </a:cubicBezTo>
                  <a:cubicBezTo>
                    <a:pt x="30" y="95"/>
                    <a:pt x="29" y="97"/>
                    <a:pt x="29" y="97"/>
                  </a:cubicBezTo>
                  <a:cubicBezTo>
                    <a:pt x="29" y="98"/>
                    <a:pt x="29" y="98"/>
                    <a:pt x="29" y="99"/>
                  </a:cubicBezTo>
                  <a:cubicBezTo>
                    <a:pt x="29" y="99"/>
                    <a:pt x="29" y="99"/>
                    <a:pt x="28" y="99"/>
                  </a:cubicBezTo>
                  <a:cubicBezTo>
                    <a:pt x="28" y="100"/>
                    <a:pt x="28" y="100"/>
                    <a:pt x="28" y="101"/>
                  </a:cubicBezTo>
                  <a:cubicBezTo>
                    <a:pt x="28" y="102"/>
                    <a:pt x="29" y="102"/>
                    <a:pt x="28" y="102"/>
                  </a:cubicBezTo>
                  <a:cubicBezTo>
                    <a:pt x="29" y="103"/>
                    <a:pt x="29" y="103"/>
                    <a:pt x="30" y="103"/>
                  </a:cubicBezTo>
                  <a:cubicBezTo>
                    <a:pt x="29" y="104"/>
                    <a:pt x="28" y="104"/>
                    <a:pt x="28" y="104"/>
                  </a:cubicBezTo>
                  <a:cubicBezTo>
                    <a:pt x="27" y="103"/>
                    <a:pt x="27" y="103"/>
                    <a:pt x="27" y="103"/>
                  </a:cubicBezTo>
                  <a:cubicBezTo>
                    <a:pt x="27" y="103"/>
                    <a:pt x="27" y="103"/>
                    <a:pt x="26" y="103"/>
                  </a:cubicBezTo>
                  <a:cubicBezTo>
                    <a:pt x="27" y="103"/>
                    <a:pt x="26" y="103"/>
                    <a:pt x="26" y="102"/>
                  </a:cubicBezTo>
                  <a:cubicBezTo>
                    <a:pt x="26" y="102"/>
                    <a:pt x="26" y="101"/>
                    <a:pt x="25" y="100"/>
                  </a:cubicBezTo>
                  <a:cubicBezTo>
                    <a:pt x="26" y="99"/>
                    <a:pt x="25" y="98"/>
                    <a:pt x="25" y="97"/>
                  </a:cubicBezTo>
                  <a:cubicBezTo>
                    <a:pt x="25" y="96"/>
                    <a:pt x="25" y="96"/>
                    <a:pt x="25" y="95"/>
                  </a:cubicBezTo>
                  <a:cubicBezTo>
                    <a:pt x="25" y="94"/>
                    <a:pt x="24" y="95"/>
                    <a:pt x="25" y="94"/>
                  </a:cubicBezTo>
                  <a:cubicBezTo>
                    <a:pt x="25" y="94"/>
                    <a:pt x="26" y="94"/>
                    <a:pt x="26" y="93"/>
                  </a:cubicBezTo>
                  <a:cubicBezTo>
                    <a:pt x="25" y="92"/>
                    <a:pt x="25" y="93"/>
                    <a:pt x="25" y="92"/>
                  </a:cubicBezTo>
                  <a:cubicBezTo>
                    <a:pt x="25" y="91"/>
                    <a:pt x="25" y="89"/>
                    <a:pt x="26" y="88"/>
                  </a:cubicBezTo>
                  <a:cubicBezTo>
                    <a:pt x="26" y="87"/>
                    <a:pt x="25" y="86"/>
                    <a:pt x="26" y="85"/>
                  </a:cubicBezTo>
                  <a:cubicBezTo>
                    <a:pt x="26" y="84"/>
                    <a:pt x="25" y="84"/>
                    <a:pt x="25" y="84"/>
                  </a:cubicBezTo>
                  <a:cubicBezTo>
                    <a:pt x="25" y="84"/>
                    <a:pt x="25" y="83"/>
                    <a:pt x="26" y="83"/>
                  </a:cubicBezTo>
                  <a:cubicBezTo>
                    <a:pt x="26" y="81"/>
                    <a:pt x="25" y="81"/>
                    <a:pt x="25" y="80"/>
                  </a:cubicBezTo>
                  <a:cubicBezTo>
                    <a:pt x="24" y="80"/>
                    <a:pt x="23" y="78"/>
                    <a:pt x="23" y="78"/>
                  </a:cubicBezTo>
                  <a:cubicBezTo>
                    <a:pt x="23" y="77"/>
                    <a:pt x="23" y="77"/>
                    <a:pt x="23" y="77"/>
                  </a:cubicBezTo>
                  <a:cubicBezTo>
                    <a:pt x="22" y="76"/>
                    <a:pt x="21" y="76"/>
                    <a:pt x="21" y="74"/>
                  </a:cubicBezTo>
                  <a:cubicBezTo>
                    <a:pt x="22" y="74"/>
                    <a:pt x="22" y="74"/>
                    <a:pt x="22" y="74"/>
                  </a:cubicBezTo>
                  <a:cubicBezTo>
                    <a:pt x="22" y="73"/>
                    <a:pt x="21" y="73"/>
                    <a:pt x="21" y="73"/>
                  </a:cubicBezTo>
                  <a:cubicBezTo>
                    <a:pt x="22" y="72"/>
                    <a:pt x="21" y="71"/>
                    <a:pt x="21" y="70"/>
                  </a:cubicBezTo>
                  <a:cubicBezTo>
                    <a:pt x="21" y="69"/>
                    <a:pt x="22" y="69"/>
                    <a:pt x="22" y="68"/>
                  </a:cubicBezTo>
                  <a:cubicBezTo>
                    <a:pt x="21" y="67"/>
                    <a:pt x="22" y="67"/>
                    <a:pt x="22" y="67"/>
                  </a:cubicBezTo>
                  <a:cubicBezTo>
                    <a:pt x="22" y="66"/>
                    <a:pt x="21" y="66"/>
                    <a:pt x="21" y="65"/>
                  </a:cubicBezTo>
                  <a:cubicBezTo>
                    <a:pt x="21" y="65"/>
                    <a:pt x="21" y="66"/>
                    <a:pt x="21" y="66"/>
                  </a:cubicBezTo>
                  <a:cubicBezTo>
                    <a:pt x="20" y="66"/>
                    <a:pt x="20" y="64"/>
                    <a:pt x="19" y="64"/>
                  </a:cubicBezTo>
                  <a:cubicBezTo>
                    <a:pt x="19" y="64"/>
                    <a:pt x="19" y="64"/>
                    <a:pt x="19" y="64"/>
                  </a:cubicBezTo>
                  <a:cubicBezTo>
                    <a:pt x="18" y="63"/>
                    <a:pt x="18" y="63"/>
                    <a:pt x="18" y="63"/>
                  </a:cubicBezTo>
                  <a:cubicBezTo>
                    <a:pt x="17" y="63"/>
                    <a:pt x="17" y="62"/>
                    <a:pt x="16" y="62"/>
                  </a:cubicBezTo>
                  <a:cubicBezTo>
                    <a:pt x="16" y="62"/>
                    <a:pt x="16" y="62"/>
                    <a:pt x="16" y="61"/>
                  </a:cubicBezTo>
                  <a:cubicBezTo>
                    <a:pt x="14" y="61"/>
                    <a:pt x="13" y="60"/>
                    <a:pt x="11" y="60"/>
                  </a:cubicBezTo>
                  <a:cubicBezTo>
                    <a:pt x="11" y="59"/>
                    <a:pt x="11" y="58"/>
                    <a:pt x="11" y="57"/>
                  </a:cubicBezTo>
                  <a:cubicBezTo>
                    <a:pt x="10" y="56"/>
                    <a:pt x="10" y="56"/>
                    <a:pt x="9" y="55"/>
                  </a:cubicBezTo>
                  <a:cubicBezTo>
                    <a:pt x="9" y="55"/>
                    <a:pt x="9" y="54"/>
                    <a:pt x="9" y="54"/>
                  </a:cubicBezTo>
                  <a:cubicBezTo>
                    <a:pt x="9" y="56"/>
                    <a:pt x="9" y="55"/>
                    <a:pt x="9" y="56"/>
                  </a:cubicBezTo>
                  <a:cubicBezTo>
                    <a:pt x="9" y="56"/>
                    <a:pt x="9" y="56"/>
                    <a:pt x="8" y="56"/>
                  </a:cubicBezTo>
                  <a:cubicBezTo>
                    <a:pt x="8" y="55"/>
                    <a:pt x="8" y="54"/>
                    <a:pt x="7" y="54"/>
                  </a:cubicBezTo>
                  <a:cubicBezTo>
                    <a:pt x="7" y="54"/>
                    <a:pt x="7" y="53"/>
                    <a:pt x="7" y="53"/>
                  </a:cubicBezTo>
                  <a:cubicBezTo>
                    <a:pt x="7" y="53"/>
                    <a:pt x="7" y="51"/>
                    <a:pt x="6" y="50"/>
                  </a:cubicBezTo>
                  <a:cubicBezTo>
                    <a:pt x="6" y="50"/>
                    <a:pt x="6" y="50"/>
                    <a:pt x="6" y="50"/>
                  </a:cubicBezTo>
                  <a:cubicBezTo>
                    <a:pt x="7" y="41"/>
                    <a:pt x="11" y="32"/>
                    <a:pt x="17" y="25"/>
                  </a:cubicBezTo>
                  <a:close/>
                  <a:moveTo>
                    <a:pt x="24" y="18"/>
                  </a:moveTo>
                  <a:cubicBezTo>
                    <a:pt x="27" y="16"/>
                    <a:pt x="30" y="14"/>
                    <a:pt x="34" y="12"/>
                  </a:cubicBezTo>
                  <a:cubicBezTo>
                    <a:pt x="34" y="12"/>
                    <a:pt x="34" y="12"/>
                    <a:pt x="34" y="12"/>
                  </a:cubicBezTo>
                  <a:cubicBezTo>
                    <a:pt x="34" y="13"/>
                    <a:pt x="33" y="13"/>
                    <a:pt x="32" y="13"/>
                  </a:cubicBezTo>
                  <a:cubicBezTo>
                    <a:pt x="32" y="13"/>
                    <a:pt x="32" y="14"/>
                    <a:pt x="32" y="14"/>
                  </a:cubicBezTo>
                  <a:cubicBezTo>
                    <a:pt x="31" y="14"/>
                    <a:pt x="31" y="15"/>
                    <a:pt x="31" y="15"/>
                  </a:cubicBezTo>
                  <a:cubicBezTo>
                    <a:pt x="30" y="15"/>
                    <a:pt x="30" y="16"/>
                    <a:pt x="29" y="16"/>
                  </a:cubicBezTo>
                  <a:cubicBezTo>
                    <a:pt x="29" y="17"/>
                    <a:pt x="28" y="17"/>
                    <a:pt x="28" y="18"/>
                  </a:cubicBezTo>
                  <a:cubicBezTo>
                    <a:pt x="27" y="18"/>
                    <a:pt x="27" y="18"/>
                    <a:pt x="26" y="18"/>
                  </a:cubicBezTo>
                  <a:cubicBezTo>
                    <a:pt x="26" y="19"/>
                    <a:pt x="27" y="18"/>
                    <a:pt x="27" y="19"/>
                  </a:cubicBezTo>
                  <a:cubicBezTo>
                    <a:pt x="27" y="19"/>
                    <a:pt x="27" y="19"/>
                    <a:pt x="26" y="19"/>
                  </a:cubicBezTo>
                  <a:cubicBezTo>
                    <a:pt x="26" y="21"/>
                    <a:pt x="24" y="20"/>
                    <a:pt x="23" y="20"/>
                  </a:cubicBezTo>
                  <a:cubicBezTo>
                    <a:pt x="23" y="20"/>
                    <a:pt x="23" y="20"/>
                    <a:pt x="23" y="20"/>
                  </a:cubicBezTo>
                  <a:cubicBezTo>
                    <a:pt x="23" y="19"/>
                    <a:pt x="23" y="19"/>
                    <a:pt x="23" y="19"/>
                  </a:cubicBezTo>
                  <a:cubicBezTo>
                    <a:pt x="24" y="19"/>
                    <a:pt x="24" y="19"/>
                    <a:pt x="25" y="19"/>
                  </a:cubicBezTo>
                  <a:cubicBezTo>
                    <a:pt x="25" y="19"/>
                    <a:pt x="24" y="18"/>
                    <a:pt x="24" y="18"/>
                  </a:cubicBezTo>
                  <a:close/>
                  <a:moveTo>
                    <a:pt x="107" y="35"/>
                  </a:moveTo>
                  <a:cubicBezTo>
                    <a:pt x="107" y="35"/>
                    <a:pt x="106" y="35"/>
                    <a:pt x="106" y="36"/>
                  </a:cubicBezTo>
                  <a:cubicBezTo>
                    <a:pt x="106" y="37"/>
                    <a:pt x="107" y="36"/>
                    <a:pt x="107" y="36"/>
                  </a:cubicBezTo>
                  <a:cubicBezTo>
                    <a:pt x="108" y="36"/>
                    <a:pt x="108" y="37"/>
                    <a:pt x="108" y="38"/>
                  </a:cubicBezTo>
                  <a:cubicBezTo>
                    <a:pt x="108" y="39"/>
                    <a:pt x="109" y="40"/>
                    <a:pt x="108" y="41"/>
                  </a:cubicBezTo>
                  <a:cubicBezTo>
                    <a:pt x="108" y="42"/>
                    <a:pt x="107" y="43"/>
                    <a:pt x="107" y="44"/>
                  </a:cubicBezTo>
                  <a:cubicBezTo>
                    <a:pt x="106" y="44"/>
                    <a:pt x="106" y="44"/>
                    <a:pt x="106" y="45"/>
                  </a:cubicBezTo>
                  <a:cubicBezTo>
                    <a:pt x="105" y="46"/>
                    <a:pt x="106" y="49"/>
                    <a:pt x="105" y="50"/>
                  </a:cubicBezTo>
                  <a:cubicBezTo>
                    <a:pt x="104" y="49"/>
                    <a:pt x="104" y="49"/>
                    <a:pt x="104" y="48"/>
                  </a:cubicBezTo>
                  <a:cubicBezTo>
                    <a:pt x="104" y="47"/>
                    <a:pt x="103" y="47"/>
                    <a:pt x="103" y="46"/>
                  </a:cubicBezTo>
                  <a:cubicBezTo>
                    <a:pt x="102" y="46"/>
                    <a:pt x="103" y="47"/>
                    <a:pt x="103" y="48"/>
                  </a:cubicBezTo>
                  <a:cubicBezTo>
                    <a:pt x="103" y="48"/>
                    <a:pt x="102" y="48"/>
                    <a:pt x="102" y="48"/>
                  </a:cubicBezTo>
                  <a:cubicBezTo>
                    <a:pt x="102" y="49"/>
                    <a:pt x="102" y="49"/>
                    <a:pt x="102" y="49"/>
                  </a:cubicBezTo>
                  <a:cubicBezTo>
                    <a:pt x="102" y="50"/>
                    <a:pt x="102" y="50"/>
                    <a:pt x="103" y="50"/>
                  </a:cubicBezTo>
                  <a:cubicBezTo>
                    <a:pt x="103" y="51"/>
                    <a:pt x="103" y="51"/>
                    <a:pt x="103" y="51"/>
                  </a:cubicBezTo>
                  <a:cubicBezTo>
                    <a:pt x="103" y="52"/>
                    <a:pt x="103" y="54"/>
                    <a:pt x="103" y="54"/>
                  </a:cubicBezTo>
                  <a:cubicBezTo>
                    <a:pt x="102" y="54"/>
                    <a:pt x="102" y="55"/>
                    <a:pt x="102" y="55"/>
                  </a:cubicBezTo>
                  <a:cubicBezTo>
                    <a:pt x="102" y="56"/>
                    <a:pt x="101" y="57"/>
                    <a:pt x="100" y="58"/>
                  </a:cubicBezTo>
                  <a:cubicBezTo>
                    <a:pt x="100" y="58"/>
                    <a:pt x="99" y="58"/>
                    <a:pt x="98" y="59"/>
                  </a:cubicBezTo>
                  <a:cubicBezTo>
                    <a:pt x="99" y="59"/>
                    <a:pt x="99" y="59"/>
                    <a:pt x="99" y="59"/>
                  </a:cubicBezTo>
                  <a:cubicBezTo>
                    <a:pt x="99" y="59"/>
                    <a:pt x="99" y="60"/>
                    <a:pt x="98" y="60"/>
                  </a:cubicBezTo>
                  <a:cubicBezTo>
                    <a:pt x="99" y="63"/>
                    <a:pt x="98" y="65"/>
                    <a:pt x="97" y="65"/>
                  </a:cubicBezTo>
                  <a:cubicBezTo>
                    <a:pt x="97" y="64"/>
                    <a:pt x="96" y="64"/>
                    <a:pt x="96" y="64"/>
                  </a:cubicBezTo>
                  <a:cubicBezTo>
                    <a:pt x="96" y="64"/>
                    <a:pt x="95" y="63"/>
                    <a:pt x="95" y="62"/>
                  </a:cubicBezTo>
                  <a:cubicBezTo>
                    <a:pt x="94" y="63"/>
                    <a:pt x="95" y="64"/>
                    <a:pt x="95" y="64"/>
                  </a:cubicBezTo>
                  <a:cubicBezTo>
                    <a:pt x="95" y="65"/>
                    <a:pt x="95" y="65"/>
                    <a:pt x="96" y="66"/>
                  </a:cubicBezTo>
                  <a:cubicBezTo>
                    <a:pt x="96" y="67"/>
                    <a:pt x="97" y="67"/>
                    <a:pt x="97" y="69"/>
                  </a:cubicBezTo>
                  <a:cubicBezTo>
                    <a:pt x="96" y="68"/>
                    <a:pt x="95" y="67"/>
                    <a:pt x="94" y="66"/>
                  </a:cubicBezTo>
                  <a:cubicBezTo>
                    <a:pt x="94" y="65"/>
                    <a:pt x="94" y="65"/>
                    <a:pt x="94" y="65"/>
                  </a:cubicBezTo>
                  <a:cubicBezTo>
                    <a:pt x="93" y="64"/>
                    <a:pt x="94" y="64"/>
                    <a:pt x="94" y="64"/>
                  </a:cubicBezTo>
                  <a:cubicBezTo>
                    <a:pt x="94" y="63"/>
                    <a:pt x="94" y="62"/>
                    <a:pt x="93" y="62"/>
                  </a:cubicBezTo>
                  <a:cubicBezTo>
                    <a:pt x="93" y="62"/>
                    <a:pt x="93" y="61"/>
                    <a:pt x="93" y="61"/>
                  </a:cubicBezTo>
                  <a:cubicBezTo>
                    <a:pt x="93" y="60"/>
                    <a:pt x="92" y="61"/>
                    <a:pt x="91" y="60"/>
                  </a:cubicBezTo>
                  <a:cubicBezTo>
                    <a:pt x="91" y="60"/>
                    <a:pt x="92" y="60"/>
                    <a:pt x="92" y="59"/>
                  </a:cubicBezTo>
                  <a:cubicBezTo>
                    <a:pt x="91" y="59"/>
                    <a:pt x="91" y="58"/>
                    <a:pt x="91" y="57"/>
                  </a:cubicBezTo>
                  <a:cubicBezTo>
                    <a:pt x="90" y="58"/>
                    <a:pt x="89" y="58"/>
                    <a:pt x="89" y="58"/>
                  </a:cubicBezTo>
                  <a:cubicBezTo>
                    <a:pt x="89" y="59"/>
                    <a:pt x="88" y="59"/>
                    <a:pt x="88" y="60"/>
                  </a:cubicBezTo>
                  <a:cubicBezTo>
                    <a:pt x="87" y="60"/>
                    <a:pt x="88" y="61"/>
                    <a:pt x="87" y="60"/>
                  </a:cubicBezTo>
                  <a:cubicBezTo>
                    <a:pt x="87" y="61"/>
                    <a:pt x="87" y="61"/>
                    <a:pt x="87" y="61"/>
                  </a:cubicBezTo>
                  <a:cubicBezTo>
                    <a:pt x="87" y="61"/>
                    <a:pt x="87" y="61"/>
                    <a:pt x="86" y="61"/>
                  </a:cubicBezTo>
                  <a:cubicBezTo>
                    <a:pt x="87" y="63"/>
                    <a:pt x="86" y="64"/>
                    <a:pt x="86" y="65"/>
                  </a:cubicBezTo>
                  <a:cubicBezTo>
                    <a:pt x="85" y="65"/>
                    <a:pt x="85" y="65"/>
                    <a:pt x="84" y="65"/>
                  </a:cubicBezTo>
                  <a:cubicBezTo>
                    <a:pt x="84" y="65"/>
                    <a:pt x="84" y="64"/>
                    <a:pt x="84" y="64"/>
                  </a:cubicBezTo>
                  <a:cubicBezTo>
                    <a:pt x="84" y="63"/>
                    <a:pt x="84" y="63"/>
                    <a:pt x="84" y="62"/>
                  </a:cubicBezTo>
                  <a:cubicBezTo>
                    <a:pt x="83" y="61"/>
                    <a:pt x="83" y="60"/>
                    <a:pt x="82" y="59"/>
                  </a:cubicBezTo>
                  <a:cubicBezTo>
                    <a:pt x="83" y="59"/>
                    <a:pt x="82" y="59"/>
                    <a:pt x="82" y="58"/>
                  </a:cubicBezTo>
                  <a:cubicBezTo>
                    <a:pt x="82" y="58"/>
                    <a:pt x="81" y="58"/>
                    <a:pt x="81" y="57"/>
                  </a:cubicBezTo>
                  <a:cubicBezTo>
                    <a:pt x="81" y="57"/>
                    <a:pt x="81" y="57"/>
                    <a:pt x="82" y="57"/>
                  </a:cubicBezTo>
                  <a:cubicBezTo>
                    <a:pt x="81" y="57"/>
                    <a:pt x="80" y="56"/>
                    <a:pt x="79" y="56"/>
                  </a:cubicBezTo>
                  <a:cubicBezTo>
                    <a:pt x="79" y="56"/>
                    <a:pt x="79" y="56"/>
                    <a:pt x="79" y="55"/>
                  </a:cubicBezTo>
                  <a:cubicBezTo>
                    <a:pt x="78" y="55"/>
                    <a:pt x="78" y="56"/>
                    <a:pt x="77" y="56"/>
                  </a:cubicBezTo>
                  <a:cubicBezTo>
                    <a:pt x="77" y="55"/>
                    <a:pt x="77" y="55"/>
                    <a:pt x="76" y="55"/>
                  </a:cubicBezTo>
                  <a:cubicBezTo>
                    <a:pt x="75" y="55"/>
                    <a:pt x="75" y="53"/>
                    <a:pt x="74" y="52"/>
                  </a:cubicBezTo>
                  <a:cubicBezTo>
                    <a:pt x="74" y="52"/>
                    <a:pt x="73" y="53"/>
                    <a:pt x="73" y="53"/>
                  </a:cubicBezTo>
                  <a:cubicBezTo>
                    <a:pt x="74" y="53"/>
                    <a:pt x="74" y="54"/>
                    <a:pt x="74" y="54"/>
                  </a:cubicBezTo>
                  <a:cubicBezTo>
                    <a:pt x="74" y="55"/>
                    <a:pt x="75" y="55"/>
                    <a:pt x="75" y="56"/>
                  </a:cubicBezTo>
                  <a:cubicBezTo>
                    <a:pt x="75" y="55"/>
                    <a:pt x="76" y="55"/>
                    <a:pt x="76" y="55"/>
                  </a:cubicBezTo>
                  <a:cubicBezTo>
                    <a:pt x="76" y="57"/>
                    <a:pt x="77" y="57"/>
                    <a:pt x="77" y="57"/>
                  </a:cubicBezTo>
                  <a:cubicBezTo>
                    <a:pt x="77" y="58"/>
                    <a:pt x="77" y="58"/>
                    <a:pt x="77" y="59"/>
                  </a:cubicBezTo>
                  <a:cubicBezTo>
                    <a:pt x="76" y="59"/>
                    <a:pt x="76" y="60"/>
                    <a:pt x="75" y="60"/>
                  </a:cubicBezTo>
                  <a:cubicBezTo>
                    <a:pt x="75" y="60"/>
                    <a:pt x="75" y="61"/>
                    <a:pt x="75" y="61"/>
                  </a:cubicBezTo>
                  <a:cubicBezTo>
                    <a:pt x="73" y="61"/>
                    <a:pt x="72" y="62"/>
                    <a:pt x="71" y="63"/>
                  </a:cubicBezTo>
                  <a:cubicBezTo>
                    <a:pt x="70" y="62"/>
                    <a:pt x="70" y="61"/>
                    <a:pt x="70" y="60"/>
                  </a:cubicBezTo>
                  <a:cubicBezTo>
                    <a:pt x="69" y="59"/>
                    <a:pt x="69" y="58"/>
                    <a:pt x="68" y="57"/>
                  </a:cubicBezTo>
                  <a:cubicBezTo>
                    <a:pt x="68" y="56"/>
                    <a:pt x="67" y="55"/>
                    <a:pt x="67" y="55"/>
                  </a:cubicBezTo>
                  <a:cubicBezTo>
                    <a:pt x="67" y="55"/>
                    <a:pt x="67" y="56"/>
                    <a:pt x="67" y="57"/>
                  </a:cubicBezTo>
                  <a:cubicBezTo>
                    <a:pt x="67" y="57"/>
                    <a:pt x="68" y="57"/>
                    <a:pt x="68" y="58"/>
                  </a:cubicBezTo>
                  <a:cubicBezTo>
                    <a:pt x="68" y="59"/>
                    <a:pt x="69" y="59"/>
                    <a:pt x="69" y="61"/>
                  </a:cubicBezTo>
                  <a:cubicBezTo>
                    <a:pt x="70" y="61"/>
                    <a:pt x="70" y="62"/>
                    <a:pt x="71" y="63"/>
                  </a:cubicBezTo>
                  <a:cubicBezTo>
                    <a:pt x="71" y="63"/>
                    <a:pt x="72" y="63"/>
                    <a:pt x="72" y="63"/>
                  </a:cubicBezTo>
                  <a:cubicBezTo>
                    <a:pt x="73" y="63"/>
                    <a:pt x="73" y="63"/>
                    <a:pt x="74" y="63"/>
                  </a:cubicBezTo>
                  <a:cubicBezTo>
                    <a:pt x="74" y="63"/>
                    <a:pt x="74" y="64"/>
                    <a:pt x="74" y="65"/>
                  </a:cubicBezTo>
                  <a:cubicBezTo>
                    <a:pt x="73" y="66"/>
                    <a:pt x="72" y="68"/>
                    <a:pt x="71" y="69"/>
                  </a:cubicBezTo>
                  <a:cubicBezTo>
                    <a:pt x="71" y="70"/>
                    <a:pt x="70" y="70"/>
                    <a:pt x="70" y="70"/>
                  </a:cubicBezTo>
                  <a:cubicBezTo>
                    <a:pt x="70" y="72"/>
                    <a:pt x="69" y="72"/>
                    <a:pt x="69" y="73"/>
                  </a:cubicBezTo>
                  <a:cubicBezTo>
                    <a:pt x="69" y="75"/>
                    <a:pt x="69" y="77"/>
                    <a:pt x="69" y="79"/>
                  </a:cubicBezTo>
                  <a:cubicBezTo>
                    <a:pt x="68" y="80"/>
                    <a:pt x="67" y="82"/>
                    <a:pt x="67" y="84"/>
                  </a:cubicBezTo>
                  <a:cubicBezTo>
                    <a:pt x="66" y="84"/>
                    <a:pt x="66" y="84"/>
                    <a:pt x="66" y="84"/>
                  </a:cubicBezTo>
                  <a:cubicBezTo>
                    <a:pt x="66" y="85"/>
                    <a:pt x="66" y="86"/>
                    <a:pt x="66" y="86"/>
                  </a:cubicBezTo>
                  <a:cubicBezTo>
                    <a:pt x="65" y="87"/>
                    <a:pt x="64" y="88"/>
                    <a:pt x="64" y="89"/>
                  </a:cubicBezTo>
                  <a:cubicBezTo>
                    <a:pt x="62" y="89"/>
                    <a:pt x="62" y="90"/>
                    <a:pt x="60" y="91"/>
                  </a:cubicBezTo>
                  <a:cubicBezTo>
                    <a:pt x="59" y="89"/>
                    <a:pt x="59" y="87"/>
                    <a:pt x="58" y="86"/>
                  </a:cubicBezTo>
                  <a:cubicBezTo>
                    <a:pt x="58" y="86"/>
                    <a:pt x="58" y="85"/>
                    <a:pt x="58" y="84"/>
                  </a:cubicBezTo>
                  <a:cubicBezTo>
                    <a:pt x="58" y="83"/>
                    <a:pt x="57" y="82"/>
                    <a:pt x="57" y="81"/>
                  </a:cubicBezTo>
                  <a:cubicBezTo>
                    <a:pt x="57" y="80"/>
                    <a:pt x="57" y="78"/>
                    <a:pt x="57" y="77"/>
                  </a:cubicBezTo>
                  <a:cubicBezTo>
                    <a:pt x="57" y="76"/>
                    <a:pt x="57" y="75"/>
                    <a:pt x="57" y="74"/>
                  </a:cubicBezTo>
                  <a:cubicBezTo>
                    <a:pt x="57" y="73"/>
                    <a:pt x="56" y="72"/>
                    <a:pt x="55" y="71"/>
                  </a:cubicBezTo>
                  <a:cubicBezTo>
                    <a:pt x="55" y="70"/>
                    <a:pt x="56" y="69"/>
                    <a:pt x="56" y="67"/>
                  </a:cubicBezTo>
                  <a:cubicBezTo>
                    <a:pt x="55" y="67"/>
                    <a:pt x="55" y="68"/>
                    <a:pt x="55" y="68"/>
                  </a:cubicBezTo>
                  <a:cubicBezTo>
                    <a:pt x="54" y="68"/>
                    <a:pt x="54" y="67"/>
                    <a:pt x="53" y="67"/>
                  </a:cubicBezTo>
                  <a:cubicBezTo>
                    <a:pt x="53" y="67"/>
                    <a:pt x="53" y="66"/>
                    <a:pt x="53" y="66"/>
                  </a:cubicBezTo>
                  <a:cubicBezTo>
                    <a:pt x="52" y="66"/>
                    <a:pt x="52" y="67"/>
                    <a:pt x="52" y="68"/>
                  </a:cubicBezTo>
                  <a:cubicBezTo>
                    <a:pt x="51" y="67"/>
                    <a:pt x="50" y="68"/>
                    <a:pt x="49" y="68"/>
                  </a:cubicBezTo>
                  <a:cubicBezTo>
                    <a:pt x="48" y="68"/>
                    <a:pt x="47" y="67"/>
                    <a:pt x="46" y="66"/>
                  </a:cubicBezTo>
                  <a:cubicBezTo>
                    <a:pt x="46" y="65"/>
                    <a:pt x="46" y="64"/>
                    <a:pt x="45" y="63"/>
                  </a:cubicBezTo>
                  <a:cubicBezTo>
                    <a:pt x="45" y="61"/>
                    <a:pt x="45" y="59"/>
                    <a:pt x="45" y="58"/>
                  </a:cubicBezTo>
                  <a:cubicBezTo>
                    <a:pt x="45" y="57"/>
                    <a:pt x="46" y="56"/>
                    <a:pt x="46" y="55"/>
                  </a:cubicBezTo>
                  <a:cubicBezTo>
                    <a:pt x="46" y="54"/>
                    <a:pt x="47" y="54"/>
                    <a:pt x="48" y="53"/>
                  </a:cubicBezTo>
                  <a:cubicBezTo>
                    <a:pt x="48" y="52"/>
                    <a:pt x="48" y="51"/>
                    <a:pt x="48" y="50"/>
                  </a:cubicBezTo>
                  <a:cubicBezTo>
                    <a:pt x="49" y="50"/>
                    <a:pt x="49" y="49"/>
                    <a:pt x="50" y="49"/>
                  </a:cubicBezTo>
                  <a:cubicBezTo>
                    <a:pt x="50" y="49"/>
                    <a:pt x="50" y="49"/>
                    <a:pt x="51" y="49"/>
                  </a:cubicBezTo>
                  <a:cubicBezTo>
                    <a:pt x="51" y="49"/>
                    <a:pt x="53" y="48"/>
                    <a:pt x="54" y="49"/>
                  </a:cubicBezTo>
                  <a:cubicBezTo>
                    <a:pt x="55" y="48"/>
                    <a:pt x="56" y="48"/>
                    <a:pt x="57" y="48"/>
                  </a:cubicBezTo>
                  <a:cubicBezTo>
                    <a:pt x="57" y="48"/>
                    <a:pt x="57" y="49"/>
                    <a:pt x="57" y="49"/>
                  </a:cubicBezTo>
                  <a:cubicBezTo>
                    <a:pt x="57" y="49"/>
                    <a:pt x="57" y="49"/>
                    <a:pt x="57" y="50"/>
                  </a:cubicBezTo>
                  <a:cubicBezTo>
                    <a:pt x="58" y="51"/>
                    <a:pt x="59" y="51"/>
                    <a:pt x="60" y="52"/>
                  </a:cubicBezTo>
                  <a:cubicBezTo>
                    <a:pt x="61" y="52"/>
                    <a:pt x="61" y="51"/>
                    <a:pt x="61" y="51"/>
                  </a:cubicBezTo>
                  <a:cubicBezTo>
                    <a:pt x="63" y="51"/>
                    <a:pt x="64" y="51"/>
                    <a:pt x="66" y="52"/>
                  </a:cubicBezTo>
                  <a:cubicBezTo>
                    <a:pt x="67" y="52"/>
                    <a:pt x="66" y="50"/>
                    <a:pt x="67" y="50"/>
                  </a:cubicBezTo>
                  <a:cubicBezTo>
                    <a:pt x="67" y="49"/>
                    <a:pt x="67" y="49"/>
                    <a:pt x="67" y="49"/>
                  </a:cubicBezTo>
                  <a:cubicBezTo>
                    <a:pt x="66" y="48"/>
                    <a:pt x="67" y="50"/>
                    <a:pt x="66" y="50"/>
                  </a:cubicBezTo>
                  <a:cubicBezTo>
                    <a:pt x="65" y="50"/>
                    <a:pt x="66" y="49"/>
                    <a:pt x="65" y="49"/>
                  </a:cubicBezTo>
                  <a:cubicBezTo>
                    <a:pt x="65" y="49"/>
                    <a:pt x="64" y="49"/>
                    <a:pt x="63" y="49"/>
                  </a:cubicBezTo>
                  <a:cubicBezTo>
                    <a:pt x="63" y="48"/>
                    <a:pt x="63" y="48"/>
                    <a:pt x="63" y="48"/>
                  </a:cubicBezTo>
                  <a:cubicBezTo>
                    <a:pt x="63" y="47"/>
                    <a:pt x="63" y="47"/>
                    <a:pt x="63" y="46"/>
                  </a:cubicBezTo>
                  <a:cubicBezTo>
                    <a:pt x="63" y="46"/>
                    <a:pt x="62" y="46"/>
                    <a:pt x="62" y="46"/>
                  </a:cubicBezTo>
                  <a:cubicBezTo>
                    <a:pt x="62" y="47"/>
                    <a:pt x="62" y="48"/>
                    <a:pt x="62" y="49"/>
                  </a:cubicBezTo>
                  <a:cubicBezTo>
                    <a:pt x="63" y="48"/>
                    <a:pt x="63" y="49"/>
                    <a:pt x="63" y="49"/>
                  </a:cubicBezTo>
                  <a:cubicBezTo>
                    <a:pt x="62" y="49"/>
                    <a:pt x="62" y="49"/>
                    <a:pt x="62" y="49"/>
                  </a:cubicBezTo>
                  <a:cubicBezTo>
                    <a:pt x="62" y="49"/>
                    <a:pt x="62" y="49"/>
                    <a:pt x="62" y="49"/>
                  </a:cubicBezTo>
                  <a:cubicBezTo>
                    <a:pt x="62" y="49"/>
                    <a:pt x="61" y="49"/>
                    <a:pt x="61" y="48"/>
                  </a:cubicBezTo>
                  <a:cubicBezTo>
                    <a:pt x="61" y="48"/>
                    <a:pt x="61" y="47"/>
                    <a:pt x="61" y="47"/>
                  </a:cubicBezTo>
                  <a:cubicBezTo>
                    <a:pt x="61" y="47"/>
                    <a:pt x="61" y="46"/>
                    <a:pt x="60" y="46"/>
                  </a:cubicBezTo>
                  <a:cubicBezTo>
                    <a:pt x="60" y="46"/>
                    <a:pt x="60" y="45"/>
                    <a:pt x="60" y="45"/>
                  </a:cubicBezTo>
                  <a:cubicBezTo>
                    <a:pt x="59" y="44"/>
                    <a:pt x="58" y="44"/>
                    <a:pt x="58" y="43"/>
                  </a:cubicBezTo>
                  <a:cubicBezTo>
                    <a:pt x="57" y="45"/>
                    <a:pt x="60" y="45"/>
                    <a:pt x="60" y="46"/>
                  </a:cubicBezTo>
                  <a:cubicBezTo>
                    <a:pt x="60" y="47"/>
                    <a:pt x="59" y="45"/>
                    <a:pt x="59" y="46"/>
                  </a:cubicBezTo>
                  <a:cubicBezTo>
                    <a:pt x="59" y="46"/>
                    <a:pt x="60" y="46"/>
                    <a:pt x="59" y="47"/>
                  </a:cubicBezTo>
                  <a:cubicBezTo>
                    <a:pt x="59" y="47"/>
                    <a:pt x="58" y="47"/>
                    <a:pt x="59" y="48"/>
                  </a:cubicBezTo>
                  <a:cubicBezTo>
                    <a:pt x="58" y="48"/>
                    <a:pt x="58" y="48"/>
                    <a:pt x="58" y="47"/>
                  </a:cubicBezTo>
                  <a:cubicBezTo>
                    <a:pt x="58" y="47"/>
                    <a:pt x="59" y="47"/>
                    <a:pt x="59" y="47"/>
                  </a:cubicBezTo>
                  <a:cubicBezTo>
                    <a:pt x="58" y="46"/>
                    <a:pt x="58" y="45"/>
                    <a:pt x="57" y="45"/>
                  </a:cubicBezTo>
                  <a:cubicBezTo>
                    <a:pt x="57" y="45"/>
                    <a:pt x="57" y="45"/>
                    <a:pt x="56" y="44"/>
                  </a:cubicBezTo>
                  <a:cubicBezTo>
                    <a:pt x="56" y="46"/>
                    <a:pt x="57" y="47"/>
                    <a:pt x="56" y="47"/>
                  </a:cubicBezTo>
                  <a:cubicBezTo>
                    <a:pt x="56" y="46"/>
                    <a:pt x="55" y="44"/>
                    <a:pt x="56" y="44"/>
                  </a:cubicBezTo>
                  <a:cubicBezTo>
                    <a:pt x="55" y="44"/>
                    <a:pt x="55" y="44"/>
                    <a:pt x="54" y="44"/>
                  </a:cubicBezTo>
                  <a:cubicBezTo>
                    <a:pt x="53" y="44"/>
                    <a:pt x="53" y="45"/>
                    <a:pt x="52" y="46"/>
                  </a:cubicBezTo>
                  <a:cubicBezTo>
                    <a:pt x="53" y="47"/>
                    <a:pt x="52" y="48"/>
                    <a:pt x="52" y="49"/>
                  </a:cubicBezTo>
                  <a:cubicBezTo>
                    <a:pt x="51" y="48"/>
                    <a:pt x="51" y="48"/>
                    <a:pt x="50" y="49"/>
                  </a:cubicBezTo>
                  <a:cubicBezTo>
                    <a:pt x="50" y="48"/>
                    <a:pt x="49" y="48"/>
                    <a:pt x="48" y="48"/>
                  </a:cubicBezTo>
                  <a:cubicBezTo>
                    <a:pt x="49" y="47"/>
                    <a:pt x="48" y="47"/>
                    <a:pt x="48" y="46"/>
                  </a:cubicBezTo>
                  <a:cubicBezTo>
                    <a:pt x="49" y="46"/>
                    <a:pt x="48" y="45"/>
                    <a:pt x="48" y="44"/>
                  </a:cubicBezTo>
                  <a:cubicBezTo>
                    <a:pt x="50" y="44"/>
                    <a:pt x="50" y="43"/>
                    <a:pt x="51" y="44"/>
                  </a:cubicBezTo>
                  <a:cubicBezTo>
                    <a:pt x="52" y="44"/>
                    <a:pt x="52" y="43"/>
                    <a:pt x="52" y="43"/>
                  </a:cubicBezTo>
                  <a:cubicBezTo>
                    <a:pt x="52" y="42"/>
                    <a:pt x="51" y="42"/>
                    <a:pt x="51" y="41"/>
                  </a:cubicBezTo>
                  <a:cubicBezTo>
                    <a:pt x="51" y="41"/>
                    <a:pt x="50" y="41"/>
                    <a:pt x="50" y="41"/>
                  </a:cubicBezTo>
                  <a:cubicBezTo>
                    <a:pt x="50" y="40"/>
                    <a:pt x="50" y="40"/>
                    <a:pt x="51" y="40"/>
                  </a:cubicBezTo>
                  <a:cubicBezTo>
                    <a:pt x="51" y="40"/>
                    <a:pt x="51" y="39"/>
                    <a:pt x="52" y="39"/>
                  </a:cubicBezTo>
                  <a:cubicBezTo>
                    <a:pt x="52" y="39"/>
                    <a:pt x="52" y="39"/>
                    <a:pt x="52" y="39"/>
                  </a:cubicBezTo>
                  <a:cubicBezTo>
                    <a:pt x="51" y="39"/>
                    <a:pt x="50" y="39"/>
                    <a:pt x="49" y="39"/>
                  </a:cubicBezTo>
                  <a:cubicBezTo>
                    <a:pt x="49" y="39"/>
                    <a:pt x="50" y="39"/>
                    <a:pt x="50" y="39"/>
                  </a:cubicBezTo>
                  <a:cubicBezTo>
                    <a:pt x="50" y="38"/>
                    <a:pt x="50" y="38"/>
                    <a:pt x="50" y="37"/>
                  </a:cubicBezTo>
                  <a:cubicBezTo>
                    <a:pt x="50" y="37"/>
                    <a:pt x="51" y="37"/>
                    <a:pt x="51" y="36"/>
                  </a:cubicBezTo>
                  <a:cubicBezTo>
                    <a:pt x="51" y="36"/>
                    <a:pt x="50" y="36"/>
                    <a:pt x="50" y="35"/>
                  </a:cubicBezTo>
                  <a:cubicBezTo>
                    <a:pt x="50" y="34"/>
                    <a:pt x="50" y="34"/>
                    <a:pt x="50" y="33"/>
                  </a:cubicBezTo>
                  <a:cubicBezTo>
                    <a:pt x="51" y="32"/>
                    <a:pt x="51" y="32"/>
                    <a:pt x="52" y="32"/>
                  </a:cubicBezTo>
                  <a:cubicBezTo>
                    <a:pt x="52" y="33"/>
                    <a:pt x="51" y="33"/>
                    <a:pt x="51" y="33"/>
                  </a:cubicBezTo>
                  <a:cubicBezTo>
                    <a:pt x="51" y="33"/>
                    <a:pt x="51" y="33"/>
                    <a:pt x="52" y="34"/>
                  </a:cubicBezTo>
                  <a:cubicBezTo>
                    <a:pt x="51" y="35"/>
                    <a:pt x="52" y="35"/>
                    <a:pt x="52" y="36"/>
                  </a:cubicBezTo>
                  <a:cubicBezTo>
                    <a:pt x="52" y="37"/>
                    <a:pt x="53" y="37"/>
                    <a:pt x="53" y="37"/>
                  </a:cubicBezTo>
                  <a:cubicBezTo>
                    <a:pt x="52" y="38"/>
                    <a:pt x="52" y="38"/>
                    <a:pt x="52" y="39"/>
                  </a:cubicBezTo>
                  <a:cubicBezTo>
                    <a:pt x="53" y="39"/>
                    <a:pt x="52" y="38"/>
                    <a:pt x="54" y="38"/>
                  </a:cubicBezTo>
                  <a:cubicBezTo>
                    <a:pt x="53" y="37"/>
                    <a:pt x="54" y="37"/>
                    <a:pt x="54" y="37"/>
                  </a:cubicBezTo>
                  <a:cubicBezTo>
                    <a:pt x="54" y="37"/>
                    <a:pt x="55" y="36"/>
                    <a:pt x="55" y="36"/>
                  </a:cubicBezTo>
                  <a:cubicBezTo>
                    <a:pt x="55" y="36"/>
                    <a:pt x="56" y="36"/>
                    <a:pt x="55" y="36"/>
                  </a:cubicBezTo>
                  <a:cubicBezTo>
                    <a:pt x="55" y="35"/>
                    <a:pt x="55" y="35"/>
                    <a:pt x="56" y="34"/>
                  </a:cubicBezTo>
                  <a:cubicBezTo>
                    <a:pt x="56" y="34"/>
                    <a:pt x="55" y="34"/>
                    <a:pt x="54" y="33"/>
                  </a:cubicBezTo>
                  <a:cubicBezTo>
                    <a:pt x="54" y="33"/>
                    <a:pt x="54" y="32"/>
                    <a:pt x="54" y="31"/>
                  </a:cubicBezTo>
                  <a:cubicBezTo>
                    <a:pt x="54" y="30"/>
                    <a:pt x="55" y="29"/>
                    <a:pt x="56" y="29"/>
                  </a:cubicBezTo>
                  <a:cubicBezTo>
                    <a:pt x="56" y="29"/>
                    <a:pt x="56" y="28"/>
                    <a:pt x="56" y="28"/>
                  </a:cubicBezTo>
                  <a:cubicBezTo>
                    <a:pt x="56" y="28"/>
                    <a:pt x="56" y="28"/>
                    <a:pt x="56" y="28"/>
                  </a:cubicBezTo>
                  <a:cubicBezTo>
                    <a:pt x="57" y="28"/>
                    <a:pt x="57" y="27"/>
                    <a:pt x="57" y="26"/>
                  </a:cubicBezTo>
                  <a:cubicBezTo>
                    <a:pt x="58" y="25"/>
                    <a:pt x="59" y="25"/>
                    <a:pt x="59" y="24"/>
                  </a:cubicBezTo>
                  <a:cubicBezTo>
                    <a:pt x="60" y="24"/>
                    <a:pt x="60" y="23"/>
                    <a:pt x="60" y="24"/>
                  </a:cubicBezTo>
                  <a:cubicBezTo>
                    <a:pt x="61" y="23"/>
                    <a:pt x="61" y="23"/>
                    <a:pt x="61" y="23"/>
                  </a:cubicBezTo>
                  <a:cubicBezTo>
                    <a:pt x="62" y="23"/>
                    <a:pt x="63" y="23"/>
                    <a:pt x="63" y="23"/>
                  </a:cubicBezTo>
                  <a:cubicBezTo>
                    <a:pt x="63" y="23"/>
                    <a:pt x="64" y="23"/>
                    <a:pt x="64" y="24"/>
                  </a:cubicBezTo>
                  <a:cubicBezTo>
                    <a:pt x="65" y="24"/>
                    <a:pt x="65" y="24"/>
                    <a:pt x="65" y="25"/>
                  </a:cubicBezTo>
                  <a:cubicBezTo>
                    <a:pt x="67" y="25"/>
                    <a:pt x="68" y="25"/>
                    <a:pt x="68" y="27"/>
                  </a:cubicBezTo>
                  <a:cubicBezTo>
                    <a:pt x="69" y="27"/>
                    <a:pt x="69" y="26"/>
                    <a:pt x="69" y="25"/>
                  </a:cubicBezTo>
                  <a:cubicBezTo>
                    <a:pt x="69" y="25"/>
                    <a:pt x="69" y="25"/>
                    <a:pt x="70" y="25"/>
                  </a:cubicBezTo>
                  <a:cubicBezTo>
                    <a:pt x="70" y="25"/>
                    <a:pt x="70" y="26"/>
                    <a:pt x="70" y="26"/>
                  </a:cubicBezTo>
                  <a:cubicBezTo>
                    <a:pt x="71" y="26"/>
                    <a:pt x="71" y="25"/>
                    <a:pt x="72" y="25"/>
                  </a:cubicBezTo>
                  <a:cubicBezTo>
                    <a:pt x="73" y="25"/>
                    <a:pt x="74" y="24"/>
                    <a:pt x="75" y="25"/>
                  </a:cubicBezTo>
                  <a:cubicBezTo>
                    <a:pt x="75" y="24"/>
                    <a:pt x="74" y="24"/>
                    <a:pt x="74" y="23"/>
                  </a:cubicBezTo>
                  <a:cubicBezTo>
                    <a:pt x="75" y="23"/>
                    <a:pt x="75" y="24"/>
                    <a:pt x="76" y="24"/>
                  </a:cubicBezTo>
                  <a:cubicBezTo>
                    <a:pt x="77" y="23"/>
                    <a:pt x="78" y="22"/>
                    <a:pt x="78" y="21"/>
                  </a:cubicBezTo>
                  <a:cubicBezTo>
                    <a:pt x="79" y="21"/>
                    <a:pt x="79" y="22"/>
                    <a:pt x="79" y="22"/>
                  </a:cubicBezTo>
                  <a:cubicBezTo>
                    <a:pt x="80" y="23"/>
                    <a:pt x="80" y="21"/>
                    <a:pt x="80" y="22"/>
                  </a:cubicBezTo>
                  <a:cubicBezTo>
                    <a:pt x="80" y="22"/>
                    <a:pt x="80" y="23"/>
                    <a:pt x="80" y="23"/>
                  </a:cubicBezTo>
                  <a:cubicBezTo>
                    <a:pt x="81" y="23"/>
                    <a:pt x="81" y="22"/>
                    <a:pt x="81" y="22"/>
                  </a:cubicBezTo>
                  <a:cubicBezTo>
                    <a:pt x="82" y="22"/>
                    <a:pt x="82" y="22"/>
                    <a:pt x="83" y="23"/>
                  </a:cubicBezTo>
                  <a:cubicBezTo>
                    <a:pt x="83" y="22"/>
                    <a:pt x="82" y="22"/>
                    <a:pt x="82" y="21"/>
                  </a:cubicBezTo>
                  <a:cubicBezTo>
                    <a:pt x="82" y="20"/>
                    <a:pt x="82" y="21"/>
                    <a:pt x="83" y="21"/>
                  </a:cubicBezTo>
                  <a:cubicBezTo>
                    <a:pt x="83" y="21"/>
                    <a:pt x="83" y="20"/>
                    <a:pt x="83" y="20"/>
                  </a:cubicBezTo>
                  <a:cubicBezTo>
                    <a:pt x="84" y="20"/>
                    <a:pt x="84" y="19"/>
                    <a:pt x="84" y="19"/>
                  </a:cubicBezTo>
                  <a:cubicBezTo>
                    <a:pt x="85" y="19"/>
                    <a:pt x="86" y="19"/>
                    <a:pt x="87" y="18"/>
                  </a:cubicBezTo>
                  <a:cubicBezTo>
                    <a:pt x="87" y="18"/>
                    <a:pt x="87" y="19"/>
                    <a:pt x="87" y="19"/>
                  </a:cubicBezTo>
                  <a:cubicBezTo>
                    <a:pt x="88" y="19"/>
                    <a:pt x="88" y="18"/>
                    <a:pt x="89" y="18"/>
                  </a:cubicBezTo>
                  <a:cubicBezTo>
                    <a:pt x="89" y="18"/>
                    <a:pt x="89" y="17"/>
                    <a:pt x="89" y="17"/>
                  </a:cubicBezTo>
                  <a:cubicBezTo>
                    <a:pt x="90" y="17"/>
                    <a:pt x="90" y="17"/>
                    <a:pt x="90" y="18"/>
                  </a:cubicBezTo>
                  <a:cubicBezTo>
                    <a:pt x="91" y="18"/>
                    <a:pt x="92" y="18"/>
                    <a:pt x="92" y="17"/>
                  </a:cubicBezTo>
                  <a:cubicBezTo>
                    <a:pt x="93" y="18"/>
                    <a:pt x="93" y="18"/>
                    <a:pt x="93" y="19"/>
                  </a:cubicBezTo>
                  <a:cubicBezTo>
                    <a:pt x="93" y="20"/>
                    <a:pt x="93" y="20"/>
                    <a:pt x="93" y="20"/>
                  </a:cubicBezTo>
                  <a:cubicBezTo>
                    <a:pt x="94" y="20"/>
                    <a:pt x="94" y="21"/>
                    <a:pt x="95" y="21"/>
                  </a:cubicBezTo>
                  <a:cubicBezTo>
                    <a:pt x="95" y="21"/>
                    <a:pt x="95" y="21"/>
                    <a:pt x="95" y="21"/>
                  </a:cubicBezTo>
                  <a:cubicBezTo>
                    <a:pt x="96" y="21"/>
                    <a:pt x="96" y="21"/>
                    <a:pt x="97" y="21"/>
                  </a:cubicBezTo>
                  <a:cubicBezTo>
                    <a:pt x="101" y="25"/>
                    <a:pt x="104" y="30"/>
                    <a:pt x="107" y="35"/>
                  </a:cubicBezTo>
                  <a:close/>
                  <a:moveTo>
                    <a:pt x="111" y="44"/>
                  </a:moveTo>
                  <a:cubicBezTo>
                    <a:pt x="111" y="44"/>
                    <a:pt x="111" y="44"/>
                    <a:pt x="111" y="44"/>
                  </a:cubicBezTo>
                  <a:cubicBezTo>
                    <a:pt x="110" y="45"/>
                    <a:pt x="110" y="44"/>
                    <a:pt x="110" y="44"/>
                  </a:cubicBezTo>
                  <a:cubicBezTo>
                    <a:pt x="109" y="44"/>
                    <a:pt x="109" y="45"/>
                    <a:pt x="109" y="44"/>
                  </a:cubicBezTo>
                  <a:cubicBezTo>
                    <a:pt x="109" y="43"/>
                    <a:pt x="109" y="43"/>
                    <a:pt x="109" y="42"/>
                  </a:cubicBezTo>
                  <a:cubicBezTo>
                    <a:pt x="109" y="42"/>
                    <a:pt x="110" y="42"/>
                    <a:pt x="110" y="42"/>
                  </a:cubicBezTo>
                  <a:cubicBezTo>
                    <a:pt x="110" y="43"/>
                    <a:pt x="111" y="44"/>
                    <a:pt x="111" y="44"/>
                  </a:cubicBezTo>
                  <a:close/>
                  <a:moveTo>
                    <a:pt x="104" y="63"/>
                  </a:moveTo>
                  <a:cubicBezTo>
                    <a:pt x="105" y="63"/>
                    <a:pt x="105" y="62"/>
                    <a:pt x="105" y="63"/>
                  </a:cubicBezTo>
                  <a:cubicBezTo>
                    <a:pt x="105" y="62"/>
                    <a:pt x="105" y="61"/>
                    <a:pt x="106" y="61"/>
                  </a:cubicBezTo>
                  <a:cubicBezTo>
                    <a:pt x="106" y="61"/>
                    <a:pt x="106" y="62"/>
                    <a:pt x="106" y="62"/>
                  </a:cubicBezTo>
                  <a:cubicBezTo>
                    <a:pt x="107" y="63"/>
                    <a:pt x="107" y="63"/>
                    <a:pt x="107" y="64"/>
                  </a:cubicBezTo>
                  <a:cubicBezTo>
                    <a:pt x="106" y="63"/>
                    <a:pt x="106" y="64"/>
                    <a:pt x="106" y="64"/>
                  </a:cubicBezTo>
                  <a:cubicBezTo>
                    <a:pt x="105" y="64"/>
                    <a:pt x="105" y="64"/>
                    <a:pt x="105" y="63"/>
                  </a:cubicBezTo>
                  <a:cubicBezTo>
                    <a:pt x="105" y="63"/>
                    <a:pt x="105" y="64"/>
                    <a:pt x="104" y="63"/>
                  </a:cubicBezTo>
                  <a:close/>
                  <a:moveTo>
                    <a:pt x="105" y="72"/>
                  </a:moveTo>
                  <a:cubicBezTo>
                    <a:pt x="104" y="72"/>
                    <a:pt x="104" y="72"/>
                    <a:pt x="104" y="71"/>
                  </a:cubicBezTo>
                  <a:cubicBezTo>
                    <a:pt x="103" y="72"/>
                    <a:pt x="103" y="72"/>
                    <a:pt x="103" y="73"/>
                  </a:cubicBezTo>
                  <a:cubicBezTo>
                    <a:pt x="102" y="72"/>
                    <a:pt x="103" y="69"/>
                    <a:pt x="104" y="69"/>
                  </a:cubicBezTo>
                  <a:cubicBezTo>
                    <a:pt x="104" y="69"/>
                    <a:pt x="105" y="69"/>
                    <a:pt x="105" y="70"/>
                  </a:cubicBezTo>
                  <a:cubicBezTo>
                    <a:pt x="105" y="70"/>
                    <a:pt x="104" y="70"/>
                    <a:pt x="104" y="70"/>
                  </a:cubicBezTo>
                  <a:cubicBezTo>
                    <a:pt x="104" y="71"/>
                    <a:pt x="105" y="71"/>
                    <a:pt x="105" y="72"/>
                  </a:cubicBezTo>
                  <a:close/>
                  <a:moveTo>
                    <a:pt x="102" y="70"/>
                  </a:moveTo>
                  <a:cubicBezTo>
                    <a:pt x="102" y="70"/>
                    <a:pt x="102" y="71"/>
                    <a:pt x="102" y="72"/>
                  </a:cubicBezTo>
                  <a:cubicBezTo>
                    <a:pt x="102" y="72"/>
                    <a:pt x="102" y="72"/>
                    <a:pt x="102" y="72"/>
                  </a:cubicBezTo>
                  <a:cubicBezTo>
                    <a:pt x="102" y="72"/>
                    <a:pt x="101" y="72"/>
                    <a:pt x="101" y="72"/>
                  </a:cubicBezTo>
                  <a:cubicBezTo>
                    <a:pt x="100" y="73"/>
                    <a:pt x="100" y="71"/>
                    <a:pt x="99" y="72"/>
                  </a:cubicBezTo>
                  <a:cubicBezTo>
                    <a:pt x="99" y="71"/>
                    <a:pt x="98" y="70"/>
                    <a:pt x="98" y="70"/>
                  </a:cubicBezTo>
                  <a:cubicBezTo>
                    <a:pt x="99" y="68"/>
                    <a:pt x="101" y="68"/>
                    <a:pt x="101" y="66"/>
                  </a:cubicBezTo>
                  <a:cubicBezTo>
                    <a:pt x="102" y="66"/>
                    <a:pt x="102" y="66"/>
                    <a:pt x="103" y="67"/>
                  </a:cubicBezTo>
                  <a:cubicBezTo>
                    <a:pt x="103" y="67"/>
                    <a:pt x="103" y="68"/>
                    <a:pt x="102" y="68"/>
                  </a:cubicBezTo>
                  <a:cubicBezTo>
                    <a:pt x="103" y="68"/>
                    <a:pt x="102" y="69"/>
                    <a:pt x="102" y="70"/>
                  </a:cubicBezTo>
                  <a:close/>
                  <a:moveTo>
                    <a:pt x="101" y="75"/>
                  </a:moveTo>
                  <a:cubicBezTo>
                    <a:pt x="99" y="75"/>
                    <a:pt x="99" y="74"/>
                    <a:pt x="97" y="74"/>
                  </a:cubicBezTo>
                  <a:cubicBezTo>
                    <a:pt x="97" y="73"/>
                    <a:pt x="97" y="73"/>
                    <a:pt x="97" y="73"/>
                  </a:cubicBezTo>
                  <a:cubicBezTo>
                    <a:pt x="98" y="73"/>
                    <a:pt x="99" y="73"/>
                    <a:pt x="101" y="73"/>
                  </a:cubicBezTo>
                  <a:cubicBezTo>
                    <a:pt x="101" y="74"/>
                    <a:pt x="101" y="74"/>
                    <a:pt x="101" y="75"/>
                  </a:cubicBezTo>
                  <a:close/>
                  <a:moveTo>
                    <a:pt x="103" y="57"/>
                  </a:moveTo>
                  <a:cubicBezTo>
                    <a:pt x="103" y="57"/>
                    <a:pt x="102" y="56"/>
                    <a:pt x="102" y="56"/>
                  </a:cubicBezTo>
                  <a:cubicBezTo>
                    <a:pt x="102" y="55"/>
                    <a:pt x="103" y="55"/>
                    <a:pt x="103" y="55"/>
                  </a:cubicBezTo>
                  <a:cubicBezTo>
                    <a:pt x="103" y="56"/>
                    <a:pt x="103" y="57"/>
                    <a:pt x="103" y="57"/>
                  </a:cubicBezTo>
                  <a:close/>
                  <a:moveTo>
                    <a:pt x="105" y="59"/>
                  </a:moveTo>
                  <a:cubicBezTo>
                    <a:pt x="105" y="60"/>
                    <a:pt x="104" y="60"/>
                    <a:pt x="104" y="61"/>
                  </a:cubicBezTo>
                  <a:cubicBezTo>
                    <a:pt x="103" y="60"/>
                    <a:pt x="103" y="60"/>
                    <a:pt x="103" y="59"/>
                  </a:cubicBezTo>
                  <a:cubicBezTo>
                    <a:pt x="103" y="58"/>
                    <a:pt x="104" y="58"/>
                    <a:pt x="105" y="59"/>
                  </a:cubicBezTo>
                  <a:close/>
                  <a:moveTo>
                    <a:pt x="109" y="69"/>
                  </a:moveTo>
                  <a:cubicBezTo>
                    <a:pt x="109" y="70"/>
                    <a:pt x="108" y="70"/>
                    <a:pt x="107" y="70"/>
                  </a:cubicBezTo>
                  <a:cubicBezTo>
                    <a:pt x="107" y="69"/>
                    <a:pt x="108" y="69"/>
                    <a:pt x="109" y="69"/>
                  </a:cubicBezTo>
                  <a:close/>
                  <a:moveTo>
                    <a:pt x="108" y="50"/>
                  </a:moveTo>
                  <a:cubicBezTo>
                    <a:pt x="108" y="50"/>
                    <a:pt x="108" y="50"/>
                    <a:pt x="108" y="50"/>
                  </a:cubicBezTo>
                  <a:cubicBezTo>
                    <a:pt x="107" y="51"/>
                    <a:pt x="107" y="51"/>
                    <a:pt x="107" y="52"/>
                  </a:cubicBezTo>
                  <a:cubicBezTo>
                    <a:pt x="106" y="51"/>
                    <a:pt x="106" y="51"/>
                    <a:pt x="106" y="50"/>
                  </a:cubicBezTo>
                  <a:cubicBezTo>
                    <a:pt x="106" y="50"/>
                    <a:pt x="107" y="50"/>
                    <a:pt x="107" y="50"/>
                  </a:cubicBezTo>
                  <a:cubicBezTo>
                    <a:pt x="107" y="50"/>
                    <a:pt x="106" y="51"/>
                    <a:pt x="106" y="50"/>
                  </a:cubicBezTo>
                  <a:cubicBezTo>
                    <a:pt x="106" y="49"/>
                    <a:pt x="107" y="49"/>
                    <a:pt x="108" y="49"/>
                  </a:cubicBezTo>
                  <a:cubicBezTo>
                    <a:pt x="109" y="48"/>
                    <a:pt x="109" y="48"/>
                    <a:pt x="110" y="47"/>
                  </a:cubicBezTo>
                  <a:cubicBezTo>
                    <a:pt x="109" y="47"/>
                    <a:pt x="110" y="47"/>
                    <a:pt x="110" y="47"/>
                  </a:cubicBezTo>
                  <a:cubicBezTo>
                    <a:pt x="109" y="46"/>
                    <a:pt x="110" y="45"/>
                    <a:pt x="110" y="44"/>
                  </a:cubicBezTo>
                  <a:cubicBezTo>
                    <a:pt x="110" y="44"/>
                    <a:pt x="110" y="44"/>
                    <a:pt x="110" y="44"/>
                  </a:cubicBezTo>
                  <a:cubicBezTo>
                    <a:pt x="110" y="46"/>
                    <a:pt x="111" y="47"/>
                    <a:pt x="111" y="49"/>
                  </a:cubicBezTo>
                  <a:cubicBezTo>
                    <a:pt x="110" y="50"/>
                    <a:pt x="109" y="50"/>
                    <a:pt x="108" y="50"/>
                  </a:cubicBezTo>
                  <a:close/>
                  <a:moveTo>
                    <a:pt x="109" y="39"/>
                  </a:moveTo>
                  <a:cubicBezTo>
                    <a:pt x="109" y="40"/>
                    <a:pt x="110" y="41"/>
                    <a:pt x="110" y="41"/>
                  </a:cubicBezTo>
                  <a:cubicBezTo>
                    <a:pt x="109" y="41"/>
                    <a:pt x="109" y="40"/>
                    <a:pt x="109" y="39"/>
                  </a:cubicBezTo>
                  <a:close/>
                  <a:moveTo>
                    <a:pt x="93" y="66"/>
                  </a:moveTo>
                  <a:cubicBezTo>
                    <a:pt x="93" y="66"/>
                    <a:pt x="93" y="67"/>
                    <a:pt x="93" y="66"/>
                  </a:cubicBezTo>
                  <a:cubicBezTo>
                    <a:pt x="94" y="66"/>
                    <a:pt x="94" y="67"/>
                    <a:pt x="94" y="67"/>
                  </a:cubicBezTo>
                  <a:cubicBezTo>
                    <a:pt x="94" y="67"/>
                    <a:pt x="95" y="68"/>
                    <a:pt x="95" y="68"/>
                  </a:cubicBezTo>
                  <a:cubicBezTo>
                    <a:pt x="95" y="69"/>
                    <a:pt x="96" y="69"/>
                    <a:pt x="96" y="70"/>
                  </a:cubicBezTo>
                  <a:cubicBezTo>
                    <a:pt x="96" y="71"/>
                    <a:pt x="97" y="72"/>
                    <a:pt x="97" y="72"/>
                  </a:cubicBezTo>
                  <a:cubicBezTo>
                    <a:pt x="96" y="73"/>
                    <a:pt x="96" y="71"/>
                    <a:pt x="95" y="71"/>
                  </a:cubicBezTo>
                  <a:cubicBezTo>
                    <a:pt x="95" y="68"/>
                    <a:pt x="93" y="69"/>
                    <a:pt x="93" y="66"/>
                  </a:cubicBezTo>
                  <a:close/>
                  <a:moveTo>
                    <a:pt x="86" y="64"/>
                  </a:moveTo>
                  <a:cubicBezTo>
                    <a:pt x="87" y="64"/>
                    <a:pt x="87" y="65"/>
                    <a:pt x="87" y="65"/>
                  </a:cubicBezTo>
                  <a:cubicBezTo>
                    <a:pt x="87" y="65"/>
                    <a:pt x="87" y="66"/>
                    <a:pt x="86" y="66"/>
                  </a:cubicBezTo>
                  <a:cubicBezTo>
                    <a:pt x="86" y="65"/>
                    <a:pt x="87" y="65"/>
                    <a:pt x="86" y="64"/>
                  </a:cubicBezTo>
                  <a:close/>
                  <a:moveTo>
                    <a:pt x="73" y="81"/>
                  </a:moveTo>
                  <a:cubicBezTo>
                    <a:pt x="73" y="81"/>
                    <a:pt x="73" y="81"/>
                    <a:pt x="73" y="81"/>
                  </a:cubicBezTo>
                  <a:cubicBezTo>
                    <a:pt x="73" y="82"/>
                    <a:pt x="73" y="82"/>
                    <a:pt x="73" y="83"/>
                  </a:cubicBezTo>
                  <a:cubicBezTo>
                    <a:pt x="72" y="83"/>
                    <a:pt x="72" y="84"/>
                    <a:pt x="72" y="85"/>
                  </a:cubicBezTo>
                  <a:cubicBezTo>
                    <a:pt x="71" y="85"/>
                    <a:pt x="71" y="85"/>
                    <a:pt x="71" y="85"/>
                  </a:cubicBezTo>
                  <a:cubicBezTo>
                    <a:pt x="70" y="84"/>
                    <a:pt x="70" y="83"/>
                    <a:pt x="70" y="83"/>
                  </a:cubicBezTo>
                  <a:cubicBezTo>
                    <a:pt x="70" y="82"/>
                    <a:pt x="70" y="82"/>
                    <a:pt x="71" y="81"/>
                  </a:cubicBezTo>
                  <a:cubicBezTo>
                    <a:pt x="71" y="81"/>
                    <a:pt x="70" y="81"/>
                    <a:pt x="70" y="80"/>
                  </a:cubicBezTo>
                  <a:cubicBezTo>
                    <a:pt x="71" y="79"/>
                    <a:pt x="71" y="79"/>
                    <a:pt x="72" y="78"/>
                  </a:cubicBezTo>
                  <a:cubicBezTo>
                    <a:pt x="72" y="77"/>
                    <a:pt x="72" y="77"/>
                    <a:pt x="73" y="76"/>
                  </a:cubicBezTo>
                  <a:cubicBezTo>
                    <a:pt x="73" y="76"/>
                    <a:pt x="73" y="78"/>
                    <a:pt x="73" y="78"/>
                  </a:cubicBezTo>
                  <a:cubicBezTo>
                    <a:pt x="73" y="79"/>
                    <a:pt x="73" y="80"/>
                    <a:pt x="73" y="81"/>
                  </a:cubicBezTo>
                  <a:close/>
                  <a:moveTo>
                    <a:pt x="32" y="100"/>
                  </a:moveTo>
                  <a:cubicBezTo>
                    <a:pt x="32" y="100"/>
                    <a:pt x="33" y="99"/>
                    <a:pt x="33" y="100"/>
                  </a:cubicBezTo>
                  <a:cubicBezTo>
                    <a:pt x="33" y="100"/>
                    <a:pt x="33" y="100"/>
                    <a:pt x="32" y="100"/>
                  </a:cubicBezTo>
                  <a:close/>
                  <a:moveTo>
                    <a:pt x="39" y="31"/>
                  </a:moveTo>
                  <a:cubicBezTo>
                    <a:pt x="39" y="32"/>
                    <a:pt x="39" y="32"/>
                    <a:pt x="38" y="32"/>
                  </a:cubicBezTo>
                  <a:cubicBezTo>
                    <a:pt x="38" y="33"/>
                    <a:pt x="38" y="32"/>
                    <a:pt x="38" y="32"/>
                  </a:cubicBezTo>
                  <a:cubicBezTo>
                    <a:pt x="37" y="32"/>
                    <a:pt x="37" y="32"/>
                    <a:pt x="36" y="32"/>
                  </a:cubicBezTo>
                  <a:cubicBezTo>
                    <a:pt x="35" y="30"/>
                    <a:pt x="36" y="28"/>
                    <a:pt x="35" y="27"/>
                  </a:cubicBezTo>
                  <a:cubicBezTo>
                    <a:pt x="35" y="26"/>
                    <a:pt x="36" y="26"/>
                    <a:pt x="35" y="26"/>
                  </a:cubicBezTo>
                  <a:cubicBezTo>
                    <a:pt x="36" y="25"/>
                    <a:pt x="36" y="25"/>
                    <a:pt x="37" y="25"/>
                  </a:cubicBezTo>
                  <a:cubicBezTo>
                    <a:pt x="36" y="24"/>
                    <a:pt x="35" y="24"/>
                    <a:pt x="35" y="23"/>
                  </a:cubicBezTo>
                  <a:cubicBezTo>
                    <a:pt x="36" y="23"/>
                    <a:pt x="36" y="23"/>
                    <a:pt x="36" y="23"/>
                  </a:cubicBezTo>
                  <a:cubicBezTo>
                    <a:pt x="36" y="22"/>
                    <a:pt x="36" y="23"/>
                    <a:pt x="35" y="23"/>
                  </a:cubicBezTo>
                  <a:cubicBezTo>
                    <a:pt x="35" y="22"/>
                    <a:pt x="35" y="22"/>
                    <a:pt x="35" y="21"/>
                  </a:cubicBezTo>
                  <a:cubicBezTo>
                    <a:pt x="35" y="21"/>
                    <a:pt x="34" y="20"/>
                    <a:pt x="35" y="19"/>
                  </a:cubicBezTo>
                  <a:cubicBezTo>
                    <a:pt x="34" y="20"/>
                    <a:pt x="33" y="19"/>
                    <a:pt x="32" y="19"/>
                  </a:cubicBezTo>
                  <a:cubicBezTo>
                    <a:pt x="32" y="19"/>
                    <a:pt x="32" y="19"/>
                    <a:pt x="32" y="19"/>
                  </a:cubicBezTo>
                  <a:cubicBezTo>
                    <a:pt x="31" y="19"/>
                    <a:pt x="30" y="19"/>
                    <a:pt x="30" y="18"/>
                  </a:cubicBezTo>
                  <a:cubicBezTo>
                    <a:pt x="31" y="17"/>
                    <a:pt x="32" y="18"/>
                    <a:pt x="32" y="18"/>
                  </a:cubicBezTo>
                  <a:cubicBezTo>
                    <a:pt x="32" y="17"/>
                    <a:pt x="32" y="17"/>
                    <a:pt x="31" y="17"/>
                  </a:cubicBezTo>
                  <a:cubicBezTo>
                    <a:pt x="31" y="17"/>
                    <a:pt x="30" y="17"/>
                    <a:pt x="30" y="17"/>
                  </a:cubicBezTo>
                  <a:cubicBezTo>
                    <a:pt x="30" y="17"/>
                    <a:pt x="30" y="17"/>
                    <a:pt x="29" y="17"/>
                  </a:cubicBezTo>
                  <a:cubicBezTo>
                    <a:pt x="30" y="16"/>
                    <a:pt x="30" y="16"/>
                    <a:pt x="31" y="16"/>
                  </a:cubicBezTo>
                  <a:cubicBezTo>
                    <a:pt x="31" y="16"/>
                    <a:pt x="32" y="16"/>
                    <a:pt x="33" y="15"/>
                  </a:cubicBezTo>
                  <a:cubicBezTo>
                    <a:pt x="33" y="15"/>
                    <a:pt x="32" y="15"/>
                    <a:pt x="32" y="14"/>
                  </a:cubicBezTo>
                  <a:cubicBezTo>
                    <a:pt x="34" y="14"/>
                    <a:pt x="35" y="13"/>
                    <a:pt x="36" y="13"/>
                  </a:cubicBezTo>
                  <a:cubicBezTo>
                    <a:pt x="38" y="13"/>
                    <a:pt x="38" y="13"/>
                    <a:pt x="40" y="13"/>
                  </a:cubicBezTo>
                  <a:cubicBezTo>
                    <a:pt x="40" y="13"/>
                    <a:pt x="39" y="12"/>
                    <a:pt x="39" y="11"/>
                  </a:cubicBezTo>
                  <a:cubicBezTo>
                    <a:pt x="40" y="11"/>
                    <a:pt x="41" y="11"/>
                    <a:pt x="42" y="11"/>
                  </a:cubicBezTo>
                  <a:cubicBezTo>
                    <a:pt x="42" y="10"/>
                    <a:pt x="44" y="11"/>
                    <a:pt x="45" y="10"/>
                  </a:cubicBezTo>
                  <a:cubicBezTo>
                    <a:pt x="45" y="11"/>
                    <a:pt x="46" y="11"/>
                    <a:pt x="46" y="11"/>
                  </a:cubicBezTo>
                  <a:cubicBezTo>
                    <a:pt x="46" y="10"/>
                    <a:pt x="47" y="11"/>
                    <a:pt x="47" y="11"/>
                  </a:cubicBezTo>
                  <a:cubicBezTo>
                    <a:pt x="48" y="11"/>
                    <a:pt x="49" y="11"/>
                    <a:pt x="50" y="12"/>
                  </a:cubicBezTo>
                  <a:cubicBezTo>
                    <a:pt x="49" y="12"/>
                    <a:pt x="48" y="12"/>
                    <a:pt x="48" y="13"/>
                  </a:cubicBezTo>
                  <a:cubicBezTo>
                    <a:pt x="48" y="13"/>
                    <a:pt x="49" y="12"/>
                    <a:pt x="50" y="13"/>
                  </a:cubicBezTo>
                  <a:cubicBezTo>
                    <a:pt x="50" y="12"/>
                    <a:pt x="50" y="13"/>
                    <a:pt x="51" y="13"/>
                  </a:cubicBezTo>
                  <a:cubicBezTo>
                    <a:pt x="51" y="14"/>
                    <a:pt x="52" y="13"/>
                    <a:pt x="52" y="14"/>
                  </a:cubicBezTo>
                  <a:cubicBezTo>
                    <a:pt x="52" y="15"/>
                    <a:pt x="51" y="14"/>
                    <a:pt x="50" y="14"/>
                  </a:cubicBezTo>
                  <a:cubicBezTo>
                    <a:pt x="50" y="14"/>
                    <a:pt x="50" y="15"/>
                    <a:pt x="49" y="15"/>
                  </a:cubicBezTo>
                  <a:cubicBezTo>
                    <a:pt x="49" y="16"/>
                    <a:pt x="49" y="16"/>
                    <a:pt x="49" y="16"/>
                  </a:cubicBezTo>
                  <a:cubicBezTo>
                    <a:pt x="49" y="16"/>
                    <a:pt x="49" y="17"/>
                    <a:pt x="48" y="17"/>
                  </a:cubicBezTo>
                  <a:cubicBezTo>
                    <a:pt x="49" y="17"/>
                    <a:pt x="50" y="17"/>
                    <a:pt x="50" y="18"/>
                  </a:cubicBezTo>
                  <a:cubicBezTo>
                    <a:pt x="49" y="18"/>
                    <a:pt x="48" y="18"/>
                    <a:pt x="48" y="18"/>
                  </a:cubicBezTo>
                  <a:cubicBezTo>
                    <a:pt x="48" y="19"/>
                    <a:pt x="49" y="21"/>
                    <a:pt x="47" y="21"/>
                  </a:cubicBezTo>
                  <a:cubicBezTo>
                    <a:pt x="47" y="22"/>
                    <a:pt x="48" y="22"/>
                    <a:pt x="48" y="23"/>
                  </a:cubicBezTo>
                  <a:cubicBezTo>
                    <a:pt x="47" y="23"/>
                    <a:pt x="47" y="22"/>
                    <a:pt x="47" y="22"/>
                  </a:cubicBezTo>
                  <a:cubicBezTo>
                    <a:pt x="46" y="23"/>
                    <a:pt x="48" y="23"/>
                    <a:pt x="47" y="24"/>
                  </a:cubicBezTo>
                  <a:cubicBezTo>
                    <a:pt x="46" y="24"/>
                    <a:pt x="46" y="23"/>
                    <a:pt x="45" y="23"/>
                  </a:cubicBezTo>
                  <a:cubicBezTo>
                    <a:pt x="45" y="23"/>
                    <a:pt x="45" y="23"/>
                    <a:pt x="45" y="23"/>
                  </a:cubicBezTo>
                  <a:cubicBezTo>
                    <a:pt x="45" y="23"/>
                    <a:pt x="46" y="24"/>
                    <a:pt x="46" y="24"/>
                  </a:cubicBezTo>
                  <a:cubicBezTo>
                    <a:pt x="47" y="24"/>
                    <a:pt x="45" y="25"/>
                    <a:pt x="45" y="25"/>
                  </a:cubicBezTo>
                  <a:cubicBezTo>
                    <a:pt x="44" y="25"/>
                    <a:pt x="44" y="26"/>
                    <a:pt x="43" y="27"/>
                  </a:cubicBezTo>
                  <a:cubicBezTo>
                    <a:pt x="43" y="27"/>
                    <a:pt x="42" y="27"/>
                    <a:pt x="42" y="27"/>
                  </a:cubicBezTo>
                  <a:cubicBezTo>
                    <a:pt x="41" y="27"/>
                    <a:pt x="41" y="28"/>
                    <a:pt x="41" y="27"/>
                  </a:cubicBezTo>
                  <a:cubicBezTo>
                    <a:pt x="40" y="27"/>
                    <a:pt x="40" y="28"/>
                    <a:pt x="40" y="28"/>
                  </a:cubicBezTo>
                  <a:cubicBezTo>
                    <a:pt x="40" y="30"/>
                    <a:pt x="39" y="30"/>
                    <a:pt x="39" y="31"/>
                  </a:cubicBezTo>
                  <a:close/>
                  <a:moveTo>
                    <a:pt x="59" y="15"/>
                  </a:moveTo>
                  <a:cubicBezTo>
                    <a:pt x="59" y="15"/>
                    <a:pt x="60" y="16"/>
                    <a:pt x="60" y="15"/>
                  </a:cubicBezTo>
                  <a:cubicBezTo>
                    <a:pt x="60" y="16"/>
                    <a:pt x="61" y="16"/>
                    <a:pt x="61" y="18"/>
                  </a:cubicBezTo>
                  <a:cubicBezTo>
                    <a:pt x="60" y="18"/>
                    <a:pt x="60" y="17"/>
                    <a:pt x="59" y="17"/>
                  </a:cubicBezTo>
                  <a:cubicBezTo>
                    <a:pt x="59" y="18"/>
                    <a:pt x="59" y="18"/>
                    <a:pt x="59" y="19"/>
                  </a:cubicBezTo>
                  <a:cubicBezTo>
                    <a:pt x="58" y="19"/>
                    <a:pt x="58" y="19"/>
                    <a:pt x="58" y="19"/>
                  </a:cubicBezTo>
                  <a:cubicBezTo>
                    <a:pt x="57" y="19"/>
                    <a:pt x="57" y="18"/>
                    <a:pt x="57" y="18"/>
                  </a:cubicBezTo>
                  <a:cubicBezTo>
                    <a:pt x="57" y="17"/>
                    <a:pt x="57" y="17"/>
                    <a:pt x="57" y="16"/>
                  </a:cubicBezTo>
                  <a:cubicBezTo>
                    <a:pt x="57" y="16"/>
                    <a:pt x="57" y="17"/>
                    <a:pt x="56" y="17"/>
                  </a:cubicBezTo>
                  <a:cubicBezTo>
                    <a:pt x="56" y="17"/>
                    <a:pt x="56" y="16"/>
                    <a:pt x="56" y="16"/>
                  </a:cubicBezTo>
                  <a:cubicBezTo>
                    <a:pt x="56" y="15"/>
                    <a:pt x="55" y="16"/>
                    <a:pt x="55" y="15"/>
                  </a:cubicBezTo>
                  <a:cubicBezTo>
                    <a:pt x="55" y="13"/>
                    <a:pt x="57" y="14"/>
                    <a:pt x="57" y="15"/>
                  </a:cubicBezTo>
                  <a:cubicBezTo>
                    <a:pt x="58" y="15"/>
                    <a:pt x="57" y="14"/>
                    <a:pt x="57" y="14"/>
                  </a:cubicBezTo>
                  <a:cubicBezTo>
                    <a:pt x="58" y="13"/>
                    <a:pt x="59" y="14"/>
                    <a:pt x="58" y="15"/>
                  </a:cubicBezTo>
                  <a:cubicBezTo>
                    <a:pt x="58" y="15"/>
                    <a:pt x="59" y="15"/>
                    <a:pt x="59" y="15"/>
                  </a:cubicBezTo>
                  <a:close/>
                  <a:moveTo>
                    <a:pt x="59" y="13"/>
                  </a:moveTo>
                  <a:cubicBezTo>
                    <a:pt x="60" y="13"/>
                    <a:pt x="62" y="13"/>
                    <a:pt x="64" y="14"/>
                  </a:cubicBezTo>
                  <a:cubicBezTo>
                    <a:pt x="64" y="15"/>
                    <a:pt x="63" y="14"/>
                    <a:pt x="63" y="15"/>
                  </a:cubicBezTo>
                  <a:cubicBezTo>
                    <a:pt x="61" y="15"/>
                    <a:pt x="60" y="15"/>
                    <a:pt x="59" y="14"/>
                  </a:cubicBezTo>
                  <a:cubicBezTo>
                    <a:pt x="59" y="14"/>
                    <a:pt x="59" y="14"/>
                    <a:pt x="59" y="13"/>
                  </a:cubicBezTo>
                  <a:close/>
                  <a:moveTo>
                    <a:pt x="50" y="37"/>
                  </a:moveTo>
                  <a:cubicBezTo>
                    <a:pt x="49" y="38"/>
                    <a:pt x="48" y="38"/>
                    <a:pt x="48" y="38"/>
                  </a:cubicBezTo>
                  <a:cubicBezTo>
                    <a:pt x="48" y="37"/>
                    <a:pt x="48" y="37"/>
                    <a:pt x="48" y="36"/>
                  </a:cubicBezTo>
                  <a:cubicBezTo>
                    <a:pt x="48" y="36"/>
                    <a:pt x="49" y="36"/>
                    <a:pt x="49" y="35"/>
                  </a:cubicBezTo>
                  <a:cubicBezTo>
                    <a:pt x="49" y="35"/>
                    <a:pt x="49" y="35"/>
                    <a:pt x="50" y="35"/>
                  </a:cubicBezTo>
                  <a:cubicBezTo>
                    <a:pt x="49" y="36"/>
                    <a:pt x="49" y="36"/>
                    <a:pt x="50" y="37"/>
                  </a:cubicBezTo>
                  <a:close/>
                  <a:moveTo>
                    <a:pt x="48" y="29"/>
                  </a:moveTo>
                  <a:cubicBezTo>
                    <a:pt x="48" y="29"/>
                    <a:pt x="48" y="28"/>
                    <a:pt x="47" y="28"/>
                  </a:cubicBezTo>
                  <a:cubicBezTo>
                    <a:pt x="47" y="28"/>
                    <a:pt x="47" y="28"/>
                    <a:pt x="47" y="27"/>
                  </a:cubicBezTo>
                  <a:cubicBezTo>
                    <a:pt x="47" y="27"/>
                    <a:pt x="47" y="28"/>
                    <a:pt x="47" y="27"/>
                  </a:cubicBezTo>
                  <a:cubicBezTo>
                    <a:pt x="47" y="27"/>
                    <a:pt x="47" y="27"/>
                    <a:pt x="47" y="26"/>
                  </a:cubicBezTo>
                  <a:cubicBezTo>
                    <a:pt x="48" y="26"/>
                    <a:pt x="48" y="27"/>
                    <a:pt x="48" y="27"/>
                  </a:cubicBezTo>
                  <a:cubicBezTo>
                    <a:pt x="49" y="26"/>
                    <a:pt x="49" y="27"/>
                    <a:pt x="50" y="27"/>
                  </a:cubicBezTo>
                  <a:cubicBezTo>
                    <a:pt x="50" y="27"/>
                    <a:pt x="51" y="28"/>
                    <a:pt x="51" y="29"/>
                  </a:cubicBezTo>
                  <a:cubicBezTo>
                    <a:pt x="50" y="29"/>
                    <a:pt x="50" y="29"/>
                    <a:pt x="50" y="29"/>
                  </a:cubicBezTo>
                  <a:cubicBezTo>
                    <a:pt x="49" y="29"/>
                    <a:pt x="48" y="29"/>
                    <a:pt x="48" y="29"/>
                  </a:cubicBezTo>
                  <a:close/>
                  <a:moveTo>
                    <a:pt x="72" y="19"/>
                  </a:moveTo>
                  <a:cubicBezTo>
                    <a:pt x="74" y="19"/>
                    <a:pt x="75" y="18"/>
                    <a:pt x="76" y="18"/>
                  </a:cubicBezTo>
                  <a:cubicBezTo>
                    <a:pt x="76" y="18"/>
                    <a:pt x="76" y="18"/>
                    <a:pt x="76" y="18"/>
                  </a:cubicBezTo>
                  <a:cubicBezTo>
                    <a:pt x="76" y="18"/>
                    <a:pt x="77" y="18"/>
                    <a:pt x="77" y="18"/>
                  </a:cubicBezTo>
                  <a:cubicBezTo>
                    <a:pt x="77" y="19"/>
                    <a:pt x="76" y="19"/>
                    <a:pt x="75" y="19"/>
                  </a:cubicBezTo>
                  <a:cubicBezTo>
                    <a:pt x="74" y="20"/>
                    <a:pt x="74" y="21"/>
                    <a:pt x="72" y="21"/>
                  </a:cubicBezTo>
                  <a:cubicBezTo>
                    <a:pt x="72" y="22"/>
                    <a:pt x="73" y="23"/>
                    <a:pt x="73" y="24"/>
                  </a:cubicBezTo>
                  <a:cubicBezTo>
                    <a:pt x="73" y="24"/>
                    <a:pt x="73" y="24"/>
                    <a:pt x="73" y="24"/>
                  </a:cubicBezTo>
                  <a:cubicBezTo>
                    <a:pt x="72" y="24"/>
                    <a:pt x="72" y="23"/>
                    <a:pt x="71" y="23"/>
                  </a:cubicBezTo>
                  <a:cubicBezTo>
                    <a:pt x="71" y="22"/>
                    <a:pt x="72" y="22"/>
                    <a:pt x="72" y="21"/>
                  </a:cubicBezTo>
                  <a:cubicBezTo>
                    <a:pt x="72" y="20"/>
                    <a:pt x="73" y="20"/>
                    <a:pt x="72" y="19"/>
                  </a:cubicBezTo>
                  <a:close/>
                  <a:moveTo>
                    <a:pt x="72" y="15"/>
                  </a:moveTo>
                  <a:cubicBezTo>
                    <a:pt x="72" y="14"/>
                    <a:pt x="74" y="13"/>
                    <a:pt x="74" y="14"/>
                  </a:cubicBezTo>
                  <a:cubicBezTo>
                    <a:pt x="73" y="14"/>
                    <a:pt x="73" y="15"/>
                    <a:pt x="72" y="15"/>
                  </a:cubicBezTo>
                  <a:close/>
                  <a:moveTo>
                    <a:pt x="84" y="14"/>
                  </a:moveTo>
                  <a:cubicBezTo>
                    <a:pt x="85" y="14"/>
                    <a:pt x="87" y="14"/>
                    <a:pt x="87" y="15"/>
                  </a:cubicBezTo>
                  <a:cubicBezTo>
                    <a:pt x="87" y="16"/>
                    <a:pt x="86" y="15"/>
                    <a:pt x="84" y="16"/>
                  </a:cubicBezTo>
                  <a:cubicBezTo>
                    <a:pt x="84" y="15"/>
                    <a:pt x="84" y="15"/>
                    <a:pt x="84" y="14"/>
                  </a:cubicBezTo>
                  <a:close/>
                  <a:moveTo>
                    <a:pt x="25" y="29"/>
                  </a:moveTo>
                  <a:cubicBezTo>
                    <a:pt x="25" y="31"/>
                    <a:pt x="23" y="28"/>
                    <a:pt x="23" y="30"/>
                  </a:cubicBezTo>
                  <a:cubicBezTo>
                    <a:pt x="23" y="30"/>
                    <a:pt x="22" y="30"/>
                    <a:pt x="22" y="29"/>
                  </a:cubicBezTo>
                  <a:cubicBezTo>
                    <a:pt x="23" y="29"/>
                    <a:pt x="23" y="28"/>
                    <a:pt x="23" y="28"/>
                  </a:cubicBezTo>
                  <a:cubicBezTo>
                    <a:pt x="24" y="28"/>
                    <a:pt x="24" y="28"/>
                    <a:pt x="24" y="28"/>
                  </a:cubicBezTo>
                  <a:cubicBezTo>
                    <a:pt x="25" y="29"/>
                    <a:pt x="24" y="29"/>
                    <a:pt x="25" y="29"/>
                  </a:cubicBezTo>
                  <a:close/>
                  <a:moveTo>
                    <a:pt x="28" y="59"/>
                  </a:moveTo>
                  <a:cubicBezTo>
                    <a:pt x="28" y="60"/>
                    <a:pt x="27" y="60"/>
                    <a:pt x="27" y="60"/>
                  </a:cubicBezTo>
                  <a:cubicBezTo>
                    <a:pt x="27" y="60"/>
                    <a:pt x="27" y="59"/>
                    <a:pt x="27" y="59"/>
                  </a:cubicBezTo>
                  <a:cubicBezTo>
                    <a:pt x="27" y="59"/>
                    <a:pt x="28" y="59"/>
                    <a:pt x="28" y="59"/>
                  </a:cubicBezTo>
                  <a:close/>
                  <a:moveTo>
                    <a:pt x="23" y="58"/>
                  </a:moveTo>
                  <a:cubicBezTo>
                    <a:pt x="22" y="58"/>
                    <a:pt x="22" y="57"/>
                    <a:pt x="21" y="57"/>
                  </a:cubicBezTo>
                  <a:cubicBezTo>
                    <a:pt x="20" y="57"/>
                    <a:pt x="20" y="58"/>
                    <a:pt x="20" y="58"/>
                  </a:cubicBezTo>
                  <a:cubicBezTo>
                    <a:pt x="20" y="57"/>
                    <a:pt x="20" y="57"/>
                    <a:pt x="20" y="57"/>
                  </a:cubicBezTo>
                  <a:cubicBezTo>
                    <a:pt x="21" y="57"/>
                    <a:pt x="22" y="57"/>
                    <a:pt x="23" y="57"/>
                  </a:cubicBezTo>
                  <a:cubicBezTo>
                    <a:pt x="23" y="57"/>
                    <a:pt x="23" y="57"/>
                    <a:pt x="24" y="57"/>
                  </a:cubicBezTo>
                  <a:cubicBezTo>
                    <a:pt x="24" y="58"/>
                    <a:pt x="24" y="58"/>
                    <a:pt x="24" y="58"/>
                  </a:cubicBezTo>
                  <a:cubicBezTo>
                    <a:pt x="25" y="58"/>
                    <a:pt x="26" y="58"/>
                    <a:pt x="26" y="59"/>
                  </a:cubicBezTo>
                  <a:cubicBezTo>
                    <a:pt x="26" y="60"/>
                    <a:pt x="25" y="59"/>
                    <a:pt x="25" y="60"/>
                  </a:cubicBezTo>
                  <a:cubicBezTo>
                    <a:pt x="25" y="60"/>
                    <a:pt x="25" y="59"/>
                    <a:pt x="24" y="59"/>
                  </a:cubicBezTo>
                  <a:cubicBezTo>
                    <a:pt x="24" y="59"/>
                    <a:pt x="24" y="59"/>
                    <a:pt x="24" y="59"/>
                  </a:cubicBezTo>
                  <a:cubicBezTo>
                    <a:pt x="24" y="58"/>
                    <a:pt x="23" y="59"/>
                    <a:pt x="23" y="58"/>
                  </a:cubicBezTo>
                  <a:close/>
                  <a:moveTo>
                    <a:pt x="23" y="60"/>
                  </a:moveTo>
                  <a:cubicBezTo>
                    <a:pt x="23" y="60"/>
                    <a:pt x="23" y="60"/>
                    <a:pt x="22" y="60"/>
                  </a:cubicBezTo>
                  <a:cubicBezTo>
                    <a:pt x="22" y="60"/>
                    <a:pt x="22" y="59"/>
                    <a:pt x="22" y="59"/>
                  </a:cubicBezTo>
                  <a:cubicBezTo>
                    <a:pt x="23" y="59"/>
                    <a:pt x="23" y="59"/>
                    <a:pt x="23" y="60"/>
                  </a:cubicBezTo>
                  <a:close/>
                  <a:moveTo>
                    <a:pt x="22" y="56"/>
                  </a:moveTo>
                  <a:cubicBezTo>
                    <a:pt x="22" y="56"/>
                    <a:pt x="22" y="56"/>
                    <a:pt x="22" y="55"/>
                  </a:cubicBezTo>
                  <a:cubicBezTo>
                    <a:pt x="23" y="55"/>
                    <a:pt x="23" y="56"/>
                    <a:pt x="23" y="56"/>
                  </a:cubicBezTo>
                  <a:cubicBezTo>
                    <a:pt x="23" y="56"/>
                    <a:pt x="22" y="56"/>
                    <a:pt x="22" y="56"/>
                  </a:cubicBezTo>
                  <a:close/>
                  <a:moveTo>
                    <a:pt x="23" y="55"/>
                  </a:moveTo>
                  <a:cubicBezTo>
                    <a:pt x="24" y="55"/>
                    <a:pt x="24" y="55"/>
                    <a:pt x="24" y="55"/>
                  </a:cubicBezTo>
                  <a:cubicBezTo>
                    <a:pt x="24" y="56"/>
                    <a:pt x="24" y="56"/>
                    <a:pt x="24" y="56"/>
                  </a:cubicBezTo>
                  <a:cubicBezTo>
                    <a:pt x="23" y="56"/>
                    <a:pt x="23" y="56"/>
                    <a:pt x="23" y="55"/>
                  </a:cubicBezTo>
                  <a:close/>
                  <a:moveTo>
                    <a:pt x="24" y="57"/>
                  </a:moveTo>
                  <a:cubicBezTo>
                    <a:pt x="24" y="57"/>
                    <a:pt x="24" y="56"/>
                    <a:pt x="24" y="56"/>
                  </a:cubicBezTo>
                  <a:cubicBezTo>
                    <a:pt x="25" y="56"/>
                    <a:pt x="25" y="56"/>
                    <a:pt x="25" y="57"/>
                  </a:cubicBezTo>
                  <a:cubicBezTo>
                    <a:pt x="25" y="57"/>
                    <a:pt x="26" y="57"/>
                    <a:pt x="26" y="57"/>
                  </a:cubicBezTo>
                  <a:cubicBezTo>
                    <a:pt x="26" y="58"/>
                    <a:pt x="25" y="58"/>
                    <a:pt x="25" y="57"/>
                  </a:cubicBezTo>
                  <a:cubicBezTo>
                    <a:pt x="25" y="57"/>
                    <a:pt x="25" y="57"/>
                    <a:pt x="24" y="57"/>
                  </a:cubicBezTo>
                  <a:close/>
                  <a:moveTo>
                    <a:pt x="111" y="74"/>
                  </a:moveTo>
                  <a:cubicBezTo>
                    <a:pt x="111" y="74"/>
                    <a:pt x="111" y="73"/>
                    <a:pt x="111" y="73"/>
                  </a:cubicBezTo>
                  <a:cubicBezTo>
                    <a:pt x="110" y="72"/>
                    <a:pt x="109" y="72"/>
                    <a:pt x="108" y="71"/>
                  </a:cubicBezTo>
                  <a:cubicBezTo>
                    <a:pt x="108" y="71"/>
                    <a:pt x="108" y="71"/>
                    <a:pt x="108" y="71"/>
                  </a:cubicBezTo>
                  <a:cubicBezTo>
                    <a:pt x="107" y="70"/>
                    <a:pt x="108" y="71"/>
                    <a:pt x="108" y="70"/>
                  </a:cubicBezTo>
                  <a:cubicBezTo>
                    <a:pt x="109" y="70"/>
                    <a:pt x="108" y="71"/>
                    <a:pt x="109" y="70"/>
                  </a:cubicBezTo>
                  <a:cubicBezTo>
                    <a:pt x="109" y="71"/>
                    <a:pt x="110" y="70"/>
                    <a:pt x="110" y="70"/>
                  </a:cubicBezTo>
                  <a:cubicBezTo>
                    <a:pt x="110" y="70"/>
                    <a:pt x="111" y="70"/>
                    <a:pt x="111" y="70"/>
                  </a:cubicBezTo>
                  <a:cubicBezTo>
                    <a:pt x="111" y="70"/>
                    <a:pt x="112" y="70"/>
                    <a:pt x="112" y="70"/>
                  </a:cubicBezTo>
                  <a:cubicBezTo>
                    <a:pt x="112" y="72"/>
                    <a:pt x="111" y="73"/>
                    <a:pt x="111"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18" name="Freeform 258"/>
            <p:cNvSpPr>
              <a:spLocks/>
            </p:cNvSpPr>
            <p:nvPr/>
          </p:nvSpPr>
          <p:spPr bwMode="auto">
            <a:xfrm>
              <a:off x="6143171" y="3158419"/>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19" name="Freeform 259"/>
            <p:cNvSpPr>
              <a:spLocks/>
            </p:cNvSpPr>
            <p:nvPr/>
          </p:nvSpPr>
          <p:spPr bwMode="auto">
            <a:xfrm>
              <a:off x="6335089" y="3227813"/>
              <a:ext cx="3253" cy="5422"/>
            </a:xfrm>
            <a:custGeom>
              <a:avLst/>
              <a:gdLst>
                <a:gd name="T0" fmla="*/ 1 w 1"/>
                <a:gd name="T1" fmla="*/ 1 h 2"/>
                <a:gd name="T2" fmla="*/ 1 w 1"/>
                <a:gd name="T3" fmla="*/ 0 h 2"/>
                <a:gd name="T4" fmla="*/ 0 w 1"/>
                <a:gd name="T5" fmla="*/ 1 h 2"/>
                <a:gd name="T6" fmla="*/ 1 w 1"/>
                <a:gd name="T7" fmla="*/ 1 h 2"/>
              </a:gdLst>
              <a:ahLst/>
              <a:cxnLst>
                <a:cxn ang="0">
                  <a:pos x="T0" y="T1"/>
                </a:cxn>
                <a:cxn ang="0">
                  <a:pos x="T2" y="T3"/>
                </a:cxn>
                <a:cxn ang="0">
                  <a:pos x="T4" y="T5"/>
                </a:cxn>
                <a:cxn ang="0">
                  <a:pos x="T6" y="T7"/>
                </a:cxn>
              </a:cxnLst>
              <a:rect l="0" t="0" r="r" b="b"/>
              <a:pathLst>
                <a:path w="1" h="2">
                  <a:moveTo>
                    <a:pt x="1" y="1"/>
                  </a:moveTo>
                  <a:cubicBezTo>
                    <a:pt x="1" y="1"/>
                    <a:pt x="1" y="1"/>
                    <a:pt x="1" y="0"/>
                  </a:cubicBezTo>
                  <a:cubicBezTo>
                    <a:pt x="0" y="0"/>
                    <a:pt x="0" y="1"/>
                    <a:pt x="0" y="1"/>
                  </a:cubicBezTo>
                  <a:cubicBezTo>
                    <a:pt x="0" y="1"/>
                    <a:pt x="1" y="2"/>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20" name="Freeform 260"/>
            <p:cNvSpPr>
              <a:spLocks/>
            </p:cNvSpPr>
            <p:nvPr/>
          </p:nvSpPr>
          <p:spPr bwMode="auto">
            <a:xfrm>
              <a:off x="6310151" y="3163840"/>
              <a:ext cx="2169" cy="0"/>
            </a:xfrm>
            <a:custGeom>
              <a:avLst/>
              <a:gdLst>
                <a:gd name="T0" fmla="*/ 0 w 1"/>
                <a:gd name="T1" fmla="*/ 1 w 1"/>
                <a:gd name="T2" fmla="*/ 0 w 1"/>
              </a:gdLst>
              <a:ahLst/>
              <a:cxnLst>
                <a:cxn ang="0">
                  <a:pos x="T0" y="0"/>
                </a:cxn>
                <a:cxn ang="0">
                  <a:pos x="T1" y="0"/>
                </a:cxn>
                <a:cxn ang="0">
                  <a:pos x="T2" y="0"/>
                </a:cxn>
              </a:cxnLst>
              <a:rect l="0" t="0" r="r" b="b"/>
              <a:pathLst>
                <a:path w="1">
                  <a:moveTo>
                    <a:pt x="0" y="0"/>
                  </a:moveTo>
                  <a:cubicBezTo>
                    <a:pt x="0" y="0"/>
                    <a:pt x="1" y="0"/>
                    <a:pt x="1" y="0"/>
                  </a:cubicBezTo>
                  <a:cubicBezTo>
                    <a:pt x="1"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21" name="Freeform 261"/>
            <p:cNvSpPr>
              <a:spLocks/>
            </p:cNvSpPr>
            <p:nvPr/>
          </p:nvSpPr>
          <p:spPr bwMode="auto">
            <a:xfrm>
              <a:off x="6312320" y="3163840"/>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22" name="Freeform 262"/>
            <p:cNvSpPr>
              <a:spLocks/>
            </p:cNvSpPr>
            <p:nvPr/>
          </p:nvSpPr>
          <p:spPr bwMode="auto">
            <a:xfrm>
              <a:off x="6278707" y="3171431"/>
              <a:ext cx="3253" cy="3253"/>
            </a:xfrm>
            <a:custGeom>
              <a:avLst/>
              <a:gdLst>
                <a:gd name="T0" fmla="*/ 1 w 1"/>
                <a:gd name="T1" fmla="*/ 0 h 1"/>
                <a:gd name="T2" fmla="*/ 1 w 1"/>
                <a:gd name="T3" fmla="*/ 1 h 1"/>
                <a:gd name="T4" fmla="*/ 1 w 1"/>
                <a:gd name="T5" fmla="*/ 0 h 1"/>
              </a:gdLst>
              <a:ahLst/>
              <a:cxnLst>
                <a:cxn ang="0">
                  <a:pos x="T0" y="T1"/>
                </a:cxn>
                <a:cxn ang="0">
                  <a:pos x="T2" y="T3"/>
                </a:cxn>
                <a:cxn ang="0">
                  <a:pos x="T4" y="T5"/>
                </a:cxn>
              </a:cxnLst>
              <a:rect l="0" t="0" r="r" b="b"/>
              <a:pathLst>
                <a:path w="1" h="1">
                  <a:moveTo>
                    <a:pt x="1" y="0"/>
                  </a:moveTo>
                  <a:cubicBezTo>
                    <a:pt x="0" y="1"/>
                    <a:pt x="1" y="1"/>
                    <a:pt x="1" y="1"/>
                  </a:cubicBezTo>
                  <a:cubicBezTo>
                    <a:pt x="1" y="0"/>
                    <a:pt x="1"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23" name="Freeform 263"/>
            <p:cNvSpPr>
              <a:spLocks/>
            </p:cNvSpPr>
            <p:nvPr/>
          </p:nvSpPr>
          <p:spPr bwMode="auto">
            <a:xfrm>
              <a:off x="6099800" y="3248414"/>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24" name="Freeform 264"/>
            <p:cNvSpPr>
              <a:spLocks/>
            </p:cNvSpPr>
            <p:nvPr/>
          </p:nvSpPr>
          <p:spPr bwMode="auto">
            <a:xfrm>
              <a:off x="6220155" y="3222392"/>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25" name="Freeform 265"/>
            <p:cNvSpPr>
              <a:spLocks/>
            </p:cNvSpPr>
            <p:nvPr/>
          </p:nvSpPr>
          <p:spPr bwMode="auto">
            <a:xfrm>
              <a:off x="6220155" y="3179020"/>
              <a:ext cx="15180" cy="23854"/>
            </a:xfrm>
            <a:custGeom>
              <a:avLst/>
              <a:gdLst>
                <a:gd name="T0" fmla="*/ 5 w 6"/>
                <a:gd name="T1" fmla="*/ 0 h 9"/>
                <a:gd name="T2" fmla="*/ 3 w 6"/>
                <a:gd name="T3" fmla="*/ 4 h 9"/>
                <a:gd name="T4" fmla="*/ 3 w 6"/>
                <a:gd name="T5" fmla="*/ 6 h 9"/>
                <a:gd name="T6" fmla="*/ 2 w 6"/>
                <a:gd name="T7" fmla="*/ 8 h 9"/>
                <a:gd name="T8" fmla="*/ 0 w 6"/>
                <a:gd name="T9" fmla="*/ 6 h 9"/>
                <a:gd name="T10" fmla="*/ 1 w 6"/>
                <a:gd name="T11" fmla="*/ 8 h 9"/>
                <a:gd name="T12" fmla="*/ 1 w 6"/>
                <a:gd name="T13" fmla="*/ 9 h 9"/>
                <a:gd name="T14" fmla="*/ 1 w 6"/>
                <a:gd name="T15" fmla="*/ 9 h 9"/>
                <a:gd name="T16" fmla="*/ 3 w 6"/>
                <a:gd name="T17" fmla="*/ 9 h 9"/>
                <a:gd name="T18" fmla="*/ 4 w 6"/>
                <a:gd name="T19" fmla="*/ 9 h 9"/>
                <a:gd name="T20" fmla="*/ 5 w 6"/>
                <a:gd name="T21" fmla="*/ 6 h 9"/>
                <a:gd name="T22" fmla="*/ 5 w 6"/>
                <a:gd name="T23" fmla="*/ 7 h 9"/>
                <a:gd name="T24" fmla="*/ 5 w 6"/>
                <a:gd name="T25" fmla="*/ 5 h 9"/>
                <a:gd name="T26" fmla="*/ 4 w 6"/>
                <a:gd name="T27" fmla="*/ 4 h 9"/>
                <a:gd name="T28" fmla="*/ 5 w 6"/>
                <a:gd name="T29" fmla="*/ 1 h 9"/>
                <a:gd name="T30" fmla="*/ 5 w 6"/>
                <a:gd name="T3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 h="9">
                  <a:moveTo>
                    <a:pt x="5" y="0"/>
                  </a:moveTo>
                  <a:cubicBezTo>
                    <a:pt x="5" y="2"/>
                    <a:pt x="3" y="2"/>
                    <a:pt x="3" y="4"/>
                  </a:cubicBezTo>
                  <a:cubicBezTo>
                    <a:pt x="3" y="5"/>
                    <a:pt x="3" y="5"/>
                    <a:pt x="3" y="6"/>
                  </a:cubicBezTo>
                  <a:cubicBezTo>
                    <a:pt x="3" y="7"/>
                    <a:pt x="3" y="8"/>
                    <a:pt x="2" y="8"/>
                  </a:cubicBezTo>
                  <a:cubicBezTo>
                    <a:pt x="1" y="9"/>
                    <a:pt x="1" y="6"/>
                    <a:pt x="0" y="6"/>
                  </a:cubicBezTo>
                  <a:cubicBezTo>
                    <a:pt x="0" y="7"/>
                    <a:pt x="1" y="8"/>
                    <a:pt x="1" y="8"/>
                  </a:cubicBezTo>
                  <a:cubicBezTo>
                    <a:pt x="1" y="8"/>
                    <a:pt x="1" y="9"/>
                    <a:pt x="1" y="9"/>
                  </a:cubicBezTo>
                  <a:cubicBezTo>
                    <a:pt x="1" y="9"/>
                    <a:pt x="2" y="9"/>
                    <a:pt x="1" y="9"/>
                  </a:cubicBezTo>
                  <a:cubicBezTo>
                    <a:pt x="2" y="9"/>
                    <a:pt x="2" y="9"/>
                    <a:pt x="3" y="9"/>
                  </a:cubicBezTo>
                  <a:cubicBezTo>
                    <a:pt x="3" y="9"/>
                    <a:pt x="3" y="9"/>
                    <a:pt x="4" y="9"/>
                  </a:cubicBezTo>
                  <a:cubicBezTo>
                    <a:pt x="5" y="8"/>
                    <a:pt x="4" y="7"/>
                    <a:pt x="5" y="6"/>
                  </a:cubicBezTo>
                  <a:cubicBezTo>
                    <a:pt x="6" y="5"/>
                    <a:pt x="5" y="7"/>
                    <a:pt x="5" y="7"/>
                  </a:cubicBezTo>
                  <a:cubicBezTo>
                    <a:pt x="5" y="6"/>
                    <a:pt x="5" y="5"/>
                    <a:pt x="5" y="5"/>
                  </a:cubicBezTo>
                  <a:cubicBezTo>
                    <a:pt x="5" y="4"/>
                    <a:pt x="4" y="4"/>
                    <a:pt x="4" y="4"/>
                  </a:cubicBezTo>
                  <a:cubicBezTo>
                    <a:pt x="4" y="2"/>
                    <a:pt x="5" y="2"/>
                    <a:pt x="5" y="1"/>
                  </a:cubicBezTo>
                  <a:cubicBezTo>
                    <a:pt x="5" y="0"/>
                    <a:pt x="5" y="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26" name="Freeform 266"/>
            <p:cNvSpPr>
              <a:spLocks/>
            </p:cNvSpPr>
            <p:nvPr/>
          </p:nvSpPr>
          <p:spPr bwMode="auto">
            <a:xfrm>
              <a:off x="6158351" y="3205043"/>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27" name="Freeform 267"/>
            <p:cNvSpPr>
              <a:spLocks/>
            </p:cNvSpPr>
            <p:nvPr/>
          </p:nvSpPr>
          <p:spPr bwMode="auto">
            <a:xfrm>
              <a:off x="6325331" y="3259257"/>
              <a:ext cx="2169" cy="4337"/>
            </a:xfrm>
            <a:custGeom>
              <a:avLst/>
              <a:gdLst>
                <a:gd name="T0" fmla="*/ 0 w 1"/>
                <a:gd name="T1" fmla="*/ 0 h 2"/>
                <a:gd name="T2" fmla="*/ 1 w 1"/>
                <a:gd name="T3" fmla="*/ 2 h 2"/>
                <a:gd name="T4" fmla="*/ 1 w 1"/>
                <a:gd name="T5" fmla="*/ 2 h 2"/>
                <a:gd name="T6" fmla="*/ 1 w 1"/>
                <a:gd name="T7" fmla="*/ 1 h 2"/>
                <a:gd name="T8" fmla="*/ 0 w 1"/>
                <a:gd name="T9" fmla="*/ 0 h 2"/>
              </a:gdLst>
              <a:ahLst/>
              <a:cxnLst>
                <a:cxn ang="0">
                  <a:pos x="T0" y="T1"/>
                </a:cxn>
                <a:cxn ang="0">
                  <a:pos x="T2" y="T3"/>
                </a:cxn>
                <a:cxn ang="0">
                  <a:pos x="T4" y="T5"/>
                </a:cxn>
                <a:cxn ang="0">
                  <a:pos x="T6" y="T7"/>
                </a:cxn>
                <a:cxn ang="0">
                  <a:pos x="T8" y="T9"/>
                </a:cxn>
              </a:cxnLst>
              <a:rect l="0" t="0" r="r" b="b"/>
              <a:pathLst>
                <a:path w="1" h="2">
                  <a:moveTo>
                    <a:pt x="0" y="0"/>
                  </a:moveTo>
                  <a:cubicBezTo>
                    <a:pt x="0" y="1"/>
                    <a:pt x="1" y="1"/>
                    <a:pt x="1" y="2"/>
                  </a:cubicBezTo>
                  <a:cubicBezTo>
                    <a:pt x="1" y="2"/>
                    <a:pt x="1" y="2"/>
                    <a:pt x="1" y="2"/>
                  </a:cubicBezTo>
                  <a:cubicBezTo>
                    <a:pt x="1" y="1"/>
                    <a:pt x="1" y="1"/>
                    <a:pt x="1" y="1"/>
                  </a:cubicBezTo>
                  <a:cubicBezTo>
                    <a:pt x="1" y="1"/>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28" name="Freeform 268"/>
            <p:cNvSpPr>
              <a:spLocks/>
            </p:cNvSpPr>
            <p:nvPr/>
          </p:nvSpPr>
          <p:spPr bwMode="auto">
            <a:xfrm>
              <a:off x="6242926" y="3176852"/>
              <a:ext cx="7590" cy="7590"/>
            </a:xfrm>
            <a:custGeom>
              <a:avLst/>
              <a:gdLst>
                <a:gd name="T0" fmla="*/ 0 w 3"/>
                <a:gd name="T1" fmla="*/ 1 h 3"/>
                <a:gd name="T2" fmla="*/ 1 w 3"/>
                <a:gd name="T3" fmla="*/ 2 h 3"/>
                <a:gd name="T4" fmla="*/ 2 w 3"/>
                <a:gd name="T5" fmla="*/ 2 h 3"/>
                <a:gd name="T6" fmla="*/ 3 w 3"/>
                <a:gd name="T7" fmla="*/ 1 h 3"/>
                <a:gd name="T8" fmla="*/ 0 w 3"/>
                <a:gd name="T9" fmla="*/ 1 h 3"/>
              </a:gdLst>
              <a:ahLst/>
              <a:cxnLst>
                <a:cxn ang="0">
                  <a:pos x="T0" y="T1"/>
                </a:cxn>
                <a:cxn ang="0">
                  <a:pos x="T2" y="T3"/>
                </a:cxn>
                <a:cxn ang="0">
                  <a:pos x="T4" y="T5"/>
                </a:cxn>
                <a:cxn ang="0">
                  <a:pos x="T6" y="T7"/>
                </a:cxn>
                <a:cxn ang="0">
                  <a:pos x="T8" y="T9"/>
                </a:cxn>
              </a:cxnLst>
              <a:rect l="0" t="0" r="r" b="b"/>
              <a:pathLst>
                <a:path w="3" h="3">
                  <a:moveTo>
                    <a:pt x="0" y="1"/>
                  </a:moveTo>
                  <a:cubicBezTo>
                    <a:pt x="0" y="1"/>
                    <a:pt x="0" y="3"/>
                    <a:pt x="1" y="2"/>
                  </a:cubicBezTo>
                  <a:cubicBezTo>
                    <a:pt x="2" y="2"/>
                    <a:pt x="1" y="2"/>
                    <a:pt x="2" y="2"/>
                  </a:cubicBezTo>
                  <a:cubicBezTo>
                    <a:pt x="2" y="1"/>
                    <a:pt x="3" y="2"/>
                    <a:pt x="3" y="1"/>
                  </a:cubicBezTo>
                  <a:cubicBezTo>
                    <a:pt x="2" y="0"/>
                    <a:pt x="1"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29" name="Freeform 269"/>
            <p:cNvSpPr>
              <a:spLocks/>
            </p:cNvSpPr>
            <p:nvPr/>
          </p:nvSpPr>
          <p:spPr bwMode="auto">
            <a:xfrm>
              <a:off x="6238588" y="3171431"/>
              <a:ext cx="2169" cy="0"/>
            </a:xfrm>
            <a:custGeom>
              <a:avLst/>
              <a:gdLst>
                <a:gd name="T0" fmla="*/ 0 w 1"/>
                <a:gd name="T1" fmla="*/ 1 w 1"/>
                <a:gd name="T2" fmla="*/ 0 w 1"/>
              </a:gdLst>
              <a:ahLst/>
              <a:cxnLst>
                <a:cxn ang="0">
                  <a:pos x="T0" y="0"/>
                </a:cxn>
                <a:cxn ang="0">
                  <a:pos x="T1" y="0"/>
                </a:cxn>
                <a:cxn ang="0">
                  <a:pos x="T2" y="0"/>
                </a:cxn>
              </a:cxnLst>
              <a:rect l="0" t="0" r="r" b="b"/>
              <a:pathLst>
                <a:path w="1">
                  <a:moveTo>
                    <a:pt x="0" y="0"/>
                  </a:moveTo>
                  <a:cubicBezTo>
                    <a:pt x="0" y="0"/>
                    <a:pt x="1" y="0"/>
                    <a:pt x="1" y="0"/>
                  </a:cubicBezTo>
                  <a:cubicBezTo>
                    <a:pt x="1"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30" name="Freeform 270"/>
            <p:cNvSpPr>
              <a:spLocks/>
            </p:cNvSpPr>
            <p:nvPr/>
          </p:nvSpPr>
          <p:spPr bwMode="auto">
            <a:xfrm>
              <a:off x="6248347" y="3248414"/>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31" name="Freeform 271"/>
            <p:cNvSpPr>
              <a:spLocks/>
            </p:cNvSpPr>
            <p:nvPr/>
          </p:nvSpPr>
          <p:spPr bwMode="auto">
            <a:xfrm>
              <a:off x="6248347" y="3182273"/>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32" name="Freeform 272"/>
            <p:cNvSpPr>
              <a:spLocks/>
            </p:cNvSpPr>
            <p:nvPr/>
          </p:nvSpPr>
          <p:spPr bwMode="auto">
            <a:xfrm>
              <a:off x="6278707" y="3169262"/>
              <a:ext cx="3253" cy="2169"/>
            </a:xfrm>
            <a:custGeom>
              <a:avLst/>
              <a:gdLst>
                <a:gd name="T0" fmla="*/ 1 w 1"/>
                <a:gd name="T1" fmla="*/ 1 h 1"/>
                <a:gd name="T2" fmla="*/ 1 w 1"/>
                <a:gd name="T3" fmla="*/ 1 h 1"/>
              </a:gdLst>
              <a:ahLst/>
              <a:cxnLst>
                <a:cxn ang="0">
                  <a:pos x="T0" y="T1"/>
                </a:cxn>
                <a:cxn ang="0">
                  <a:pos x="T2" y="T3"/>
                </a:cxn>
              </a:cxnLst>
              <a:rect l="0" t="0" r="r" b="b"/>
              <a:pathLst>
                <a:path w="1" h="1">
                  <a:moveTo>
                    <a:pt x="1" y="1"/>
                  </a:moveTo>
                  <a:cubicBezTo>
                    <a:pt x="1" y="0"/>
                    <a:pt x="0" y="1"/>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33" name="Freeform 273"/>
            <p:cNvSpPr>
              <a:spLocks/>
            </p:cNvSpPr>
            <p:nvPr/>
          </p:nvSpPr>
          <p:spPr bwMode="auto">
            <a:xfrm>
              <a:off x="6235335" y="3192032"/>
              <a:ext cx="3253" cy="0"/>
            </a:xfrm>
            <a:custGeom>
              <a:avLst/>
              <a:gdLst>
                <a:gd name="T0" fmla="*/ 0 w 1"/>
                <a:gd name="T1" fmla="*/ 1 w 1"/>
                <a:gd name="T2" fmla="*/ 0 w 1"/>
              </a:gdLst>
              <a:ahLst/>
              <a:cxnLst>
                <a:cxn ang="0">
                  <a:pos x="T0" y="0"/>
                </a:cxn>
                <a:cxn ang="0">
                  <a:pos x="T1" y="0"/>
                </a:cxn>
                <a:cxn ang="0">
                  <a:pos x="T2" y="0"/>
                </a:cxn>
              </a:cxnLst>
              <a:rect l="0" t="0" r="r" b="b"/>
              <a:pathLst>
                <a:path w="1">
                  <a:moveTo>
                    <a:pt x="0" y="0"/>
                  </a:moveTo>
                  <a:cubicBezTo>
                    <a:pt x="1" y="0"/>
                    <a:pt x="1" y="0"/>
                    <a:pt x="1" y="0"/>
                  </a:cubicBezTo>
                  <a:cubicBezTo>
                    <a:pt x="1"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34" name="Freeform 274"/>
            <p:cNvSpPr>
              <a:spLocks/>
            </p:cNvSpPr>
            <p:nvPr/>
          </p:nvSpPr>
          <p:spPr bwMode="auto">
            <a:xfrm>
              <a:off x="6312320" y="3161672"/>
              <a:ext cx="3253" cy="0"/>
            </a:xfrm>
            <a:custGeom>
              <a:avLst/>
              <a:gdLst>
                <a:gd name="T0" fmla="*/ 1 w 1"/>
                <a:gd name="T1" fmla="*/ 1 w 1"/>
                <a:gd name="T2" fmla="*/ 1 w 1"/>
              </a:gdLst>
              <a:ahLst/>
              <a:cxnLst>
                <a:cxn ang="0">
                  <a:pos x="T0" y="0"/>
                </a:cxn>
                <a:cxn ang="0">
                  <a:pos x="T1" y="0"/>
                </a:cxn>
                <a:cxn ang="0">
                  <a:pos x="T2" y="0"/>
                </a:cxn>
              </a:cxnLst>
              <a:rect l="0" t="0" r="r" b="b"/>
              <a:pathLst>
                <a:path w="1">
                  <a:moveTo>
                    <a:pt x="1" y="0"/>
                  </a:moveTo>
                  <a:cubicBezTo>
                    <a:pt x="1" y="0"/>
                    <a:pt x="1" y="0"/>
                    <a:pt x="1" y="0"/>
                  </a:cubicBezTo>
                  <a:cubicBezTo>
                    <a:pt x="1" y="0"/>
                    <a:pt x="0"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35" name="Freeform 275"/>
            <p:cNvSpPr>
              <a:spLocks/>
            </p:cNvSpPr>
            <p:nvPr/>
          </p:nvSpPr>
          <p:spPr bwMode="auto">
            <a:xfrm>
              <a:off x="6191964" y="3141071"/>
              <a:ext cx="7590" cy="2169"/>
            </a:xfrm>
            <a:custGeom>
              <a:avLst/>
              <a:gdLst>
                <a:gd name="T0" fmla="*/ 2 w 3"/>
                <a:gd name="T1" fmla="*/ 1 h 1"/>
                <a:gd name="T2" fmla="*/ 3 w 3"/>
                <a:gd name="T3" fmla="*/ 0 h 1"/>
                <a:gd name="T4" fmla="*/ 0 w 3"/>
                <a:gd name="T5" fmla="*/ 1 h 1"/>
                <a:gd name="T6" fmla="*/ 2 w 3"/>
                <a:gd name="T7" fmla="*/ 1 h 1"/>
              </a:gdLst>
              <a:ahLst/>
              <a:cxnLst>
                <a:cxn ang="0">
                  <a:pos x="T0" y="T1"/>
                </a:cxn>
                <a:cxn ang="0">
                  <a:pos x="T2" y="T3"/>
                </a:cxn>
                <a:cxn ang="0">
                  <a:pos x="T4" y="T5"/>
                </a:cxn>
                <a:cxn ang="0">
                  <a:pos x="T6" y="T7"/>
                </a:cxn>
              </a:cxnLst>
              <a:rect l="0" t="0" r="r" b="b"/>
              <a:pathLst>
                <a:path w="3" h="1">
                  <a:moveTo>
                    <a:pt x="2" y="1"/>
                  </a:moveTo>
                  <a:cubicBezTo>
                    <a:pt x="2" y="1"/>
                    <a:pt x="3" y="1"/>
                    <a:pt x="3" y="0"/>
                  </a:cubicBezTo>
                  <a:cubicBezTo>
                    <a:pt x="2" y="0"/>
                    <a:pt x="0" y="0"/>
                    <a:pt x="0" y="1"/>
                  </a:cubicBezTo>
                  <a:cubicBezTo>
                    <a:pt x="1" y="1"/>
                    <a:pt x="1" y="1"/>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36" name="Freeform 276"/>
            <p:cNvSpPr>
              <a:spLocks/>
            </p:cNvSpPr>
            <p:nvPr/>
          </p:nvSpPr>
          <p:spPr bwMode="auto">
            <a:xfrm>
              <a:off x="6194132" y="3163840"/>
              <a:ext cx="3253" cy="2169"/>
            </a:xfrm>
            <a:custGeom>
              <a:avLst/>
              <a:gdLst>
                <a:gd name="T0" fmla="*/ 0 w 1"/>
                <a:gd name="T1" fmla="*/ 1 h 1"/>
                <a:gd name="T2" fmla="*/ 1 w 1"/>
                <a:gd name="T3" fmla="*/ 0 h 1"/>
                <a:gd name="T4" fmla="*/ 0 w 1"/>
                <a:gd name="T5" fmla="*/ 1 h 1"/>
              </a:gdLst>
              <a:ahLst/>
              <a:cxnLst>
                <a:cxn ang="0">
                  <a:pos x="T0" y="T1"/>
                </a:cxn>
                <a:cxn ang="0">
                  <a:pos x="T2" y="T3"/>
                </a:cxn>
                <a:cxn ang="0">
                  <a:pos x="T4" y="T5"/>
                </a:cxn>
              </a:cxnLst>
              <a:rect l="0" t="0" r="r" b="b"/>
              <a:pathLst>
                <a:path w="1" h="1">
                  <a:moveTo>
                    <a:pt x="0" y="1"/>
                  </a:moveTo>
                  <a:cubicBezTo>
                    <a:pt x="0" y="1"/>
                    <a:pt x="1" y="1"/>
                    <a:pt x="1" y="0"/>
                  </a:cubicBezTo>
                  <a:cubicBezTo>
                    <a:pt x="0" y="0"/>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37" name="Freeform 277"/>
            <p:cNvSpPr>
              <a:spLocks/>
            </p:cNvSpPr>
            <p:nvPr/>
          </p:nvSpPr>
          <p:spPr bwMode="auto">
            <a:xfrm>
              <a:off x="6097631" y="3246246"/>
              <a:ext cx="2169" cy="2169"/>
            </a:xfrm>
            <a:custGeom>
              <a:avLst/>
              <a:gdLst>
                <a:gd name="T0" fmla="*/ 1 w 1"/>
                <a:gd name="T1" fmla="*/ 1 h 1"/>
                <a:gd name="T2" fmla="*/ 0 w 1"/>
                <a:gd name="T3" fmla="*/ 0 h 1"/>
                <a:gd name="T4" fmla="*/ 1 w 1"/>
                <a:gd name="T5" fmla="*/ 1 h 1"/>
              </a:gdLst>
              <a:ahLst/>
              <a:cxnLst>
                <a:cxn ang="0">
                  <a:pos x="T0" y="T1"/>
                </a:cxn>
                <a:cxn ang="0">
                  <a:pos x="T2" y="T3"/>
                </a:cxn>
                <a:cxn ang="0">
                  <a:pos x="T4" y="T5"/>
                </a:cxn>
              </a:cxnLst>
              <a:rect l="0" t="0" r="r" b="b"/>
              <a:pathLst>
                <a:path w="1" h="1">
                  <a:moveTo>
                    <a:pt x="1" y="1"/>
                  </a:moveTo>
                  <a:cubicBezTo>
                    <a:pt x="0" y="0"/>
                    <a:pt x="0" y="0"/>
                    <a:pt x="0" y="0"/>
                  </a:cubicBezTo>
                  <a:cubicBezTo>
                    <a:pt x="0" y="0"/>
                    <a:pt x="1" y="1"/>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38" name="Freeform 278"/>
            <p:cNvSpPr>
              <a:spLocks/>
            </p:cNvSpPr>
            <p:nvPr/>
          </p:nvSpPr>
          <p:spPr bwMode="auto">
            <a:xfrm>
              <a:off x="6097631" y="3242993"/>
              <a:ext cx="0" cy="3253"/>
            </a:xfrm>
            <a:custGeom>
              <a:avLst/>
              <a:gdLst>
                <a:gd name="T0" fmla="*/ 0 h 1"/>
                <a:gd name="T1" fmla="*/ 0 h 1"/>
                <a:gd name="T2" fmla="*/ 0 h 1"/>
              </a:gdLst>
              <a:ahLst/>
              <a:cxnLst>
                <a:cxn ang="0">
                  <a:pos x="0" y="T0"/>
                </a:cxn>
                <a:cxn ang="0">
                  <a:pos x="0" y="T1"/>
                </a:cxn>
                <a:cxn ang="0">
                  <a:pos x="0" y="T2"/>
                </a:cxn>
              </a:cxnLst>
              <a:rect l="0" t="0" r="r" b="b"/>
              <a:pathLst>
                <a:path h="1">
                  <a:moveTo>
                    <a:pt x="0" y="0"/>
                  </a:moveTo>
                  <a:cubicBezTo>
                    <a:pt x="0" y="0"/>
                    <a:pt x="0" y="0"/>
                    <a:pt x="0" y="0"/>
                  </a:cubicBezTo>
                  <a:cubicBezTo>
                    <a:pt x="0" y="0"/>
                    <a:pt x="0"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39" name="Freeform 279"/>
            <p:cNvSpPr>
              <a:spLocks/>
            </p:cNvSpPr>
            <p:nvPr/>
          </p:nvSpPr>
          <p:spPr bwMode="auto">
            <a:xfrm>
              <a:off x="5958843" y="3210465"/>
              <a:ext cx="66142" cy="107344"/>
            </a:xfrm>
            <a:custGeom>
              <a:avLst/>
              <a:gdLst>
                <a:gd name="T0" fmla="*/ 0 w 61"/>
                <a:gd name="T1" fmla="*/ 49 h 99"/>
                <a:gd name="T2" fmla="*/ 61 w 61"/>
                <a:gd name="T3" fmla="*/ 99 h 99"/>
                <a:gd name="T4" fmla="*/ 61 w 61"/>
                <a:gd name="T5" fmla="*/ 0 h 99"/>
                <a:gd name="T6" fmla="*/ 0 w 61"/>
                <a:gd name="T7" fmla="*/ 49 h 99"/>
              </a:gdLst>
              <a:ahLst/>
              <a:cxnLst>
                <a:cxn ang="0">
                  <a:pos x="T0" y="T1"/>
                </a:cxn>
                <a:cxn ang="0">
                  <a:pos x="T2" y="T3"/>
                </a:cxn>
                <a:cxn ang="0">
                  <a:pos x="T4" y="T5"/>
                </a:cxn>
                <a:cxn ang="0">
                  <a:pos x="T6" y="T7"/>
                </a:cxn>
              </a:cxnLst>
              <a:rect l="0" t="0" r="r" b="b"/>
              <a:pathLst>
                <a:path w="61" h="99">
                  <a:moveTo>
                    <a:pt x="0" y="49"/>
                  </a:moveTo>
                  <a:lnTo>
                    <a:pt x="61" y="99"/>
                  </a:lnTo>
                  <a:lnTo>
                    <a:pt x="61" y="0"/>
                  </a:lnTo>
                  <a:lnTo>
                    <a:pt x="0" y="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40" name="Freeform 280"/>
            <p:cNvSpPr>
              <a:spLocks/>
            </p:cNvSpPr>
            <p:nvPr/>
          </p:nvSpPr>
          <p:spPr bwMode="auto">
            <a:xfrm>
              <a:off x="6020647" y="3240825"/>
              <a:ext cx="40119" cy="43371"/>
            </a:xfrm>
            <a:custGeom>
              <a:avLst/>
              <a:gdLst>
                <a:gd name="T0" fmla="*/ 37 w 37"/>
                <a:gd name="T1" fmla="*/ 40 h 40"/>
                <a:gd name="T2" fmla="*/ 0 w 37"/>
                <a:gd name="T3" fmla="*/ 40 h 40"/>
                <a:gd name="T4" fmla="*/ 0 w 37"/>
                <a:gd name="T5" fmla="*/ 0 h 40"/>
                <a:gd name="T6" fmla="*/ 37 w 37"/>
                <a:gd name="T7" fmla="*/ 0 h 40"/>
                <a:gd name="T8" fmla="*/ 37 w 37"/>
                <a:gd name="T9" fmla="*/ 40 h 40"/>
                <a:gd name="T10" fmla="*/ 37 w 37"/>
                <a:gd name="T11" fmla="*/ 40 h 40"/>
              </a:gdLst>
              <a:ahLst/>
              <a:cxnLst>
                <a:cxn ang="0">
                  <a:pos x="T0" y="T1"/>
                </a:cxn>
                <a:cxn ang="0">
                  <a:pos x="T2" y="T3"/>
                </a:cxn>
                <a:cxn ang="0">
                  <a:pos x="T4" y="T5"/>
                </a:cxn>
                <a:cxn ang="0">
                  <a:pos x="T6" y="T7"/>
                </a:cxn>
                <a:cxn ang="0">
                  <a:pos x="T8" y="T9"/>
                </a:cxn>
                <a:cxn ang="0">
                  <a:pos x="T10" y="T11"/>
                </a:cxn>
              </a:cxnLst>
              <a:rect l="0" t="0" r="r" b="b"/>
              <a:pathLst>
                <a:path w="37" h="40">
                  <a:moveTo>
                    <a:pt x="37" y="40"/>
                  </a:moveTo>
                  <a:lnTo>
                    <a:pt x="0" y="40"/>
                  </a:lnTo>
                  <a:lnTo>
                    <a:pt x="0" y="0"/>
                  </a:lnTo>
                  <a:lnTo>
                    <a:pt x="37" y="0"/>
                  </a:lnTo>
                  <a:lnTo>
                    <a:pt x="37" y="40"/>
                  </a:lnTo>
                  <a:lnTo>
                    <a:pt x="37" y="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41" name="Freeform 281"/>
            <p:cNvSpPr>
              <a:spLocks/>
            </p:cNvSpPr>
            <p:nvPr/>
          </p:nvSpPr>
          <p:spPr bwMode="auto">
            <a:xfrm>
              <a:off x="6428338" y="3210465"/>
              <a:ext cx="66142" cy="107344"/>
            </a:xfrm>
            <a:custGeom>
              <a:avLst/>
              <a:gdLst>
                <a:gd name="T0" fmla="*/ 61 w 61"/>
                <a:gd name="T1" fmla="*/ 49 h 99"/>
                <a:gd name="T2" fmla="*/ 0 w 61"/>
                <a:gd name="T3" fmla="*/ 99 h 99"/>
                <a:gd name="T4" fmla="*/ 0 w 61"/>
                <a:gd name="T5" fmla="*/ 0 h 99"/>
                <a:gd name="T6" fmla="*/ 61 w 61"/>
                <a:gd name="T7" fmla="*/ 49 h 99"/>
              </a:gdLst>
              <a:ahLst/>
              <a:cxnLst>
                <a:cxn ang="0">
                  <a:pos x="T0" y="T1"/>
                </a:cxn>
                <a:cxn ang="0">
                  <a:pos x="T2" y="T3"/>
                </a:cxn>
                <a:cxn ang="0">
                  <a:pos x="T4" y="T5"/>
                </a:cxn>
                <a:cxn ang="0">
                  <a:pos x="T6" y="T7"/>
                </a:cxn>
              </a:cxnLst>
              <a:rect l="0" t="0" r="r" b="b"/>
              <a:pathLst>
                <a:path w="61" h="99">
                  <a:moveTo>
                    <a:pt x="61" y="49"/>
                  </a:moveTo>
                  <a:lnTo>
                    <a:pt x="0" y="99"/>
                  </a:lnTo>
                  <a:lnTo>
                    <a:pt x="0" y="0"/>
                  </a:lnTo>
                  <a:lnTo>
                    <a:pt x="61" y="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42" name="Freeform 282"/>
            <p:cNvSpPr>
              <a:spLocks/>
            </p:cNvSpPr>
            <p:nvPr/>
          </p:nvSpPr>
          <p:spPr bwMode="auto">
            <a:xfrm>
              <a:off x="6394725" y="3240825"/>
              <a:ext cx="41203" cy="43371"/>
            </a:xfrm>
            <a:custGeom>
              <a:avLst/>
              <a:gdLst>
                <a:gd name="T0" fmla="*/ 38 w 38"/>
                <a:gd name="T1" fmla="*/ 40 h 40"/>
                <a:gd name="T2" fmla="*/ 0 w 38"/>
                <a:gd name="T3" fmla="*/ 40 h 40"/>
                <a:gd name="T4" fmla="*/ 0 w 38"/>
                <a:gd name="T5" fmla="*/ 0 h 40"/>
                <a:gd name="T6" fmla="*/ 38 w 38"/>
                <a:gd name="T7" fmla="*/ 0 h 40"/>
                <a:gd name="T8" fmla="*/ 38 w 38"/>
                <a:gd name="T9" fmla="*/ 40 h 40"/>
                <a:gd name="T10" fmla="*/ 38 w 38"/>
                <a:gd name="T11" fmla="*/ 40 h 40"/>
              </a:gdLst>
              <a:ahLst/>
              <a:cxnLst>
                <a:cxn ang="0">
                  <a:pos x="T0" y="T1"/>
                </a:cxn>
                <a:cxn ang="0">
                  <a:pos x="T2" y="T3"/>
                </a:cxn>
                <a:cxn ang="0">
                  <a:pos x="T4" y="T5"/>
                </a:cxn>
                <a:cxn ang="0">
                  <a:pos x="T6" y="T7"/>
                </a:cxn>
                <a:cxn ang="0">
                  <a:pos x="T8" y="T9"/>
                </a:cxn>
                <a:cxn ang="0">
                  <a:pos x="T10" y="T11"/>
                </a:cxn>
              </a:cxnLst>
              <a:rect l="0" t="0" r="r" b="b"/>
              <a:pathLst>
                <a:path w="38" h="40">
                  <a:moveTo>
                    <a:pt x="38" y="40"/>
                  </a:moveTo>
                  <a:lnTo>
                    <a:pt x="0" y="40"/>
                  </a:lnTo>
                  <a:lnTo>
                    <a:pt x="0" y="0"/>
                  </a:lnTo>
                  <a:lnTo>
                    <a:pt x="38" y="0"/>
                  </a:lnTo>
                  <a:lnTo>
                    <a:pt x="38" y="40"/>
                  </a:lnTo>
                  <a:lnTo>
                    <a:pt x="38" y="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43" name="Freeform 283"/>
            <p:cNvSpPr>
              <a:spLocks/>
            </p:cNvSpPr>
            <p:nvPr/>
          </p:nvSpPr>
          <p:spPr bwMode="auto">
            <a:xfrm>
              <a:off x="6173531" y="2994692"/>
              <a:ext cx="108428" cy="67226"/>
            </a:xfrm>
            <a:custGeom>
              <a:avLst/>
              <a:gdLst>
                <a:gd name="T0" fmla="*/ 50 w 100"/>
                <a:gd name="T1" fmla="*/ 0 h 62"/>
                <a:gd name="T2" fmla="*/ 0 w 100"/>
                <a:gd name="T3" fmla="*/ 62 h 62"/>
                <a:gd name="T4" fmla="*/ 100 w 100"/>
                <a:gd name="T5" fmla="*/ 62 h 62"/>
                <a:gd name="T6" fmla="*/ 50 w 100"/>
                <a:gd name="T7" fmla="*/ 0 h 62"/>
              </a:gdLst>
              <a:ahLst/>
              <a:cxnLst>
                <a:cxn ang="0">
                  <a:pos x="T0" y="T1"/>
                </a:cxn>
                <a:cxn ang="0">
                  <a:pos x="T2" y="T3"/>
                </a:cxn>
                <a:cxn ang="0">
                  <a:pos x="T4" y="T5"/>
                </a:cxn>
                <a:cxn ang="0">
                  <a:pos x="T6" y="T7"/>
                </a:cxn>
              </a:cxnLst>
              <a:rect l="0" t="0" r="r" b="b"/>
              <a:pathLst>
                <a:path w="100" h="62">
                  <a:moveTo>
                    <a:pt x="50" y="0"/>
                  </a:moveTo>
                  <a:lnTo>
                    <a:pt x="0" y="62"/>
                  </a:lnTo>
                  <a:lnTo>
                    <a:pt x="100" y="62"/>
                  </a:lnTo>
                  <a:lnTo>
                    <a:pt x="5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44" name="Freeform 284"/>
            <p:cNvSpPr>
              <a:spLocks/>
            </p:cNvSpPr>
            <p:nvPr/>
          </p:nvSpPr>
          <p:spPr bwMode="auto">
            <a:xfrm>
              <a:off x="6204975" y="3056497"/>
              <a:ext cx="43371" cy="41203"/>
            </a:xfrm>
            <a:custGeom>
              <a:avLst/>
              <a:gdLst>
                <a:gd name="T0" fmla="*/ 40 w 40"/>
                <a:gd name="T1" fmla="*/ 38 h 38"/>
                <a:gd name="T2" fmla="*/ 0 w 40"/>
                <a:gd name="T3" fmla="*/ 38 h 38"/>
                <a:gd name="T4" fmla="*/ 0 w 40"/>
                <a:gd name="T5" fmla="*/ 0 h 38"/>
                <a:gd name="T6" fmla="*/ 40 w 40"/>
                <a:gd name="T7" fmla="*/ 0 h 38"/>
                <a:gd name="T8" fmla="*/ 40 w 40"/>
                <a:gd name="T9" fmla="*/ 38 h 38"/>
                <a:gd name="T10" fmla="*/ 40 w 40"/>
                <a:gd name="T11" fmla="*/ 38 h 38"/>
              </a:gdLst>
              <a:ahLst/>
              <a:cxnLst>
                <a:cxn ang="0">
                  <a:pos x="T0" y="T1"/>
                </a:cxn>
                <a:cxn ang="0">
                  <a:pos x="T2" y="T3"/>
                </a:cxn>
                <a:cxn ang="0">
                  <a:pos x="T4" y="T5"/>
                </a:cxn>
                <a:cxn ang="0">
                  <a:pos x="T6" y="T7"/>
                </a:cxn>
                <a:cxn ang="0">
                  <a:pos x="T8" y="T9"/>
                </a:cxn>
                <a:cxn ang="0">
                  <a:pos x="T10" y="T11"/>
                </a:cxn>
              </a:cxnLst>
              <a:rect l="0" t="0" r="r" b="b"/>
              <a:pathLst>
                <a:path w="40" h="38">
                  <a:moveTo>
                    <a:pt x="40" y="38"/>
                  </a:moveTo>
                  <a:lnTo>
                    <a:pt x="0" y="38"/>
                  </a:lnTo>
                  <a:lnTo>
                    <a:pt x="0" y="0"/>
                  </a:lnTo>
                  <a:lnTo>
                    <a:pt x="40" y="0"/>
                  </a:lnTo>
                  <a:lnTo>
                    <a:pt x="40" y="38"/>
                  </a:lnTo>
                  <a:lnTo>
                    <a:pt x="40"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45" name="Freeform 285"/>
            <p:cNvSpPr>
              <a:spLocks/>
            </p:cNvSpPr>
            <p:nvPr/>
          </p:nvSpPr>
          <p:spPr bwMode="auto">
            <a:xfrm>
              <a:off x="6173531" y="3464187"/>
              <a:ext cx="108428" cy="66142"/>
            </a:xfrm>
            <a:custGeom>
              <a:avLst/>
              <a:gdLst>
                <a:gd name="T0" fmla="*/ 50 w 100"/>
                <a:gd name="T1" fmla="*/ 61 h 61"/>
                <a:gd name="T2" fmla="*/ 0 w 100"/>
                <a:gd name="T3" fmla="*/ 0 h 61"/>
                <a:gd name="T4" fmla="*/ 100 w 100"/>
                <a:gd name="T5" fmla="*/ 0 h 61"/>
                <a:gd name="T6" fmla="*/ 50 w 100"/>
                <a:gd name="T7" fmla="*/ 61 h 61"/>
              </a:gdLst>
              <a:ahLst/>
              <a:cxnLst>
                <a:cxn ang="0">
                  <a:pos x="T0" y="T1"/>
                </a:cxn>
                <a:cxn ang="0">
                  <a:pos x="T2" y="T3"/>
                </a:cxn>
                <a:cxn ang="0">
                  <a:pos x="T4" y="T5"/>
                </a:cxn>
                <a:cxn ang="0">
                  <a:pos x="T6" y="T7"/>
                </a:cxn>
              </a:cxnLst>
              <a:rect l="0" t="0" r="r" b="b"/>
              <a:pathLst>
                <a:path w="100" h="61">
                  <a:moveTo>
                    <a:pt x="50" y="61"/>
                  </a:moveTo>
                  <a:lnTo>
                    <a:pt x="0" y="0"/>
                  </a:lnTo>
                  <a:lnTo>
                    <a:pt x="100" y="0"/>
                  </a:lnTo>
                  <a:lnTo>
                    <a:pt x="50" y="6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46" name="Freeform 286"/>
            <p:cNvSpPr>
              <a:spLocks/>
            </p:cNvSpPr>
            <p:nvPr/>
          </p:nvSpPr>
          <p:spPr bwMode="auto">
            <a:xfrm>
              <a:off x="6204975" y="3430575"/>
              <a:ext cx="43371" cy="41203"/>
            </a:xfrm>
            <a:custGeom>
              <a:avLst/>
              <a:gdLst>
                <a:gd name="T0" fmla="*/ 40 w 40"/>
                <a:gd name="T1" fmla="*/ 38 h 38"/>
                <a:gd name="T2" fmla="*/ 0 w 40"/>
                <a:gd name="T3" fmla="*/ 38 h 38"/>
                <a:gd name="T4" fmla="*/ 0 w 40"/>
                <a:gd name="T5" fmla="*/ 0 h 38"/>
                <a:gd name="T6" fmla="*/ 40 w 40"/>
                <a:gd name="T7" fmla="*/ 0 h 38"/>
                <a:gd name="T8" fmla="*/ 40 w 40"/>
                <a:gd name="T9" fmla="*/ 38 h 38"/>
                <a:gd name="T10" fmla="*/ 40 w 40"/>
                <a:gd name="T11" fmla="*/ 38 h 38"/>
              </a:gdLst>
              <a:ahLst/>
              <a:cxnLst>
                <a:cxn ang="0">
                  <a:pos x="T0" y="T1"/>
                </a:cxn>
                <a:cxn ang="0">
                  <a:pos x="T2" y="T3"/>
                </a:cxn>
                <a:cxn ang="0">
                  <a:pos x="T4" y="T5"/>
                </a:cxn>
                <a:cxn ang="0">
                  <a:pos x="T6" y="T7"/>
                </a:cxn>
                <a:cxn ang="0">
                  <a:pos x="T8" y="T9"/>
                </a:cxn>
                <a:cxn ang="0">
                  <a:pos x="T10" y="T11"/>
                </a:cxn>
              </a:cxnLst>
              <a:rect l="0" t="0" r="r" b="b"/>
              <a:pathLst>
                <a:path w="40" h="38">
                  <a:moveTo>
                    <a:pt x="40" y="38"/>
                  </a:moveTo>
                  <a:lnTo>
                    <a:pt x="0" y="38"/>
                  </a:lnTo>
                  <a:lnTo>
                    <a:pt x="0" y="0"/>
                  </a:lnTo>
                  <a:lnTo>
                    <a:pt x="40" y="0"/>
                  </a:lnTo>
                  <a:lnTo>
                    <a:pt x="40" y="38"/>
                  </a:lnTo>
                  <a:lnTo>
                    <a:pt x="40"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47" name="Freeform 287"/>
            <p:cNvSpPr>
              <a:spLocks/>
            </p:cNvSpPr>
            <p:nvPr/>
          </p:nvSpPr>
          <p:spPr bwMode="auto">
            <a:xfrm>
              <a:off x="6037996" y="3073845"/>
              <a:ext cx="84574" cy="84574"/>
            </a:xfrm>
            <a:custGeom>
              <a:avLst/>
              <a:gdLst>
                <a:gd name="T0" fmla="*/ 0 w 78"/>
                <a:gd name="T1" fmla="*/ 0 h 78"/>
                <a:gd name="T2" fmla="*/ 7 w 78"/>
                <a:gd name="T3" fmla="*/ 78 h 78"/>
                <a:gd name="T4" fmla="*/ 78 w 78"/>
                <a:gd name="T5" fmla="*/ 7 h 78"/>
                <a:gd name="T6" fmla="*/ 0 w 78"/>
                <a:gd name="T7" fmla="*/ 0 h 78"/>
              </a:gdLst>
              <a:ahLst/>
              <a:cxnLst>
                <a:cxn ang="0">
                  <a:pos x="T0" y="T1"/>
                </a:cxn>
                <a:cxn ang="0">
                  <a:pos x="T2" y="T3"/>
                </a:cxn>
                <a:cxn ang="0">
                  <a:pos x="T4" y="T5"/>
                </a:cxn>
                <a:cxn ang="0">
                  <a:pos x="T6" y="T7"/>
                </a:cxn>
              </a:cxnLst>
              <a:rect l="0" t="0" r="r" b="b"/>
              <a:pathLst>
                <a:path w="78" h="78">
                  <a:moveTo>
                    <a:pt x="0" y="0"/>
                  </a:moveTo>
                  <a:lnTo>
                    <a:pt x="7" y="78"/>
                  </a:lnTo>
                  <a:lnTo>
                    <a:pt x="78" y="7"/>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48" name="Freeform 288"/>
            <p:cNvSpPr>
              <a:spLocks/>
            </p:cNvSpPr>
            <p:nvPr/>
          </p:nvSpPr>
          <p:spPr bwMode="auto">
            <a:xfrm>
              <a:off x="6064018" y="3099868"/>
              <a:ext cx="61805" cy="61805"/>
            </a:xfrm>
            <a:custGeom>
              <a:avLst/>
              <a:gdLst>
                <a:gd name="T0" fmla="*/ 28 w 57"/>
                <a:gd name="T1" fmla="*/ 57 h 57"/>
                <a:gd name="T2" fmla="*/ 0 w 57"/>
                <a:gd name="T3" fmla="*/ 31 h 57"/>
                <a:gd name="T4" fmla="*/ 31 w 57"/>
                <a:gd name="T5" fmla="*/ 0 h 57"/>
                <a:gd name="T6" fmla="*/ 57 w 57"/>
                <a:gd name="T7" fmla="*/ 28 h 57"/>
                <a:gd name="T8" fmla="*/ 28 w 57"/>
                <a:gd name="T9" fmla="*/ 57 h 57"/>
                <a:gd name="T10" fmla="*/ 28 w 57"/>
                <a:gd name="T11" fmla="*/ 57 h 57"/>
              </a:gdLst>
              <a:ahLst/>
              <a:cxnLst>
                <a:cxn ang="0">
                  <a:pos x="T0" y="T1"/>
                </a:cxn>
                <a:cxn ang="0">
                  <a:pos x="T2" y="T3"/>
                </a:cxn>
                <a:cxn ang="0">
                  <a:pos x="T4" y="T5"/>
                </a:cxn>
                <a:cxn ang="0">
                  <a:pos x="T6" y="T7"/>
                </a:cxn>
                <a:cxn ang="0">
                  <a:pos x="T8" y="T9"/>
                </a:cxn>
                <a:cxn ang="0">
                  <a:pos x="T10" y="T11"/>
                </a:cxn>
              </a:cxnLst>
              <a:rect l="0" t="0" r="r" b="b"/>
              <a:pathLst>
                <a:path w="57" h="57">
                  <a:moveTo>
                    <a:pt x="28" y="57"/>
                  </a:moveTo>
                  <a:lnTo>
                    <a:pt x="0" y="31"/>
                  </a:lnTo>
                  <a:lnTo>
                    <a:pt x="31" y="0"/>
                  </a:lnTo>
                  <a:lnTo>
                    <a:pt x="57" y="28"/>
                  </a:lnTo>
                  <a:lnTo>
                    <a:pt x="28" y="57"/>
                  </a:lnTo>
                  <a:lnTo>
                    <a:pt x="28" y="5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49" name="Freeform 289"/>
            <p:cNvSpPr>
              <a:spLocks/>
            </p:cNvSpPr>
            <p:nvPr/>
          </p:nvSpPr>
          <p:spPr bwMode="auto">
            <a:xfrm>
              <a:off x="6330752" y="3366602"/>
              <a:ext cx="86743" cy="86743"/>
            </a:xfrm>
            <a:custGeom>
              <a:avLst/>
              <a:gdLst>
                <a:gd name="T0" fmla="*/ 80 w 80"/>
                <a:gd name="T1" fmla="*/ 80 h 80"/>
                <a:gd name="T2" fmla="*/ 0 w 80"/>
                <a:gd name="T3" fmla="*/ 71 h 80"/>
                <a:gd name="T4" fmla="*/ 71 w 80"/>
                <a:gd name="T5" fmla="*/ 0 h 80"/>
                <a:gd name="T6" fmla="*/ 80 w 80"/>
                <a:gd name="T7" fmla="*/ 80 h 80"/>
              </a:gdLst>
              <a:ahLst/>
              <a:cxnLst>
                <a:cxn ang="0">
                  <a:pos x="T0" y="T1"/>
                </a:cxn>
                <a:cxn ang="0">
                  <a:pos x="T2" y="T3"/>
                </a:cxn>
                <a:cxn ang="0">
                  <a:pos x="T4" y="T5"/>
                </a:cxn>
                <a:cxn ang="0">
                  <a:pos x="T6" y="T7"/>
                </a:cxn>
              </a:cxnLst>
              <a:rect l="0" t="0" r="r" b="b"/>
              <a:pathLst>
                <a:path w="80" h="80">
                  <a:moveTo>
                    <a:pt x="80" y="80"/>
                  </a:moveTo>
                  <a:lnTo>
                    <a:pt x="0" y="71"/>
                  </a:lnTo>
                  <a:lnTo>
                    <a:pt x="71" y="0"/>
                  </a:lnTo>
                  <a:lnTo>
                    <a:pt x="80" y="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50" name="Freeform 290"/>
            <p:cNvSpPr>
              <a:spLocks/>
            </p:cNvSpPr>
            <p:nvPr/>
          </p:nvSpPr>
          <p:spPr bwMode="auto">
            <a:xfrm>
              <a:off x="6327500" y="3364433"/>
              <a:ext cx="61805" cy="60720"/>
            </a:xfrm>
            <a:custGeom>
              <a:avLst/>
              <a:gdLst>
                <a:gd name="T0" fmla="*/ 29 w 57"/>
                <a:gd name="T1" fmla="*/ 56 h 56"/>
                <a:gd name="T2" fmla="*/ 0 w 57"/>
                <a:gd name="T3" fmla="*/ 30 h 56"/>
                <a:gd name="T4" fmla="*/ 31 w 57"/>
                <a:gd name="T5" fmla="*/ 0 h 56"/>
                <a:gd name="T6" fmla="*/ 57 w 57"/>
                <a:gd name="T7" fmla="*/ 28 h 56"/>
                <a:gd name="T8" fmla="*/ 29 w 57"/>
                <a:gd name="T9" fmla="*/ 56 h 56"/>
                <a:gd name="T10" fmla="*/ 29 w 57"/>
                <a:gd name="T11" fmla="*/ 56 h 56"/>
              </a:gdLst>
              <a:ahLst/>
              <a:cxnLst>
                <a:cxn ang="0">
                  <a:pos x="T0" y="T1"/>
                </a:cxn>
                <a:cxn ang="0">
                  <a:pos x="T2" y="T3"/>
                </a:cxn>
                <a:cxn ang="0">
                  <a:pos x="T4" y="T5"/>
                </a:cxn>
                <a:cxn ang="0">
                  <a:pos x="T6" y="T7"/>
                </a:cxn>
                <a:cxn ang="0">
                  <a:pos x="T8" y="T9"/>
                </a:cxn>
                <a:cxn ang="0">
                  <a:pos x="T10" y="T11"/>
                </a:cxn>
              </a:cxnLst>
              <a:rect l="0" t="0" r="r" b="b"/>
              <a:pathLst>
                <a:path w="57" h="56">
                  <a:moveTo>
                    <a:pt x="29" y="56"/>
                  </a:moveTo>
                  <a:lnTo>
                    <a:pt x="0" y="30"/>
                  </a:lnTo>
                  <a:lnTo>
                    <a:pt x="31" y="0"/>
                  </a:lnTo>
                  <a:lnTo>
                    <a:pt x="57" y="28"/>
                  </a:lnTo>
                  <a:lnTo>
                    <a:pt x="29" y="56"/>
                  </a:lnTo>
                  <a:lnTo>
                    <a:pt x="29"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51" name="Freeform 291"/>
            <p:cNvSpPr>
              <a:spLocks/>
            </p:cNvSpPr>
            <p:nvPr/>
          </p:nvSpPr>
          <p:spPr bwMode="auto">
            <a:xfrm>
              <a:off x="6330752" y="3073845"/>
              <a:ext cx="86743" cy="84574"/>
            </a:xfrm>
            <a:custGeom>
              <a:avLst/>
              <a:gdLst>
                <a:gd name="T0" fmla="*/ 80 w 80"/>
                <a:gd name="T1" fmla="*/ 0 h 78"/>
                <a:gd name="T2" fmla="*/ 0 w 80"/>
                <a:gd name="T3" fmla="*/ 7 h 78"/>
                <a:gd name="T4" fmla="*/ 71 w 80"/>
                <a:gd name="T5" fmla="*/ 78 h 78"/>
                <a:gd name="T6" fmla="*/ 80 w 80"/>
                <a:gd name="T7" fmla="*/ 0 h 78"/>
              </a:gdLst>
              <a:ahLst/>
              <a:cxnLst>
                <a:cxn ang="0">
                  <a:pos x="T0" y="T1"/>
                </a:cxn>
                <a:cxn ang="0">
                  <a:pos x="T2" y="T3"/>
                </a:cxn>
                <a:cxn ang="0">
                  <a:pos x="T4" y="T5"/>
                </a:cxn>
                <a:cxn ang="0">
                  <a:pos x="T6" y="T7"/>
                </a:cxn>
              </a:cxnLst>
              <a:rect l="0" t="0" r="r" b="b"/>
              <a:pathLst>
                <a:path w="80" h="78">
                  <a:moveTo>
                    <a:pt x="80" y="0"/>
                  </a:moveTo>
                  <a:lnTo>
                    <a:pt x="0" y="7"/>
                  </a:lnTo>
                  <a:lnTo>
                    <a:pt x="71" y="78"/>
                  </a:lnTo>
                  <a:lnTo>
                    <a:pt x="8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52" name="Freeform 292"/>
            <p:cNvSpPr>
              <a:spLocks/>
            </p:cNvSpPr>
            <p:nvPr/>
          </p:nvSpPr>
          <p:spPr bwMode="auto">
            <a:xfrm>
              <a:off x="6327500" y="3099868"/>
              <a:ext cx="61805" cy="61805"/>
            </a:xfrm>
            <a:custGeom>
              <a:avLst/>
              <a:gdLst>
                <a:gd name="T0" fmla="*/ 31 w 57"/>
                <a:gd name="T1" fmla="*/ 57 h 57"/>
                <a:gd name="T2" fmla="*/ 0 w 57"/>
                <a:gd name="T3" fmla="*/ 28 h 57"/>
                <a:gd name="T4" fmla="*/ 29 w 57"/>
                <a:gd name="T5" fmla="*/ 0 h 57"/>
                <a:gd name="T6" fmla="*/ 57 w 57"/>
                <a:gd name="T7" fmla="*/ 31 h 57"/>
                <a:gd name="T8" fmla="*/ 31 w 57"/>
                <a:gd name="T9" fmla="*/ 57 h 57"/>
                <a:gd name="T10" fmla="*/ 31 w 57"/>
                <a:gd name="T11" fmla="*/ 57 h 57"/>
              </a:gdLst>
              <a:ahLst/>
              <a:cxnLst>
                <a:cxn ang="0">
                  <a:pos x="T0" y="T1"/>
                </a:cxn>
                <a:cxn ang="0">
                  <a:pos x="T2" y="T3"/>
                </a:cxn>
                <a:cxn ang="0">
                  <a:pos x="T4" y="T5"/>
                </a:cxn>
                <a:cxn ang="0">
                  <a:pos x="T6" y="T7"/>
                </a:cxn>
                <a:cxn ang="0">
                  <a:pos x="T8" y="T9"/>
                </a:cxn>
                <a:cxn ang="0">
                  <a:pos x="T10" y="T11"/>
                </a:cxn>
              </a:cxnLst>
              <a:rect l="0" t="0" r="r" b="b"/>
              <a:pathLst>
                <a:path w="57" h="57">
                  <a:moveTo>
                    <a:pt x="31" y="57"/>
                  </a:moveTo>
                  <a:lnTo>
                    <a:pt x="0" y="28"/>
                  </a:lnTo>
                  <a:lnTo>
                    <a:pt x="29" y="0"/>
                  </a:lnTo>
                  <a:lnTo>
                    <a:pt x="57" y="31"/>
                  </a:lnTo>
                  <a:lnTo>
                    <a:pt x="31" y="57"/>
                  </a:lnTo>
                  <a:lnTo>
                    <a:pt x="31" y="5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53" name="Freeform 293"/>
            <p:cNvSpPr>
              <a:spLocks/>
            </p:cNvSpPr>
            <p:nvPr/>
          </p:nvSpPr>
          <p:spPr bwMode="auto">
            <a:xfrm>
              <a:off x="6037996" y="3366602"/>
              <a:ext cx="84574" cy="86743"/>
            </a:xfrm>
            <a:custGeom>
              <a:avLst/>
              <a:gdLst>
                <a:gd name="T0" fmla="*/ 0 w 78"/>
                <a:gd name="T1" fmla="*/ 80 h 80"/>
                <a:gd name="T2" fmla="*/ 7 w 78"/>
                <a:gd name="T3" fmla="*/ 0 h 80"/>
                <a:gd name="T4" fmla="*/ 78 w 78"/>
                <a:gd name="T5" fmla="*/ 71 h 80"/>
                <a:gd name="T6" fmla="*/ 0 w 78"/>
                <a:gd name="T7" fmla="*/ 80 h 80"/>
              </a:gdLst>
              <a:ahLst/>
              <a:cxnLst>
                <a:cxn ang="0">
                  <a:pos x="T0" y="T1"/>
                </a:cxn>
                <a:cxn ang="0">
                  <a:pos x="T2" y="T3"/>
                </a:cxn>
                <a:cxn ang="0">
                  <a:pos x="T4" y="T5"/>
                </a:cxn>
                <a:cxn ang="0">
                  <a:pos x="T6" y="T7"/>
                </a:cxn>
              </a:cxnLst>
              <a:rect l="0" t="0" r="r" b="b"/>
              <a:pathLst>
                <a:path w="78" h="80">
                  <a:moveTo>
                    <a:pt x="0" y="80"/>
                  </a:moveTo>
                  <a:lnTo>
                    <a:pt x="7" y="0"/>
                  </a:lnTo>
                  <a:lnTo>
                    <a:pt x="78" y="71"/>
                  </a:lnTo>
                  <a:lnTo>
                    <a:pt x="0" y="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54" name="Freeform 294"/>
            <p:cNvSpPr>
              <a:spLocks/>
            </p:cNvSpPr>
            <p:nvPr/>
          </p:nvSpPr>
          <p:spPr bwMode="auto">
            <a:xfrm>
              <a:off x="6064018" y="3364433"/>
              <a:ext cx="61805" cy="60720"/>
            </a:xfrm>
            <a:custGeom>
              <a:avLst/>
              <a:gdLst>
                <a:gd name="T0" fmla="*/ 31 w 57"/>
                <a:gd name="T1" fmla="*/ 56 h 56"/>
                <a:gd name="T2" fmla="*/ 0 w 57"/>
                <a:gd name="T3" fmla="*/ 28 h 56"/>
                <a:gd name="T4" fmla="*/ 28 w 57"/>
                <a:gd name="T5" fmla="*/ 0 h 56"/>
                <a:gd name="T6" fmla="*/ 57 w 57"/>
                <a:gd name="T7" fmla="*/ 30 h 56"/>
                <a:gd name="T8" fmla="*/ 31 w 57"/>
                <a:gd name="T9" fmla="*/ 56 h 56"/>
                <a:gd name="T10" fmla="*/ 31 w 57"/>
                <a:gd name="T11" fmla="*/ 56 h 56"/>
              </a:gdLst>
              <a:ahLst/>
              <a:cxnLst>
                <a:cxn ang="0">
                  <a:pos x="T0" y="T1"/>
                </a:cxn>
                <a:cxn ang="0">
                  <a:pos x="T2" y="T3"/>
                </a:cxn>
                <a:cxn ang="0">
                  <a:pos x="T4" y="T5"/>
                </a:cxn>
                <a:cxn ang="0">
                  <a:pos x="T6" y="T7"/>
                </a:cxn>
                <a:cxn ang="0">
                  <a:pos x="T8" y="T9"/>
                </a:cxn>
                <a:cxn ang="0">
                  <a:pos x="T10" y="T11"/>
                </a:cxn>
              </a:cxnLst>
              <a:rect l="0" t="0" r="r" b="b"/>
              <a:pathLst>
                <a:path w="57" h="56">
                  <a:moveTo>
                    <a:pt x="31" y="56"/>
                  </a:moveTo>
                  <a:lnTo>
                    <a:pt x="0" y="28"/>
                  </a:lnTo>
                  <a:lnTo>
                    <a:pt x="28" y="0"/>
                  </a:lnTo>
                  <a:lnTo>
                    <a:pt x="57" y="30"/>
                  </a:lnTo>
                  <a:lnTo>
                    <a:pt x="31" y="56"/>
                  </a:lnTo>
                  <a:lnTo>
                    <a:pt x="31"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grpSp>
      <p:pic>
        <p:nvPicPr>
          <p:cNvPr id="155" name="Picture 64"/>
          <p:cNvPicPr>
            <a:picLocks noGrp="1" noSelect="1" noRot="1" noChangeAspect="1" noMove="1" noResize="1" noChangeShapeType="1"/>
          </p:cNvPicPr>
          <p:nvPr/>
        </p:nvPicPr>
        <p:blipFill>
          <a:blip r:embed="rId3"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2736708697"/>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
      <p:transition spd="slow" advClick="0"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60000" fill="hold" nodeType="afterEffect" p14:presetBounceEnd="40000">
                                      <p:stCondLst>
                                        <p:cond delay="0"/>
                                      </p:stCondLst>
                                      <p:childTnLst>
                                        <p:set>
                                          <p:cBhvr>
                                            <p:cTn id="6" dur="1" fill="hold">
                                              <p:stCondLst>
                                                <p:cond delay="0"/>
                                              </p:stCondLst>
                                            </p:cTn>
                                            <p:tgtEl>
                                              <p:spTgt spid="63"/>
                                            </p:tgtEl>
                                            <p:attrNameLst>
                                              <p:attrName>style.visibility</p:attrName>
                                            </p:attrNameLst>
                                          </p:cBhvr>
                                          <p:to>
                                            <p:strVal val="visible"/>
                                          </p:to>
                                        </p:set>
                                        <p:anim calcmode="lin" valueType="num" p14:bounceEnd="40000">
                                          <p:cBhvr additive="base">
                                            <p:cTn id="7" dur="500" fill="hold"/>
                                            <p:tgtEl>
                                              <p:spTgt spid="63"/>
                                            </p:tgtEl>
                                            <p:attrNameLst>
                                              <p:attrName>ppt_x</p:attrName>
                                            </p:attrNameLst>
                                          </p:cBhvr>
                                          <p:tavLst>
                                            <p:tav tm="0">
                                              <p:val>
                                                <p:strVal val="#ppt_x"/>
                                              </p:val>
                                            </p:tav>
                                            <p:tav tm="100000">
                                              <p:val>
                                                <p:strVal val="#ppt_x"/>
                                              </p:val>
                                            </p:tav>
                                          </p:tavLst>
                                        </p:anim>
                                        <p:anim calcmode="lin" valueType="num" p14:bounceEnd="40000">
                                          <p:cBhvr additive="base">
                                            <p:cTn id="8" dur="500" fill="hold"/>
                                            <p:tgtEl>
                                              <p:spTgt spid="6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53" presetClass="entr" presetSubtype="16" fill="hold" grpId="0" nodeType="afterEffect">
                                      <p:stCondLst>
                                        <p:cond delay="0"/>
                                      </p:stCondLst>
                                      <p:iterate type="lt">
                                        <p:tmPct val="10000"/>
                                      </p:iterate>
                                      <p:childTnLst>
                                        <p:set>
                                          <p:cBhvr>
                                            <p:cTn id="11" dur="1" fill="hold">
                                              <p:stCondLst>
                                                <p:cond delay="0"/>
                                              </p:stCondLst>
                                            </p:cTn>
                                            <p:tgtEl>
                                              <p:spTgt spid="66"/>
                                            </p:tgtEl>
                                            <p:attrNameLst>
                                              <p:attrName>style.visibility</p:attrName>
                                            </p:attrNameLst>
                                          </p:cBhvr>
                                          <p:to>
                                            <p:strVal val="visible"/>
                                          </p:to>
                                        </p:set>
                                        <p:anim calcmode="lin" valueType="num">
                                          <p:cBhvr>
                                            <p:cTn id="12" dur="500" fill="hold"/>
                                            <p:tgtEl>
                                              <p:spTgt spid="66"/>
                                            </p:tgtEl>
                                            <p:attrNameLst>
                                              <p:attrName>ppt_w</p:attrName>
                                            </p:attrNameLst>
                                          </p:cBhvr>
                                          <p:tavLst>
                                            <p:tav tm="0">
                                              <p:val>
                                                <p:fltVal val="0"/>
                                              </p:val>
                                            </p:tav>
                                            <p:tav tm="100000">
                                              <p:val>
                                                <p:strVal val="#ppt_w"/>
                                              </p:val>
                                            </p:tav>
                                          </p:tavLst>
                                        </p:anim>
                                        <p:anim calcmode="lin" valueType="num">
                                          <p:cBhvr>
                                            <p:cTn id="13" dur="500" fill="hold"/>
                                            <p:tgtEl>
                                              <p:spTgt spid="66"/>
                                            </p:tgtEl>
                                            <p:attrNameLst>
                                              <p:attrName>ppt_h</p:attrName>
                                            </p:attrNameLst>
                                          </p:cBhvr>
                                          <p:tavLst>
                                            <p:tav tm="0">
                                              <p:val>
                                                <p:fltVal val="0"/>
                                              </p:val>
                                            </p:tav>
                                            <p:tav tm="100000">
                                              <p:val>
                                                <p:strVal val="#ppt_h"/>
                                              </p:val>
                                            </p:tav>
                                          </p:tavLst>
                                        </p:anim>
                                        <p:animEffect transition="in" filter="fade">
                                          <p:cBhvr>
                                            <p:cTn id="14" dur="500"/>
                                            <p:tgtEl>
                                              <p:spTgt spid="66"/>
                                            </p:tgtEl>
                                          </p:cBhvr>
                                        </p:animEffect>
                                      </p:childTnLst>
                                    </p:cTn>
                                  </p:par>
                                </p:childTnLst>
                              </p:cTn>
                            </p:par>
                            <p:par>
                              <p:cTn id="15" fill="hold">
                                <p:stCondLst>
                                  <p:cond delay="1150"/>
                                </p:stCondLst>
                                <p:childTnLst>
                                  <p:par>
                                    <p:cTn id="16" presetID="16" presetClass="entr" presetSubtype="42" fill="hold" nodeType="afterEffect">
                                      <p:stCondLst>
                                        <p:cond delay="0"/>
                                      </p:stCondLst>
                                      <p:childTnLst>
                                        <p:set>
                                          <p:cBhvr>
                                            <p:cTn id="17" dur="1" fill="hold">
                                              <p:stCondLst>
                                                <p:cond delay="0"/>
                                              </p:stCondLst>
                                            </p:cTn>
                                            <p:tgtEl>
                                              <p:spTgt spid="67"/>
                                            </p:tgtEl>
                                            <p:attrNameLst>
                                              <p:attrName>style.visibility</p:attrName>
                                            </p:attrNameLst>
                                          </p:cBhvr>
                                          <p:to>
                                            <p:strVal val="visible"/>
                                          </p:to>
                                        </p:set>
                                        <p:animEffect transition="in" filter="barn(outHorizontal)">
                                          <p:cBhvr>
                                            <p:cTn id="18" dur="500"/>
                                            <p:tgtEl>
                                              <p:spTgt spid="67"/>
                                            </p:tgtEl>
                                          </p:cBhvr>
                                        </p:animEffect>
                                      </p:childTnLst>
                                    </p:cTn>
                                  </p:par>
                                </p:childTnLst>
                              </p:cTn>
                            </p:par>
                            <p:par>
                              <p:cTn id="19" fill="hold">
                                <p:stCondLst>
                                  <p:cond delay="1650"/>
                                </p:stCondLst>
                                <p:childTnLst>
                                  <p:par>
                                    <p:cTn id="20" presetID="22" presetClass="entr" presetSubtype="8" fill="hold" grpId="0" nodeType="afterEffect">
                                      <p:stCondLst>
                                        <p:cond delay="0"/>
                                      </p:stCondLst>
                                      <p:childTnLst>
                                        <p:set>
                                          <p:cBhvr>
                                            <p:cTn id="21" dur="1" fill="hold">
                                              <p:stCondLst>
                                                <p:cond delay="0"/>
                                              </p:stCondLst>
                                            </p:cTn>
                                            <p:tgtEl>
                                              <p:spTgt spid="68"/>
                                            </p:tgtEl>
                                            <p:attrNameLst>
                                              <p:attrName>style.visibility</p:attrName>
                                            </p:attrNameLst>
                                          </p:cBhvr>
                                          <p:to>
                                            <p:strVal val="visible"/>
                                          </p:to>
                                        </p:set>
                                        <p:animEffect transition="in" filter="wipe(left)">
                                          <p:cBhvr>
                                            <p:cTn id="22" dur="500"/>
                                            <p:tgtEl>
                                              <p:spTgt spid="68"/>
                                            </p:tgtEl>
                                          </p:cBhvr>
                                        </p:animEffect>
                                      </p:childTnLst>
                                    </p:cTn>
                                  </p:par>
                                </p:childTnLst>
                              </p:cTn>
                            </p:par>
                            <p:par>
                              <p:cTn id="23" fill="hold">
                                <p:stCondLst>
                                  <p:cond delay="2150"/>
                                </p:stCondLst>
                                <p:childTnLst>
                                  <p:par>
                                    <p:cTn id="24" presetID="21" presetClass="entr" presetSubtype="1" fill="hold" nodeType="afterEffect">
                                      <p:stCondLst>
                                        <p:cond delay="0"/>
                                      </p:stCondLst>
                                      <p:childTnLst>
                                        <p:set>
                                          <p:cBhvr>
                                            <p:cTn id="25" dur="1" fill="hold">
                                              <p:stCondLst>
                                                <p:cond delay="0"/>
                                              </p:stCondLst>
                                            </p:cTn>
                                            <p:tgtEl>
                                              <p:spTgt spid="69"/>
                                            </p:tgtEl>
                                            <p:attrNameLst>
                                              <p:attrName>style.visibility</p:attrName>
                                            </p:attrNameLst>
                                          </p:cBhvr>
                                          <p:to>
                                            <p:strVal val="visible"/>
                                          </p:to>
                                        </p:set>
                                        <p:animEffect transition="in" filter="wheel(1)">
                                          <p:cBhvr>
                                            <p:cTn id="26" dur="500"/>
                                            <p:tgtEl>
                                              <p:spTgt spid="69"/>
                                            </p:tgtEl>
                                          </p:cBhvr>
                                        </p:animEffect>
                                      </p:childTnLst>
                                    </p:cTn>
                                  </p:par>
                                  <p:par>
                                    <p:cTn id="27" presetID="53" presetClass="entr" presetSubtype="16" fill="hold" nodeType="withEffect">
                                      <p:stCondLst>
                                        <p:cond delay="0"/>
                                      </p:stCondLst>
                                      <p:childTnLst>
                                        <p:set>
                                          <p:cBhvr>
                                            <p:cTn id="28" dur="1" fill="hold">
                                              <p:stCondLst>
                                                <p:cond delay="0"/>
                                              </p:stCondLst>
                                            </p:cTn>
                                            <p:tgtEl>
                                              <p:spTgt spid="93"/>
                                            </p:tgtEl>
                                            <p:attrNameLst>
                                              <p:attrName>style.visibility</p:attrName>
                                            </p:attrNameLst>
                                          </p:cBhvr>
                                          <p:to>
                                            <p:strVal val="visible"/>
                                          </p:to>
                                        </p:set>
                                        <p:anim calcmode="lin" valueType="num">
                                          <p:cBhvr>
                                            <p:cTn id="29" dur="500" fill="hold"/>
                                            <p:tgtEl>
                                              <p:spTgt spid="93"/>
                                            </p:tgtEl>
                                            <p:attrNameLst>
                                              <p:attrName>ppt_w</p:attrName>
                                            </p:attrNameLst>
                                          </p:cBhvr>
                                          <p:tavLst>
                                            <p:tav tm="0">
                                              <p:val>
                                                <p:fltVal val="0"/>
                                              </p:val>
                                            </p:tav>
                                            <p:tav tm="100000">
                                              <p:val>
                                                <p:strVal val="#ppt_w"/>
                                              </p:val>
                                            </p:tav>
                                          </p:tavLst>
                                        </p:anim>
                                        <p:anim calcmode="lin" valueType="num">
                                          <p:cBhvr>
                                            <p:cTn id="30" dur="500" fill="hold"/>
                                            <p:tgtEl>
                                              <p:spTgt spid="93"/>
                                            </p:tgtEl>
                                            <p:attrNameLst>
                                              <p:attrName>ppt_h</p:attrName>
                                            </p:attrNameLst>
                                          </p:cBhvr>
                                          <p:tavLst>
                                            <p:tav tm="0">
                                              <p:val>
                                                <p:fltVal val="0"/>
                                              </p:val>
                                            </p:tav>
                                            <p:tav tm="100000">
                                              <p:val>
                                                <p:strVal val="#ppt_h"/>
                                              </p:val>
                                            </p:tav>
                                          </p:tavLst>
                                        </p:anim>
                                        <p:animEffect transition="in" filter="fade">
                                          <p:cBhvr>
                                            <p:cTn id="31" dur="500"/>
                                            <p:tgtEl>
                                              <p:spTgt spid="93"/>
                                            </p:tgtEl>
                                          </p:cBhvr>
                                        </p:animEffect>
                                      </p:childTnLst>
                                    </p:cTn>
                                  </p:par>
                                </p:childTnLst>
                              </p:cTn>
                            </p:par>
                            <p:par>
                              <p:cTn id="32" fill="hold">
                                <p:stCondLst>
                                  <p:cond delay="2650"/>
                                </p:stCondLst>
                                <p:childTnLst>
                                  <p:par>
                                    <p:cTn id="33" presetID="22" presetClass="entr" presetSubtype="2" fill="hold" nodeType="afterEffect">
                                      <p:stCondLst>
                                        <p:cond delay="0"/>
                                      </p:stCondLst>
                                      <p:childTnLst>
                                        <p:set>
                                          <p:cBhvr>
                                            <p:cTn id="34" dur="1" fill="hold">
                                              <p:stCondLst>
                                                <p:cond delay="0"/>
                                              </p:stCondLst>
                                            </p:cTn>
                                            <p:tgtEl>
                                              <p:spTgt spid="87"/>
                                            </p:tgtEl>
                                            <p:attrNameLst>
                                              <p:attrName>style.visibility</p:attrName>
                                            </p:attrNameLst>
                                          </p:cBhvr>
                                          <p:to>
                                            <p:strVal val="visible"/>
                                          </p:to>
                                        </p:set>
                                        <p:animEffect transition="in" filter="wipe(right)">
                                          <p:cBhvr>
                                            <p:cTn id="35" dur="500"/>
                                            <p:tgtEl>
                                              <p:spTgt spid="87"/>
                                            </p:tgtEl>
                                          </p:cBhvr>
                                        </p:animEffect>
                                      </p:childTnLst>
                                    </p:cTn>
                                  </p:par>
                                </p:childTnLst>
                              </p:cTn>
                            </p:par>
                            <p:par>
                              <p:cTn id="36" fill="hold">
                                <p:stCondLst>
                                  <p:cond delay="3150"/>
                                </p:stCondLst>
                                <p:childTnLst>
                                  <p:par>
                                    <p:cTn id="37" presetID="21" presetClass="entr" presetSubtype="1" fill="hold" nodeType="afterEffect">
                                      <p:stCondLst>
                                        <p:cond delay="0"/>
                                      </p:stCondLst>
                                      <p:childTnLst>
                                        <p:set>
                                          <p:cBhvr>
                                            <p:cTn id="38" dur="1" fill="hold">
                                              <p:stCondLst>
                                                <p:cond delay="0"/>
                                              </p:stCondLst>
                                            </p:cTn>
                                            <p:tgtEl>
                                              <p:spTgt spid="72"/>
                                            </p:tgtEl>
                                            <p:attrNameLst>
                                              <p:attrName>style.visibility</p:attrName>
                                            </p:attrNameLst>
                                          </p:cBhvr>
                                          <p:to>
                                            <p:strVal val="visible"/>
                                          </p:to>
                                        </p:set>
                                        <p:animEffect transition="in" filter="wheel(1)">
                                          <p:cBhvr>
                                            <p:cTn id="39" dur="500"/>
                                            <p:tgtEl>
                                              <p:spTgt spid="72"/>
                                            </p:tgtEl>
                                          </p:cBhvr>
                                        </p:animEffect>
                                      </p:childTnLst>
                                    </p:cTn>
                                  </p:par>
                                  <p:par>
                                    <p:cTn id="40" presetID="53" presetClass="entr" presetSubtype="16" fill="hold" nodeType="withEffect">
                                      <p:stCondLst>
                                        <p:cond delay="0"/>
                                      </p:stCondLst>
                                      <p:childTnLst>
                                        <p:set>
                                          <p:cBhvr>
                                            <p:cTn id="41" dur="1" fill="hold">
                                              <p:stCondLst>
                                                <p:cond delay="0"/>
                                              </p:stCondLst>
                                            </p:cTn>
                                            <p:tgtEl>
                                              <p:spTgt spid="99"/>
                                            </p:tgtEl>
                                            <p:attrNameLst>
                                              <p:attrName>style.visibility</p:attrName>
                                            </p:attrNameLst>
                                          </p:cBhvr>
                                          <p:to>
                                            <p:strVal val="visible"/>
                                          </p:to>
                                        </p:set>
                                        <p:anim calcmode="lin" valueType="num">
                                          <p:cBhvr>
                                            <p:cTn id="42" dur="500" fill="hold"/>
                                            <p:tgtEl>
                                              <p:spTgt spid="99"/>
                                            </p:tgtEl>
                                            <p:attrNameLst>
                                              <p:attrName>ppt_w</p:attrName>
                                            </p:attrNameLst>
                                          </p:cBhvr>
                                          <p:tavLst>
                                            <p:tav tm="0">
                                              <p:val>
                                                <p:fltVal val="0"/>
                                              </p:val>
                                            </p:tav>
                                            <p:tav tm="100000">
                                              <p:val>
                                                <p:strVal val="#ppt_w"/>
                                              </p:val>
                                            </p:tav>
                                          </p:tavLst>
                                        </p:anim>
                                        <p:anim calcmode="lin" valueType="num">
                                          <p:cBhvr>
                                            <p:cTn id="43" dur="500" fill="hold"/>
                                            <p:tgtEl>
                                              <p:spTgt spid="99"/>
                                            </p:tgtEl>
                                            <p:attrNameLst>
                                              <p:attrName>ppt_h</p:attrName>
                                            </p:attrNameLst>
                                          </p:cBhvr>
                                          <p:tavLst>
                                            <p:tav tm="0">
                                              <p:val>
                                                <p:fltVal val="0"/>
                                              </p:val>
                                            </p:tav>
                                            <p:tav tm="100000">
                                              <p:val>
                                                <p:strVal val="#ppt_h"/>
                                              </p:val>
                                            </p:tav>
                                          </p:tavLst>
                                        </p:anim>
                                        <p:animEffect transition="in" filter="fade">
                                          <p:cBhvr>
                                            <p:cTn id="44" dur="500"/>
                                            <p:tgtEl>
                                              <p:spTgt spid="99"/>
                                            </p:tgtEl>
                                          </p:cBhvr>
                                        </p:animEffect>
                                      </p:childTnLst>
                                    </p:cTn>
                                  </p:par>
                                </p:childTnLst>
                              </p:cTn>
                            </p:par>
                            <p:par>
                              <p:cTn id="45" fill="hold">
                                <p:stCondLst>
                                  <p:cond delay="3650"/>
                                </p:stCondLst>
                                <p:childTnLst>
                                  <p:par>
                                    <p:cTn id="46" presetID="22" presetClass="entr" presetSubtype="8" fill="hold" nodeType="afterEffect">
                                      <p:stCondLst>
                                        <p:cond delay="0"/>
                                      </p:stCondLst>
                                      <p:childTnLst>
                                        <p:set>
                                          <p:cBhvr>
                                            <p:cTn id="47" dur="1" fill="hold">
                                              <p:stCondLst>
                                                <p:cond delay="0"/>
                                              </p:stCondLst>
                                            </p:cTn>
                                            <p:tgtEl>
                                              <p:spTgt spid="81"/>
                                            </p:tgtEl>
                                            <p:attrNameLst>
                                              <p:attrName>style.visibility</p:attrName>
                                            </p:attrNameLst>
                                          </p:cBhvr>
                                          <p:to>
                                            <p:strVal val="visible"/>
                                          </p:to>
                                        </p:set>
                                        <p:animEffect transition="in" filter="wipe(left)">
                                          <p:cBhvr>
                                            <p:cTn id="48" dur="500"/>
                                            <p:tgtEl>
                                              <p:spTgt spid="81"/>
                                            </p:tgtEl>
                                          </p:cBhvr>
                                        </p:animEffect>
                                      </p:childTnLst>
                                    </p:cTn>
                                  </p:par>
                                </p:childTnLst>
                              </p:cTn>
                            </p:par>
                            <p:par>
                              <p:cTn id="49" fill="hold">
                                <p:stCondLst>
                                  <p:cond delay="4150"/>
                                </p:stCondLst>
                                <p:childTnLst>
                                  <p:par>
                                    <p:cTn id="50" presetID="21" presetClass="entr" presetSubtype="1" fill="hold" nodeType="afterEffect">
                                      <p:stCondLst>
                                        <p:cond delay="0"/>
                                      </p:stCondLst>
                                      <p:childTnLst>
                                        <p:set>
                                          <p:cBhvr>
                                            <p:cTn id="51" dur="1" fill="hold">
                                              <p:stCondLst>
                                                <p:cond delay="0"/>
                                              </p:stCondLst>
                                            </p:cTn>
                                            <p:tgtEl>
                                              <p:spTgt spid="75"/>
                                            </p:tgtEl>
                                            <p:attrNameLst>
                                              <p:attrName>style.visibility</p:attrName>
                                            </p:attrNameLst>
                                          </p:cBhvr>
                                          <p:to>
                                            <p:strVal val="visible"/>
                                          </p:to>
                                        </p:set>
                                        <p:animEffect transition="in" filter="wheel(1)">
                                          <p:cBhvr>
                                            <p:cTn id="52" dur="500"/>
                                            <p:tgtEl>
                                              <p:spTgt spid="75"/>
                                            </p:tgtEl>
                                          </p:cBhvr>
                                        </p:animEffect>
                                      </p:childTnLst>
                                    </p:cTn>
                                  </p:par>
                                  <p:par>
                                    <p:cTn id="53" presetID="53" presetClass="entr" presetSubtype="16" fill="hold" nodeType="withEffect">
                                      <p:stCondLst>
                                        <p:cond delay="0"/>
                                      </p:stCondLst>
                                      <p:childTnLst>
                                        <p:set>
                                          <p:cBhvr>
                                            <p:cTn id="54" dur="1" fill="hold">
                                              <p:stCondLst>
                                                <p:cond delay="0"/>
                                              </p:stCondLst>
                                            </p:cTn>
                                            <p:tgtEl>
                                              <p:spTgt spid="108"/>
                                            </p:tgtEl>
                                            <p:attrNameLst>
                                              <p:attrName>style.visibility</p:attrName>
                                            </p:attrNameLst>
                                          </p:cBhvr>
                                          <p:to>
                                            <p:strVal val="visible"/>
                                          </p:to>
                                        </p:set>
                                        <p:anim calcmode="lin" valueType="num">
                                          <p:cBhvr>
                                            <p:cTn id="55" dur="500" fill="hold"/>
                                            <p:tgtEl>
                                              <p:spTgt spid="108"/>
                                            </p:tgtEl>
                                            <p:attrNameLst>
                                              <p:attrName>ppt_w</p:attrName>
                                            </p:attrNameLst>
                                          </p:cBhvr>
                                          <p:tavLst>
                                            <p:tav tm="0">
                                              <p:val>
                                                <p:fltVal val="0"/>
                                              </p:val>
                                            </p:tav>
                                            <p:tav tm="100000">
                                              <p:val>
                                                <p:strVal val="#ppt_w"/>
                                              </p:val>
                                            </p:tav>
                                          </p:tavLst>
                                        </p:anim>
                                        <p:anim calcmode="lin" valueType="num">
                                          <p:cBhvr>
                                            <p:cTn id="56" dur="500" fill="hold"/>
                                            <p:tgtEl>
                                              <p:spTgt spid="108"/>
                                            </p:tgtEl>
                                            <p:attrNameLst>
                                              <p:attrName>ppt_h</p:attrName>
                                            </p:attrNameLst>
                                          </p:cBhvr>
                                          <p:tavLst>
                                            <p:tav tm="0">
                                              <p:val>
                                                <p:fltVal val="0"/>
                                              </p:val>
                                            </p:tav>
                                            <p:tav tm="100000">
                                              <p:val>
                                                <p:strVal val="#ppt_h"/>
                                              </p:val>
                                            </p:tav>
                                          </p:tavLst>
                                        </p:anim>
                                        <p:animEffect transition="in" filter="fade">
                                          <p:cBhvr>
                                            <p:cTn id="57" dur="500"/>
                                            <p:tgtEl>
                                              <p:spTgt spid="108"/>
                                            </p:tgtEl>
                                          </p:cBhvr>
                                        </p:animEffect>
                                      </p:childTnLst>
                                    </p:cTn>
                                  </p:par>
                                </p:childTnLst>
                              </p:cTn>
                            </p:par>
                            <p:par>
                              <p:cTn id="58" fill="hold">
                                <p:stCondLst>
                                  <p:cond delay="4650"/>
                                </p:stCondLst>
                                <p:childTnLst>
                                  <p:par>
                                    <p:cTn id="59" presetID="22" presetClass="entr" presetSubtype="2" fill="hold" nodeType="afterEffect">
                                      <p:stCondLst>
                                        <p:cond delay="0"/>
                                      </p:stCondLst>
                                      <p:childTnLst>
                                        <p:set>
                                          <p:cBhvr>
                                            <p:cTn id="60" dur="1" fill="hold">
                                              <p:stCondLst>
                                                <p:cond delay="0"/>
                                              </p:stCondLst>
                                            </p:cTn>
                                            <p:tgtEl>
                                              <p:spTgt spid="90"/>
                                            </p:tgtEl>
                                            <p:attrNameLst>
                                              <p:attrName>style.visibility</p:attrName>
                                            </p:attrNameLst>
                                          </p:cBhvr>
                                          <p:to>
                                            <p:strVal val="visible"/>
                                          </p:to>
                                        </p:set>
                                        <p:animEffect transition="in" filter="wipe(right)">
                                          <p:cBhvr>
                                            <p:cTn id="61" dur="500"/>
                                            <p:tgtEl>
                                              <p:spTgt spid="90"/>
                                            </p:tgtEl>
                                          </p:cBhvr>
                                        </p:animEffect>
                                      </p:childTnLst>
                                    </p:cTn>
                                  </p:par>
                                </p:childTnLst>
                              </p:cTn>
                            </p:par>
                            <p:par>
                              <p:cTn id="62" fill="hold">
                                <p:stCondLst>
                                  <p:cond delay="5150"/>
                                </p:stCondLst>
                                <p:childTnLst>
                                  <p:par>
                                    <p:cTn id="63" presetID="21" presetClass="entr" presetSubtype="1" fill="hold" nodeType="afterEffect">
                                      <p:stCondLst>
                                        <p:cond delay="0"/>
                                      </p:stCondLst>
                                      <p:childTnLst>
                                        <p:set>
                                          <p:cBhvr>
                                            <p:cTn id="64" dur="1" fill="hold">
                                              <p:stCondLst>
                                                <p:cond delay="0"/>
                                              </p:stCondLst>
                                            </p:cTn>
                                            <p:tgtEl>
                                              <p:spTgt spid="78"/>
                                            </p:tgtEl>
                                            <p:attrNameLst>
                                              <p:attrName>style.visibility</p:attrName>
                                            </p:attrNameLst>
                                          </p:cBhvr>
                                          <p:to>
                                            <p:strVal val="visible"/>
                                          </p:to>
                                        </p:set>
                                        <p:animEffect transition="in" filter="wheel(1)">
                                          <p:cBhvr>
                                            <p:cTn id="65" dur="500"/>
                                            <p:tgtEl>
                                              <p:spTgt spid="78"/>
                                            </p:tgtEl>
                                          </p:cBhvr>
                                        </p:animEffect>
                                      </p:childTnLst>
                                    </p:cTn>
                                  </p:par>
                                  <p:par>
                                    <p:cTn id="66" presetID="53" presetClass="entr" presetSubtype="16" fill="hold" nodeType="withEffect">
                                      <p:stCondLst>
                                        <p:cond delay="0"/>
                                      </p:stCondLst>
                                      <p:childTnLst>
                                        <p:set>
                                          <p:cBhvr>
                                            <p:cTn id="67" dur="1" fill="hold">
                                              <p:stCondLst>
                                                <p:cond delay="0"/>
                                              </p:stCondLst>
                                            </p:cTn>
                                            <p:tgtEl>
                                              <p:spTgt spid="116"/>
                                            </p:tgtEl>
                                            <p:attrNameLst>
                                              <p:attrName>style.visibility</p:attrName>
                                            </p:attrNameLst>
                                          </p:cBhvr>
                                          <p:to>
                                            <p:strVal val="visible"/>
                                          </p:to>
                                        </p:set>
                                        <p:anim calcmode="lin" valueType="num">
                                          <p:cBhvr>
                                            <p:cTn id="68" dur="500" fill="hold"/>
                                            <p:tgtEl>
                                              <p:spTgt spid="116"/>
                                            </p:tgtEl>
                                            <p:attrNameLst>
                                              <p:attrName>ppt_w</p:attrName>
                                            </p:attrNameLst>
                                          </p:cBhvr>
                                          <p:tavLst>
                                            <p:tav tm="0">
                                              <p:val>
                                                <p:fltVal val="0"/>
                                              </p:val>
                                            </p:tav>
                                            <p:tav tm="100000">
                                              <p:val>
                                                <p:strVal val="#ppt_w"/>
                                              </p:val>
                                            </p:tav>
                                          </p:tavLst>
                                        </p:anim>
                                        <p:anim calcmode="lin" valueType="num">
                                          <p:cBhvr>
                                            <p:cTn id="69" dur="500" fill="hold"/>
                                            <p:tgtEl>
                                              <p:spTgt spid="116"/>
                                            </p:tgtEl>
                                            <p:attrNameLst>
                                              <p:attrName>ppt_h</p:attrName>
                                            </p:attrNameLst>
                                          </p:cBhvr>
                                          <p:tavLst>
                                            <p:tav tm="0">
                                              <p:val>
                                                <p:fltVal val="0"/>
                                              </p:val>
                                            </p:tav>
                                            <p:tav tm="100000">
                                              <p:val>
                                                <p:strVal val="#ppt_h"/>
                                              </p:val>
                                            </p:tav>
                                          </p:tavLst>
                                        </p:anim>
                                        <p:animEffect transition="in" filter="fade">
                                          <p:cBhvr>
                                            <p:cTn id="70" dur="500"/>
                                            <p:tgtEl>
                                              <p:spTgt spid="116"/>
                                            </p:tgtEl>
                                          </p:cBhvr>
                                        </p:animEffect>
                                      </p:childTnLst>
                                    </p:cTn>
                                  </p:par>
                                </p:childTnLst>
                              </p:cTn>
                            </p:par>
                            <p:par>
                              <p:cTn id="71" fill="hold">
                                <p:stCondLst>
                                  <p:cond delay="5650"/>
                                </p:stCondLst>
                                <p:childTnLst>
                                  <p:par>
                                    <p:cTn id="72" presetID="22" presetClass="entr" presetSubtype="8" fill="hold" nodeType="afterEffect">
                                      <p:stCondLst>
                                        <p:cond delay="0"/>
                                      </p:stCondLst>
                                      <p:childTnLst>
                                        <p:set>
                                          <p:cBhvr>
                                            <p:cTn id="73" dur="1" fill="hold">
                                              <p:stCondLst>
                                                <p:cond delay="0"/>
                                              </p:stCondLst>
                                            </p:cTn>
                                            <p:tgtEl>
                                              <p:spTgt spid="84"/>
                                            </p:tgtEl>
                                            <p:attrNameLst>
                                              <p:attrName>style.visibility</p:attrName>
                                            </p:attrNameLst>
                                          </p:cBhvr>
                                          <p:to>
                                            <p:strVal val="visible"/>
                                          </p:to>
                                        </p:set>
                                        <p:animEffect transition="in" filter="wipe(left)">
                                          <p:cBhvr>
                                            <p:cTn id="74" dur="5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68"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60000" fill="hold" nodeType="afterEffect">
                                      <p:stCondLst>
                                        <p:cond delay="0"/>
                                      </p:stCondLst>
                                      <p:childTnLst>
                                        <p:set>
                                          <p:cBhvr>
                                            <p:cTn id="6" dur="1" fill="hold">
                                              <p:stCondLst>
                                                <p:cond delay="0"/>
                                              </p:stCondLst>
                                            </p:cTn>
                                            <p:tgtEl>
                                              <p:spTgt spid="63"/>
                                            </p:tgtEl>
                                            <p:attrNameLst>
                                              <p:attrName>style.visibility</p:attrName>
                                            </p:attrNameLst>
                                          </p:cBhvr>
                                          <p:to>
                                            <p:strVal val="visible"/>
                                          </p:to>
                                        </p:set>
                                        <p:anim calcmode="lin" valueType="num">
                                          <p:cBhvr additive="base">
                                            <p:cTn id="7" dur="500" fill="hold"/>
                                            <p:tgtEl>
                                              <p:spTgt spid="63"/>
                                            </p:tgtEl>
                                            <p:attrNameLst>
                                              <p:attrName>ppt_x</p:attrName>
                                            </p:attrNameLst>
                                          </p:cBhvr>
                                          <p:tavLst>
                                            <p:tav tm="0">
                                              <p:val>
                                                <p:strVal val="#ppt_x"/>
                                              </p:val>
                                            </p:tav>
                                            <p:tav tm="100000">
                                              <p:val>
                                                <p:strVal val="#ppt_x"/>
                                              </p:val>
                                            </p:tav>
                                          </p:tavLst>
                                        </p:anim>
                                        <p:anim calcmode="lin" valueType="num">
                                          <p:cBhvr additive="base">
                                            <p:cTn id="8" dur="500" fill="hold"/>
                                            <p:tgtEl>
                                              <p:spTgt spid="6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53" presetClass="entr" presetSubtype="16" fill="hold" grpId="0" nodeType="afterEffect">
                                      <p:stCondLst>
                                        <p:cond delay="0"/>
                                      </p:stCondLst>
                                      <p:iterate type="lt">
                                        <p:tmPct val="10000"/>
                                      </p:iterate>
                                      <p:childTnLst>
                                        <p:set>
                                          <p:cBhvr>
                                            <p:cTn id="11" dur="1" fill="hold">
                                              <p:stCondLst>
                                                <p:cond delay="0"/>
                                              </p:stCondLst>
                                            </p:cTn>
                                            <p:tgtEl>
                                              <p:spTgt spid="66"/>
                                            </p:tgtEl>
                                            <p:attrNameLst>
                                              <p:attrName>style.visibility</p:attrName>
                                            </p:attrNameLst>
                                          </p:cBhvr>
                                          <p:to>
                                            <p:strVal val="visible"/>
                                          </p:to>
                                        </p:set>
                                        <p:anim calcmode="lin" valueType="num">
                                          <p:cBhvr>
                                            <p:cTn id="12" dur="500" fill="hold"/>
                                            <p:tgtEl>
                                              <p:spTgt spid="66"/>
                                            </p:tgtEl>
                                            <p:attrNameLst>
                                              <p:attrName>ppt_w</p:attrName>
                                            </p:attrNameLst>
                                          </p:cBhvr>
                                          <p:tavLst>
                                            <p:tav tm="0">
                                              <p:val>
                                                <p:fltVal val="0"/>
                                              </p:val>
                                            </p:tav>
                                            <p:tav tm="100000">
                                              <p:val>
                                                <p:strVal val="#ppt_w"/>
                                              </p:val>
                                            </p:tav>
                                          </p:tavLst>
                                        </p:anim>
                                        <p:anim calcmode="lin" valueType="num">
                                          <p:cBhvr>
                                            <p:cTn id="13" dur="500" fill="hold"/>
                                            <p:tgtEl>
                                              <p:spTgt spid="66"/>
                                            </p:tgtEl>
                                            <p:attrNameLst>
                                              <p:attrName>ppt_h</p:attrName>
                                            </p:attrNameLst>
                                          </p:cBhvr>
                                          <p:tavLst>
                                            <p:tav tm="0">
                                              <p:val>
                                                <p:fltVal val="0"/>
                                              </p:val>
                                            </p:tav>
                                            <p:tav tm="100000">
                                              <p:val>
                                                <p:strVal val="#ppt_h"/>
                                              </p:val>
                                            </p:tav>
                                          </p:tavLst>
                                        </p:anim>
                                        <p:animEffect transition="in" filter="fade">
                                          <p:cBhvr>
                                            <p:cTn id="14" dur="500"/>
                                            <p:tgtEl>
                                              <p:spTgt spid="66"/>
                                            </p:tgtEl>
                                          </p:cBhvr>
                                        </p:animEffect>
                                      </p:childTnLst>
                                    </p:cTn>
                                  </p:par>
                                </p:childTnLst>
                              </p:cTn>
                            </p:par>
                            <p:par>
                              <p:cTn id="15" fill="hold">
                                <p:stCondLst>
                                  <p:cond delay="1150"/>
                                </p:stCondLst>
                                <p:childTnLst>
                                  <p:par>
                                    <p:cTn id="16" presetID="16" presetClass="entr" presetSubtype="42" fill="hold" nodeType="afterEffect">
                                      <p:stCondLst>
                                        <p:cond delay="0"/>
                                      </p:stCondLst>
                                      <p:childTnLst>
                                        <p:set>
                                          <p:cBhvr>
                                            <p:cTn id="17" dur="1" fill="hold">
                                              <p:stCondLst>
                                                <p:cond delay="0"/>
                                              </p:stCondLst>
                                            </p:cTn>
                                            <p:tgtEl>
                                              <p:spTgt spid="67"/>
                                            </p:tgtEl>
                                            <p:attrNameLst>
                                              <p:attrName>style.visibility</p:attrName>
                                            </p:attrNameLst>
                                          </p:cBhvr>
                                          <p:to>
                                            <p:strVal val="visible"/>
                                          </p:to>
                                        </p:set>
                                        <p:animEffect transition="in" filter="barn(outHorizontal)">
                                          <p:cBhvr>
                                            <p:cTn id="18" dur="500"/>
                                            <p:tgtEl>
                                              <p:spTgt spid="67"/>
                                            </p:tgtEl>
                                          </p:cBhvr>
                                        </p:animEffect>
                                      </p:childTnLst>
                                    </p:cTn>
                                  </p:par>
                                </p:childTnLst>
                              </p:cTn>
                            </p:par>
                            <p:par>
                              <p:cTn id="19" fill="hold">
                                <p:stCondLst>
                                  <p:cond delay="1650"/>
                                </p:stCondLst>
                                <p:childTnLst>
                                  <p:par>
                                    <p:cTn id="20" presetID="22" presetClass="entr" presetSubtype="8" fill="hold" grpId="0" nodeType="afterEffect">
                                      <p:stCondLst>
                                        <p:cond delay="0"/>
                                      </p:stCondLst>
                                      <p:childTnLst>
                                        <p:set>
                                          <p:cBhvr>
                                            <p:cTn id="21" dur="1" fill="hold">
                                              <p:stCondLst>
                                                <p:cond delay="0"/>
                                              </p:stCondLst>
                                            </p:cTn>
                                            <p:tgtEl>
                                              <p:spTgt spid="68"/>
                                            </p:tgtEl>
                                            <p:attrNameLst>
                                              <p:attrName>style.visibility</p:attrName>
                                            </p:attrNameLst>
                                          </p:cBhvr>
                                          <p:to>
                                            <p:strVal val="visible"/>
                                          </p:to>
                                        </p:set>
                                        <p:animEffect transition="in" filter="wipe(left)">
                                          <p:cBhvr>
                                            <p:cTn id="22" dur="500"/>
                                            <p:tgtEl>
                                              <p:spTgt spid="68"/>
                                            </p:tgtEl>
                                          </p:cBhvr>
                                        </p:animEffect>
                                      </p:childTnLst>
                                    </p:cTn>
                                  </p:par>
                                </p:childTnLst>
                              </p:cTn>
                            </p:par>
                            <p:par>
                              <p:cTn id="23" fill="hold">
                                <p:stCondLst>
                                  <p:cond delay="2150"/>
                                </p:stCondLst>
                                <p:childTnLst>
                                  <p:par>
                                    <p:cTn id="24" presetID="21" presetClass="entr" presetSubtype="1" fill="hold" nodeType="afterEffect">
                                      <p:stCondLst>
                                        <p:cond delay="0"/>
                                      </p:stCondLst>
                                      <p:childTnLst>
                                        <p:set>
                                          <p:cBhvr>
                                            <p:cTn id="25" dur="1" fill="hold">
                                              <p:stCondLst>
                                                <p:cond delay="0"/>
                                              </p:stCondLst>
                                            </p:cTn>
                                            <p:tgtEl>
                                              <p:spTgt spid="69"/>
                                            </p:tgtEl>
                                            <p:attrNameLst>
                                              <p:attrName>style.visibility</p:attrName>
                                            </p:attrNameLst>
                                          </p:cBhvr>
                                          <p:to>
                                            <p:strVal val="visible"/>
                                          </p:to>
                                        </p:set>
                                        <p:animEffect transition="in" filter="wheel(1)">
                                          <p:cBhvr>
                                            <p:cTn id="26" dur="500"/>
                                            <p:tgtEl>
                                              <p:spTgt spid="69"/>
                                            </p:tgtEl>
                                          </p:cBhvr>
                                        </p:animEffect>
                                      </p:childTnLst>
                                    </p:cTn>
                                  </p:par>
                                  <p:par>
                                    <p:cTn id="27" presetID="53" presetClass="entr" presetSubtype="16" fill="hold" nodeType="withEffect">
                                      <p:stCondLst>
                                        <p:cond delay="0"/>
                                      </p:stCondLst>
                                      <p:childTnLst>
                                        <p:set>
                                          <p:cBhvr>
                                            <p:cTn id="28" dur="1" fill="hold">
                                              <p:stCondLst>
                                                <p:cond delay="0"/>
                                              </p:stCondLst>
                                            </p:cTn>
                                            <p:tgtEl>
                                              <p:spTgt spid="93"/>
                                            </p:tgtEl>
                                            <p:attrNameLst>
                                              <p:attrName>style.visibility</p:attrName>
                                            </p:attrNameLst>
                                          </p:cBhvr>
                                          <p:to>
                                            <p:strVal val="visible"/>
                                          </p:to>
                                        </p:set>
                                        <p:anim calcmode="lin" valueType="num">
                                          <p:cBhvr>
                                            <p:cTn id="29" dur="500" fill="hold"/>
                                            <p:tgtEl>
                                              <p:spTgt spid="93"/>
                                            </p:tgtEl>
                                            <p:attrNameLst>
                                              <p:attrName>ppt_w</p:attrName>
                                            </p:attrNameLst>
                                          </p:cBhvr>
                                          <p:tavLst>
                                            <p:tav tm="0">
                                              <p:val>
                                                <p:fltVal val="0"/>
                                              </p:val>
                                            </p:tav>
                                            <p:tav tm="100000">
                                              <p:val>
                                                <p:strVal val="#ppt_w"/>
                                              </p:val>
                                            </p:tav>
                                          </p:tavLst>
                                        </p:anim>
                                        <p:anim calcmode="lin" valueType="num">
                                          <p:cBhvr>
                                            <p:cTn id="30" dur="500" fill="hold"/>
                                            <p:tgtEl>
                                              <p:spTgt spid="93"/>
                                            </p:tgtEl>
                                            <p:attrNameLst>
                                              <p:attrName>ppt_h</p:attrName>
                                            </p:attrNameLst>
                                          </p:cBhvr>
                                          <p:tavLst>
                                            <p:tav tm="0">
                                              <p:val>
                                                <p:fltVal val="0"/>
                                              </p:val>
                                            </p:tav>
                                            <p:tav tm="100000">
                                              <p:val>
                                                <p:strVal val="#ppt_h"/>
                                              </p:val>
                                            </p:tav>
                                          </p:tavLst>
                                        </p:anim>
                                        <p:animEffect transition="in" filter="fade">
                                          <p:cBhvr>
                                            <p:cTn id="31" dur="500"/>
                                            <p:tgtEl>
                                              <p:spTgt spid="93"/>
                                            </p:tgtEl>
                                          </p:cBhvr>
                                        </p:animEffect>
                                      </p:childTnLst>
                                    </p:cTn>
                                  </p:par>
                                </p:childTnLst>
                              </p:cTn>
                            </p:par>
                            <p:par>
                              <p:cTn id="32" fill="hold">
                                <p:stCondLst>
                                  <p:cond delay="2650"/>
                                </p:stCondLst>
                                <p:childTnLst>
                                  <p:par>
                                    <p:cTn id="33" presetID="22" presetClass="entr" presetSubtype="2" fill="hold" nodeType="afterEffect">
                                      <p:stCondLst>
                                        <p:cond delay="0"/>
                                      </p:stCondLst>
                                      <p:childTnLst>
                                        <p:set>
                                          <p:cBhvr>
                                            <p:cTn id="34" dur="1" fill="hold">
                                              <p:stCondLst>
                                                <p:cond delay="0"/>
                                              </p:stCondLst>
                                            </p:cTn>
                                            <p:tgtEl>
                                              <p:spTgt spid="87"/>
                                            </p:tgtEl>
                                            <p:attrNameLst>
                                              <p:attrName>style.visibility</p:attrName>
                                            </p:attrNameLst>
                                          </p:cBhvr>
                                          <p:to>
                                            <p:strVal val="visible"/>
                                          </p:to>
                                        </p:set>
                                        <p:animEffect transition="in" filter="wipe(right)">
                                          <p:cBhvr>
                                            <p:cTn id="35" dur="500"/>
                                            <p:tgtEl>
                                              <p:spTgt spid="87"/>
                                            </p:tgtEl>
                                          </p:cBhvr>
                                        </p:animEffect>
                                      </p:childTnLst>
                                    </p:cTn>
                                  </p:par>
                                </p:childTnLst>
                              </p:cTn>
                            </p:par>
                            <p:par>
                              <p:cTn id="36" fill="hold">
                                <p:stCondLst>
                                  <p:cond delay="3150"/>
                                </p:stCondLst>
                                <p:childTnLst>
                                  <p:par>
                                    <p:cTn id="37" presetID="21" presetClass="entr" presetSubtype="1" fill="hold" nodeType="afterEffect">
                                      <p:stCondLst>
                                        <p:cond delay="0"/>
                                      </p:stCondLst>
                                      <p:childTnLst>
                                        <p:set>
                                          <p:cBhvr>
                                            <p:cTn id="38" dur="1" fill="hold">
                                              <p:stCondLst>
                                                <p:cond delay="0"/>
                                              </p:stCondLst>
                                            </p:cTn>
                                            <p:tgtEl>
                                              <p:spTgt spid="72"/>
                                            </p:tgtEl>
                                            <p:attrNameLst>
                                              <p:attrName>style.visibility</p:attrName>
                                            </p:attrNameLst>
                                          </p:cBhvr>
                                          <p:to>
                                            <p:strVal val="visible"/>
                                          </p:to>
                                        </p:set>
                                        <p:animEffect transition="in" filter="wheel(1)">
                                          <p:cBhvr>
                                            <p:cTn id="39" dur="500"/>
                                            <p:tgtEl>
                                              <p:spTgt spid="72"/>
                                            </p:tgtEl>
                                          </p:cBhvr>
                                        </p:animEffect>
                                      </p:childTnLst>
                                    </p:cTn>
                                  </p:par>
                                  <p:par>
                                    <p:cTn id="40" presetID="53" presetClass="entr" presetSubtype="16" fill="hold" nodeType="withEffect">
                                      <p:stCondLst>
                                        <p:cond delay="0"/>
                                      </p:stCondLst>
                                      <p:childTnLst>
                                        <p:set>
                                          <p:cBhvr>
                                            <p:cTn id="41" dur="1" fill="hold">
                                              <p:stCondLst>
                                                <p:cond delay="0"/>
                                              </p:stCondLst>
                                            </p:cTn>
                                            <p:tgtEl>
                                              <p:spTgt spid="99"/>
                                            </p:tgtEl>
                                            <p:attrNameLst>
                                              <p:attrName>style.visibility</p:attrName>
                                            </p:attrNameLst>
                                          </p:cBhvr>
                                          <p:to>
                                            <p:strVal val="visible"/>
                                          </p:to>
                                        </p:set>
                                        <p:anim calcmode="lin" valueType="num">
                                          <p:cBhvr>
                                            <p:cTn id="42" dur="500" fill="hold"/>
                                            <p:tgtEl>
                                              <p:spTgt spid="99"/>
                                            </p:tgtEl>
                                            <p:attrNameLst>
                                              <p:attrName>ppt_w</p:attrName>
                                            </p:attrNameLst>
                                          </p:cBhvr>
                                          <p:tavLst>
                                            <p:tav tm="0">
                                              <p:val>
                                                <p:fltVal val="0"/>
                                              </p:val>
                                            </p:tav>
                                            <p:tav tm="100000">
                                              <p:val>
                                                <p:strVal val="#ppt_w"/>
                                              </p:val>
                                            </p:tav>
                                          </p:tavLst>
                                        </p:anim>
                                        <p:anim calcmode="lin" valueType="num">
                                          <p:cBhvr>
                                            <p:cTn id="43" dur="500" fill="hold"/>
                                            <p:tgtEl>
                                              <p:spTgt spid="99"/>
                                            </p:tgtEl>
                                            <p:attrNameLst>
                                              <p:attrName>ppt_h</p:attrName>
                                            </p:attrNameLst>
                                          </p:cBhvr>
                                          <p:tavLst>
                                            <p:tav tm="0">
                                              <p:val>
                                                <p:fltVal val="0"/>
                                              </p:val>
                                            </p:tav>
                                            <p:tav tm="100000">
                                              <p:val>
                                                <p:strVal val="#ppt_h"/>
                                              </p:val>
                                            </p:tav>
                                          </p:tavLst>
                                        </p:anim>
                                        <p:animEffect transition="in" filter="fade">
                                          <p:cBhvr>
                                            <p:cTn id="44" dur="500"/>
                                            <p:tgtEl>
                                              <p:spTgt spid="99"/>
                                            </p:tgtEl>
                                          </p:cBhvr>
                                        </p:animEffect>
                                      </p:childTnLst>
                                    </p:cTn>
                                  </p:par>
                                </p:childTnLst>
                              </p:cTn>
                            </p:par>
                            <p:par>
                              <p:cTn id="45" fill="hold">
                                <p:stCondLst>
                                  <p:cond delay="3650"/>
                                </p:stCondLst>
                                <p:childTnLst>
                                  <p:par>
                                    <p:cTn id="46" presetID="22" presetClass="entr" presetSubtype="8" fill="hold" nodeType="afterEffect">
                                      <p:stCondLst>
                                        <p:cond delay="0"/>
                                      </p:stCondLst>
                                      <p:childTnLst>
                                        <p:set>
                                          <p:cBhvr>
                                            <p:cTn id="47" dur="1" fill="hold">
                                              <p:stCondLst>
                                                <p:cond delay="0"/>
                                              </p:stCondLst>
                                            </p:cTn>
                                            <p:tgtEl>
                                              <p:spTgt spid="81"/>
                                            </p:tgtEl>
                                            <p:attrNameLst>
                                              <p:attrName>style.visibility</p:attrName>
                                            </p:attrNameLst>
                                          </p:cBhvr>
                                          <p:to>
                                            <p:strVal val="visible"/>
                                          </p:to>
                                        </p:set>
                                        <p:animEffect transition="in" filter="wipe(left)">
                                          <p:cBhvr>
                                            <p:cTn id="48" dur="500"/>
                                            <p:tgtEl>
                                              <p:spTgt spid="81"/>
                                            </p:tgtEl>
                                          </p:cBhvr>
                                        </p:animEffect>
                                      </p:childTnLst>
                                    </p:cTn>
                                  </p:par>
                                </p:childTnLst>
                              </p:cTn>
                            </p:par>
                            <p:par>
                              <p:cTn id="49" fill="hold">
                                <p:stCondLst>
                                  <p:cond delay="4150"/>
                                </p:stCondLst>
                                <p:childTnLst>
                                  <p:par>
                                    <p:cTn id="50" presetID="21" presetClass="entr" presetSubtype="1" fill="hold" nodeType="afterEffect">
                                      <p:stCondLst>
                                        <p:cond delay="0"/>
                                      </p:stCondLst>
                                      <p:childTnLst>
                                        <p:set>
                                          <p:cBhvr>
                                            <p:cTn id="51" dur="1" fill="hold">
                                              <p:stCondLst>
                                                <p:cond delay="0"/>
                                              </p:stCondLst>
                                            </p:cTn>
                                            <p:tgtEl>
                                              <p:spTgt spid="75"/>
                                            </p:tgtEl>
                                            <p:attrNameLst>
                                              <p:attrName>style.visibility</p:attrName>
                                            </p:attrNameLst>
                                          </p:cBhvr>
                                          <p:to>
                                            <p:strVal val="visible"/>
                                          </p:to>
                                        </p:set>
                                        <p:animEffect transition="in" filter="wheel(1)">
                                          <p:cBhvr>
                                            <p:cTn id="52" dur="500"/>
                                            <p:tgtEl>
                                              <p:spTgt spid="75"/>
                                            </p:tgtEl>
                                          </p:cBhvr>
                                        </p:animEffect>
                                      </p:childTnLst>
                                    </p:cTn>
                                  </p:par>
                                  <p:par>
                                    <p:cTn id="53" presetID="53" presetClass="entr" presetSubtype="16" fill="hold" nodeType="withEffect">
                                      <p:stCondLst>
                                        <p:cond delay="0"/>
                                      </p:stCondLst>
                                      <p:childTnLst>
                                        <p:set>
                                          <p:cBhvr>
                                            <p:cTn id="54" dur="1" fill="hold">
                                              <p:stCondLst>
                                                <p:cond delay="0"/>
                                              </p:stCondLst>
                                            </p:cTn>
                                            <p:tgtEl>
                                              <p:spTgt spid="108"/>
                                            </p:tgtEl>
                                            <p:attrNameLst>
                                              <p:attrName>style.visibility</p:attrName>
                                            </p:attrNameLst>
                                          </p:cBhvr>
                                          <p:to>
                                            <p:strVal val="visible"/>
                                          </p:to>
                                        </p:set>
                                        <p:anim calcmode="lin" valueType="num">
                                          <p:cBhvr>
                                            <p:cTn id="55" dur="500" fill="hold"/>
                                            <p:tgtEl>
                                              <p:spTgt spid="108"/>
                                            </p:tgtEl>
                                            <p:attrNameLst>
                                              <p:attrName>ppt_w</p:attrName>
                                            </p:attrNameLst>
                                          </p:cBhvr>
                                          <p:tavLst>
                                            <p:tav tm="0">
                                              <p:val>
                                                <p:fltVal val="0"/>
                                              </p:val>
                                            </p:tav>
                                            <p:tav tm="100000">
                                              <p:val>
                                                <p:strVal val="#ppt_w"/>
                                              </p:val>
                                            </p:tav>
                                          </p:tavLst>
                                        </p:anim>
                                        <p:anim calcmode="lin" valueType="num">
                                          <p:cBhvr>
                                            <p:cTn id="56" dur="500" fill="hold"/>
                                            <p:tgtEl>
                                              <p:spTgt spid="108"/>
                                            </p:tgtEl>
                                            <p:attrNameLst>
                                              <p:attrName>ppt_h</p:attrName>
                                            </p:attrNameLst>
                                          </p:cBhvr>
                                          <p:tavLst>
                                            <p:tav tm="0">
                                              <p:val>
                                                <p:fltVal val="0"/>
                                              </p:val>
                                            </p:tav>
                                            <p:tav tm="100000">
                                              <p:val>
                                                <p:strVal val="#ppt_h"/>
                                              </p:val>
                                            </p:tav>
                                          </p:tavLst>
                                        </p:anim>
                                        <p:animEffect transition="in" filter="fade">
                                          <p:cBhvr>
                                            <p:cTn id="57" dur="500"/>
                                            <p:tgtEl>
                                              <p:spTgt spid="108"/>
                                            </p:tgtEl>
                                          </p:cBhvr>
                                        </p:animEffect>
                                      </p:childTnLst>
                                    </p:cTn>
                                  </p:par>
                                </p:childTnLst>
                              </p:cTn>
                            </p:par>
                            <p:par>
                              <p:cTn id="58" fill="hold">
                                <p:stCondLst>
                                  <p:cond delay="4650"/>
                                </p:stCondLst>
                                <p:childTnLst>
                                  <p:par>
                                    <p:cTn id="59" presetID="22" presetClass="entr" presetSubtype="2" fill="hold" nodeType="afterEffect">
                                      <p:stCondLst>
                                        <p:cond delay="0"/>
                                      </p:stCondLst>
                                      <p:childTnLst>
                                        <p:set>
                                          <p:cBhvr>
                                            <p:cTn id="60" dur="1" fill="hold">
                                              <p:stCondLst>
                                                <p:cond delay="0"/>
                                              </p:stCondLst>
                                            </p:cTn>
                                            <p:tgtEl>
                                              <p:spTgt spid="90"/>
                                            </p:tgtEl>
                                            <p:attrNameLst>
                                              <p:attrName>style.visibility</p:attrName>
                                            </p:attrNameLst>
                                          </p:cBhvr>
                                          <p:to>
                                            <p:strVal val="visible"/>
                                          </p:to>
                                        </p:set>
                                        <p:animEffect transition="in" filter="wipe(right)">
                                          <p:cBhvr>
                                            <p:cTn id="61" dur="500"/>
                                            <p:tgtEl>
                                              <p:spTgt spid="90"/>
                                            </p:tgtEl>
                                          </p:cBhvr>
                                        </p:animEffect>
                                      </p:childTnLst>
                                    </p:cTn>
                                  </p:par>
                                </p:childTnLst>
                              </p:cTn>
                            </p:par>
                            <p:par>
                              <p:cTn id="62" fill="hold">
                                <p:stCondLst>
                                  <p:cond delay="5150"/>
                                </p:stCondLst>
                                <p:childTnLst>
                                  <p:par>
                                    <p:cTn id="63" presetID="21" presetClass="entr" presetSubtype="1" fill="hold" nodeType="afterEffect">
                                      <p:stCondLst>
                                        <p:cond delay="0"/>
                                      </p:stCondLst>
                                      <p:childTnLst>
                                        <p:set>
                                          <p:cBhvr>
                                            <p:cTn id="64" dur="1" fill="hold">
                                              <p:stCondLst>
                                                <p:cond delay="0"/>
                                              </p:stCondLst>
                                            </p:cTn>
                                            <p:tgtEl>
                                              <p:spTgt spid="78"/>
                                            </p:tgtEl>
                                            <p:attrNameLst>
                                              <p:attrName>style.visibility</p:attrName>
                                            </p:attrNameLst>
                                          </p:cBhvr>
                                          <p:to>
                                            <p:strVal val="visible"/>
                                          </p:to>
                                        </p:set>
                                        <p:animEffect transition="in" filter="wheel(1)">
                                          <p:cBhvr>
                                            <p:cTn id="65" dur="500"/>
                                            <p:tgtEl>
                                              <p:spTgt spid="78"/>
                                            </p:tgtEl>
                                          </p:cBhvr>
                                        </p:animEffect>
                                      </p:childTnLst>
                                    </p:cTn>
                                  </p:par>
                                  <p:par>
                                    <p:cTn id="66" presetID="53" presetClass="entr" presetSubtype="16" fill="hold" nodeType="withEffect">
                                      <p:stCondLst>
                                        <p:cond delay="0"/>
                                      </p:stCondLst>
                                      <p:childTnLst>
                                        <p:set>
                                          <p:cBhvr>
                                            <p:cTn id="67" dur="1" fill="hold">
                                              <p:stCondLst>
                                                <p:cond delay="0"/>
                                              </p:stCondLst>
                                            </p:cTn>
                                            <p:tgtEl>
                                              <p:spTgt spid="116"/>
                                            </p:tgtEl>
                                            <p:attrNameLst>
                                              <p:attrName>style.visibility</p:attrName>
                                            </p:attrNameLst>
                                          </p:cBhvr>
                                          <p:to>
                                            <p:strVal val="visible"/>
                                          </p:to>
                                        </p:set>
                                        <p:anim calcmode="lin" valueType="num">
                                          <p:cBhvr>
                                            <p:cTn id="68" dur="500" fill="hold"/>
                                            <p:tgtEl>
                                              <p:spTgt spid="116"/>
                                            </p:tgtEl>
                                            <p:attrNameLst>
                                              <p:attrName>ppt_w</p:attrName>
                                            </p:attrNameLst>
                                          </p:cBhvr>
                                          <p:tavLst>
                                            <p:tav tm="0">
                                              <p:val>
                                                <p:fltVal val="0"/>
                                              </p:val>
                                            </p:tav>
                                            <p:tav tm="100000">
                                              <p:val>
                                                <p:strVal val="#ppt_w"/>
                                              </p:val>
                                            </p:tav>
                                          </p:tavLst>
                                        </p:anim>
                                        <p:anim calcmode="lin" valueType="num">
                                          <p:cBhvr>
                                            <p:cTn id="69" dur="500" fill="hold"/>
                                            <p:tgtEl>
                                              <p:spTgt spid="116"/>
                                            </p:tgtEl>
                                            <p:attrNameLst>
                                              <p:attrName>ppt_h</p:attrName>
                                            </p:attrNameLst>
                                          </p:cBhvr>
                                          <p:tavLst>
                                            <p:tav tm="0">
                                              <p:val>
                                                <p:fltVal val="0"/>
                                              </p:val>
                                            </p:tav>
                                            <p:tav tm="100000">
                                              <p:val>
                                                <p:strVal val="#ppt_h"/>
                                              </p:val>
                                            </p:tav>
                                          </p:tavLst>
                                        </p:anim>
                                        <p:animEffect transition="in" filter="fade">
                                          <p:cBhvr>
                                            <p:cTn id="70" dur="500"/>
                                            <p:tgtEl>
                                              <p:spTgt spid="116"/>
                                            </p:tgtEl>
                                          </p:cBhvr>
                                        </p:animEffect>
                                      </p:childTnLst>
                                    </p:cTn>
                                  </p:par>
                                </p:childTnLst>
                              </p:cTn>
                            </p:par>
                            <p:par>
                              <p:cTn id="71" fill="hold">
                                <p:stCondLst>
                                  <p:cond delay="5650"/>
                                </p:stCondLst>
                                <p:childTnLst>
                                  <p:par>
                                    <p:cTn id="72" presetID="22" presetClass="entr" presetSubtype="8" fill="hold" nodeType="afterEffect">
                                      <p:stCondLst>
                                        <p:cond delay="0"/>
                                      </p:stCondLst>
                                      <p:childTnLst>
                                        <p:set>
                                          <p:cBhvr>
                                            <p:cTn id="73" dur="1" fill="hold">
                                              <p:stCondLst>
                                                <p:cond delay="0"/>
                                              </p:stCondLst>
                                            </p:cTn>
                                            <p:tgtEl>
                                              <p:spTgt spid="84"/>
                                            </p:tgtEl>
                                            <p:attrNameLst>
                                              <p:attrName>style.visibility</p:attrName>
                                            </p:attrNameLst>
                                          </p:cBhvr>
                                          <p:to>
                                            <p:strVal val="visible"/>
                                          </p:to>
                                        </p:set>
                                        <p:animEffect transition="in" filter="wipe(left)">
                                          <p:cBhvr>
                                            <p:cTn id="74" dur="5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68" grpId="0"/>
        </p:bldLst>
      </p:timing>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原创设计师QQ598969553          _1"/>
          <p:cNvSpPr txBox="1"/>
          <p:nvPr/>
        </p:nvSpPr>
        <p:spPr>
          <a:xfrm>
            <a:off x="2803736" y="299722"/>
            <a:ext cx="3523130" cy="377026"/>
          </a:xfrm>
          <a:prstGeom prst="rect">
            <a:avLst/>
          </a:prstGeom>
          <a:noFill/>
        </p:spPr>
        <p:txBody>
          <a:bodyPr wrap="square" lIns="68580" tIns="34290" rIns="68580" bIns="34290" rtlCol="0">
            <a:spAutoFit/>
          </a:bodyPr>
          <a:lstStyle/>
          <a:p>
            <a:pPr algn="ctr"/>
            <a:r>
              <a:rPr lang="zh-CN" altLang="en-US" sz="2000" b="1" dirty="0">
                <a:solidFill>
                  <a:schemeClr val="tx1">
                    <a:lumMod val="65000"/>
                    <a:lumOff val="35000"/>
                  </a:schemeClr>
                </a:solidFill>
                <a:latin typeface="+mn-ea"/>
              </a:rPr>
              <a:t>添加标题文本内容</a:t>
            </a:r>
            <a:endParaRPr lang="en-US" altLang="zh-CN" sz="2000" b="1" dirty="0">
              <a:solidFill>
                <a:schemeClr val="tx1">
                  <a:lumMod val="65000"/>
                  <a:lumOff val="35000"/>
                </a:schemeClr>
              </a:solidFill>
              <a:latin typeface="+mn-ea"/>
            </a:endParaRPr>
          </a:p>
        </p:txBody>
      </p:sp>
      <p:grpSp>
        <p:nvGrpSpPr>
          <p:cNvPr id="3" name="原创设计师QQ598969553          _2"/>
          <p:cNvGrpSpPr/>
          <p:nvPr/>
        </p:nvGrpSpPr>
        <p:grpSpPr>
          <a:xfrm>
            <a:off x="1258772" y="1379423"/>
            <a:ext cx="1902058" cy="1282133"/>
            <a:chOff x="3237545" y="4561747"/>
            <a:chExt cx="1146960" cy="1146960"/>
          </a:xfrm>
        </p:grpSpPr>
        <p:sp>
          <p:nvSpPr>
            <p:cNvPr id="4" name="圆角矩形 3"/>
            <p:cNvSpPr/>
            <p:nvPr/>
          </p:nvSpPr>
          <p:spPr>
            <a:xfrm>
              <a:off x="3237545" y="4561747"/>
              <a:ext cx="1146960" cy="1146960"/>
            </a:xfrm>
            <a:prstGeom prst="roundRect">
              <a:avLst>
                <a:gd name="adj" fmla="val 9039"/>
              </a:avLst>
            </a:prstGeom>
            <a:solidFill>
              <a:schemeClr val="accent2"/>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6" name="圆角矩形 5"/>
            <p:cNvSpPr/>
            <p:nvPr/>
          </p:nvSpPr>
          <p:spPr>
            <a:xfrm>
              <a:off x="3294838" y="4642031"/>
              <a:ext cx="1032367" cy="986387"/>
            </a:xfrm>
            <a:prstGeom prst="roundRect">
              <a:avLst>
                <a:gd name="adj" fmla="val 9613"/>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444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7" name="原创设计师QQ598969553          _3"/>
          <p:cNvGrpSpPr/>
          <p:nvPr/>
        </p:nvGrpSpPr>
        <p:grpSpPr>
          <a:xfrm>
            <a:off x="3620972" y="1379423"/>
            <a:ext cx="1902058" cy="1282133"/>
            <a:chOff x="3237545" y="4561747"/>
            <a:chExt cx="1146960" cy="1146960"/>
          </a:xfrm>
        </p:grpSpPr>
        <p:sp>
          <p:nvSpPr>
            <p:cNvPr id="8" name="圆角矩形 7"/>
            <p:cNvSpPr/>
            <p:nvPr/>
          </p:nvSpPr>
          <p:spPr>
            <a:xfrm>
              <a:off x="3237545" y="4561747"/>
              <a:ext cx="1146960" cy="1146960"/>
            </a:xfrm>
            <a:prstGeom prst="roundRect">
              <a:avLst>
                <a:gd name="adj" fmla="val 9039"/>
              </a:avLst>
            </a:prstGeom>
            <a:solidFill>
              <a:schemeClr val="accent1"/>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9" name="圆角矩形 8"/>
            <p:cNvSpPr/>
            <p:nvPr/>
          </p:nvSpPr>
          <p:spPr>
            <a:xfrm>
              <a:off x="3294838" y="4642031"/>
              <a:ext cx="1032367" cy="986387"/>
            </a:xfrm>
            <a:prstGeom prst="roundRect">
              <a:avLst>
                <a:gd name="adj" fmla="val 9613"/>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444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10" name="原创设计师QQ598969553          _4"/>
          <p:cNvGrpSpPr/>
          <p:nvPr/>
        </p:nvGrpSpPr>
        <p:grpSpPr>
          <a:xfrm>
            <a:off x="5983173" y="1379423"/>
            <a:ext cx="1902058" cy="1282133"/>
            <a:chOff x="3237545" y="4561747"/>
            <a:chExt cx="1146960" cy="1146960"/>
          </a:xfrm>
        </p:grpSpPr>
        <p:sp>
          <p:nvSpPr>
            <p:cNvPr id="11" name="圆角矩形 10"/>
            <p:cNvSpPr/>
            <p:nvPr/>
          </p:nvSpPr>
          <p:spPr>
            <a:xfrm>
              <a:off x="3237545" y="4561747"/>
              <a:ext cx="1146960" cy="1146960"/>
            </a:xfrm>
            <a:prstGeom prst="roundRect">
              <a:avLst>
                <a:gd name="adj" fmla="val 9039"/>
              </a:avLst>
            </a:prstGeom>
            <a:solidFill>
              <a:schemeClr val="accent2"/>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12" name="圆角矩形 11"/>
            <p:cNvSpPr/>
            <p:nvPr/>
          </p:nvSpPr>
          <p:spPr>
            <a:xfrm>
              <a:off x="3294838" y="4642031"/>
              <a:ext cx="1032367" cy="986387"/>
            </a:xfrm>
            <a:prstGeom prst="roundRect">
              <a:avLst>
                <a:gd name="adj" fmla="val 9613"/>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444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13" name="原创设计师QQ598969553          _5"/>
          <p:cNvGrpSpPr/>
          <p:nvPr/>
        </p:nvGrpSpPr>
        <p:grpSpPr>
          <a:xfrm>
            <a:off x="1258772" y="2931998"/>
            <a:ext cx="1902058" cy="1282133"/>
            <a:chOff x="3237545" y="4561747"/>
            <a:chExt cx="1146960" cy="1146960"/>
          </a:xfrm>
        </p:grpSpPr>
        <p:sp>
          <p:nvSpPr>
            <p:cNvPr id="14" name="圆角矩形 13"/>
            <p:cNvSpPr/>
            <p:nvPr/>
          </p:nvSpPr>
          <p:spPr>
            <a:xfrm>
              <a:off x="3237545" y="4561747"/>
              <a:ext cx="1146960" cy="1146960"/>
            </a:xfrm>
            <a:prstGeom prst="roundRect">
              <a:avLst>
                <a:gd name="adj" fmla="val 9039"/>
              </a:avLst>
            </a:prstGeom>
            <a:solidFill>
              <a:schemeClr val="accent1"/>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15" name="圆角矩形 14"/>
            <p:cNvSpPr/>
            <p:nvPr/>
          </p:nvSpPr>
          <p:spPr>
            <a:xfrm>
              <a:off x="3294838" y="4642031"/>
              <a:ext cx="1032367" cy="986387"/>
            </a:xfrm>
            <a:prstGeom prst="roundRect">
              <a:avLst>
                <a:gd name="adj" fmla="val 9613"/>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444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16" name="原创设计师QQ598969553          _6"/>
          <p:cNvGrpSpPr/>
          <p:nvPr/>
        </p:nvGrpSpPr>
        <p:grpSpPr>
          <a:xfrm>
            <a:off x="3620972" y="2931998"/>
            <a:ext cx="1902058" cy="1282133"/>
            <a:chOff x="3237545" y="4561747"/>
            <a:chExt cx="1146960" cy="1146960"/>
          </a:xfrm>
        </p:grpSpPr>
        <p:sp>
          <p:nvSpPr>
            <p:cNvPr id="17" name="圆角矩形 16"/>
            <p:cNvSpPr/>
            <p:nvPr/>
          </p:nvSpPr>
          <p:spPr>
            <a:xfrm>
              <a:off x="3237545" y="4561747"/>
              <a:ext cx="1146960" cy="1146960"/>
            </a:xfrm>
            <a:prstGeom prst="roundRect">
              <a:avLst>
                <a:gd name="adj" fmla="val 9039"/>
              </a:avLst>
            </a:prstGeom>
            <a:solidFill>
              <a:schemeClr val="accent2"/>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18" name="圆角矩形 17"/>
            <p:cNvSpPr/>
            <p:nvPr/>
          </p:nvSpPr>
          <p:spPr>
            <a:xfrm>
              <a:off x="3294838" y="4642031"/>
              <a:ext cx="1032367" cy="986387"/>
            </a:xfrm>
            <a:prstGeom prst="roundRect">
              <a:avLst>
                <a:gd name="adj" fmla="val 9613"/>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444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19" name="原创设计师QQ598969553          _7"/>
          <p:cNvGrpSpPr/>
          <p:nvPr/>
        </p:nvGrpSpPr>
        <p:grpSpPr>
          <a:xfrm>
            <a:off x="5983173" y="2931998"/>
            <a:ext cx="1902058" cy="1282133"/>
            <a:chOff x="3237545" y="4561747"/>
            <a:chExt cx="1146960" cy="1146960"/>
          </a:xfrm>
        </p:grpSpPr>
        <p:sp>
          <p:nvSpPr>
            <p:cNvPr id="20" name="圆角矩形 19"/>
            <p:cNvSpPr/>
            <p:nvPr/>
          </p:nvSpPr>
          <p:spPr>
            <a:xfrm>
              <a:off x="3237545" y="4561747"/>
              <a:ext cx="1146960" cy="1146960"/>
            </a:xfrm>
            <a:prstGeom prst="roundRect">
              <a:avLst>
                <a:gd name="adj" fmla="val 9039"/>
              </a:avLst>
            </a:prstGeom>
            <a:solidFill>
              <a:schemeClr val="accent1"/>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mn-ea"/>
              </a:endParaRPr>
            </a:p>
          </p:txBody>
        </p:sp>
        <p:sp>
          <p:nvSpPr>
            <p:cNvPr id="21" name="圆角矩形 20"/>
            <p:cNvSpPr/>
            <p:nvPr/>
          </p:nvSpPr>
          <p:spPr>
            <a:xfrm>
              <a:off x="3294838" y="4642031"/>
              <a:ext cx="1032367" cy="986387"/>
            </a:xfrm>
            <a:prstGeom prst="roundRect">
              <a:avLst>
                <a:gd name="adj" fmla="val 9613"/>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444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22" name="原创设计师QQ598969553          _8"/>
          <p:cNvGrpSpPr/>
          <p:nvPr/>
        </p:nvGrpSpPr>
        <p:grpSpPr>
          <a:xfrm>
            <a:off x="2070588" y="1610332"/>
            <a:ext cx="271519" cy="241276"/>
            <a:chOff x="3843406" y="5497220"/>
            <a:chExt cx="438051" cy="389258"/>
          </a:xfrm>
          <a:solidFill>
            <a:schemeClr val="accent2"/>
          </a:solidFill>
        </p:grpSpPr>
        <p:sp>
          <p:nvSpPr>
            <p:cNvPr id="23" name="Freeform 63"/>
            <p:cNvSpPr>
              <a:spLocks noEditPoints="1"/>
            </p:cNvSpPr>
            <p:nvPr/>
          </p:nvSpPr>
          <p:spPr bwMode="auto">
            <a:xfrm>
              <a:off x="3843406" y="5497220"/>
              <a:ext cx="438051" cy="389258"/>
            </a:xfrm>
            <a:custGeom>
              <a:avLst/>
              <a:gdLst>
                <a:gd name="T0" fmla="*/ 165 w 171"/>
                <a:gd name="T1" fmla="*/ 0 h 152"/>
                <a:gd name="T2" fmla="*/ 5 w 171"/>
                <a:gd name="T3" fmla="*/ 0 h 152"/>
                <a:gd name="T4" fmla="*/ 0 w 171"/>
                <a:gd name="T5" fmla="*/ 5 h 152"/>
                <a:gd name="T6" fmla="*/ 0 w 171"/>
                <a:gd name="T7" fmla="*/ 146 h 152"/>
                <a:gd name="T8" fmla="*/ 5 w 171"/>
                <a:gd name="T9" fmla="*/ 152 h 152"/>
                <a:gd name="T10" fmla="*/ 165 w 171"/>
                <a:gd name="T11" fmla="*/ 152 h 152"/>
                <a:gd name="T12" fmla="*/ 171 w 171"/>
                <a:gd name="T13" fmla="*/ 146 h 152"/>
                <a:gd name="T14" fmla="*/ 171 w 171"/>
                <a:gd name="T15" fmla="*/ 5 h 152"/>
                <a:gd name="T16" fmla="*/ 165 w 171"/>
                <a:gd name="T17" fmla="*/ 0 h 152"/>
                <a:gd name="T18" fmla="*/ 132 w 171"/>
                <a:gd name="T19" fmla="*/ 12 h 152"/>
                <a:gd name="T20" fmla="*/ 139 w 171"/>
                <a:gd name="T21" fmla="*/ 19 h 152"/>
                <a:gd name="T22" fmla="*/ 132 w 171"/>
                <a:gd name="T23" fmla="*/ 26 h 152"/>
                <a:gd name="T24" fmla="*/ 124 w 171"/>
                <a:gd name="T25" fmla="*/ 19 h 152"/>
                <a:gd name="T26" fmla="*/ 132 w 171"/>
                <a:gd name="T27" fmla="*/ 12 h 152"/>
                <a:gd name="T28" fmla="*/ 110 w 171"/>
                <a:gd name="T29" fmla="*/ 12 h 152"/>
                <a:gd name="T30" fmla="*/ 118 w 171"/>
                <a:gd name="T31" fmla="*/ 19 h 152"/>
                <a:gd name="T32" fmla="*/ 110 w 171"/>
                <a:gd name="T33" fmla="*/ 26 h 152"/>
                <a:gd name="T34" fmla="*/ 103 w 171"/>
                <a:gd name="T35" fmla="*/ 19 h 152"/>
                <a:gd name="T36" fmla="*/ 110 w 171"/>
                <a:gd name="T37" fmla="*/ 12 h 152"/>
                <a:gd name="T38" fmla="*/ 160 w 171"/>
                <a:gd name="T39" fmla="*/ 141 h 152"/>
                <a:gd name="T40" fmla="*/ 11 w 171"/>
                <a:gd name="T41" fmla="*/ 141 h 152"/>
                <a:gd name="T42" fmla="*/ 11 w 171"/>
                <a:gd name="T43" fmla="*/ 38 h 152"/>
                <a:gd name="T44" fmla="*/ 160 w 171"/>
                <a:gd name="T45" fmla="*/ 38 h 152"/>
                <a:gd name="T46" fmla="*/ 160 w 171"/>
                <a:gd name="T47" fmla="*/ 141 h 152"/>
                <a:gd name="T48" fmla="*/ 153 w 171"/>
                <a:gd name="T49" fmla="*/ 26 h 152"/>
                <a:gd name="T50" fmla="*/ 146 w 171"/>
                <a:gd name="T51" fmla="*/ 19 h 152"/>
                <a:gd name="T52" fmla="*/ 153 w 171"/>
                <a:gd name="T53" fmla="*/ 12 h 152"/>
                <a:gd name="T54" fmla="*/ 160 w 171"/>
                <a:gd name="T55" fmla="*/ 19 h 152"/>
                <a:gd name="T56" fmla="*/ 153 w 171"/>
                <a:gd name="T57" fmla="*/ 26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71" h="152">
                  <a:moveTo>
                    <a:pt x="165" y="0"/>
                  </a:moveTo>
                  <a:cubicBezTo>
                    <a:pt x="5" y="0"/>
                    <a:pt x="5" y="0"/>
                    <a:pt x="5" y="0"/>
                  </a:cubicBezTo>
                  <a:cubicBezTo>
                    <a:pt x="2" y="0"/>
                    <a:pt x="0" y="2"/>
                    <a:pt x="0" y="5"/>
                  </a:cubicBezTo>
                  <a:cubicBezTo>
                    <a:pt x="0" y="146"/>
                    <a:pt x="0" y="146"/>
                    <a:pt x="0" y="146"/>
                  </a:cubicBezTo>
                  <a:cubicBezTo>
                    <a:pt x="0" y="149"/>
                    <a:pt x="2" y="152"/>
                    <a:pt x="5" y="152"/>
                  </a:cubicBezTo>
                  <a:cubicBezTo>
                    <a:pt x="165" y="152"/>
                    <a:pt x="165" y="152"/>
                    <a:pt x="165" y="152"/>
                  </a:cubicBezTo>
                  <a:cubicBezTo>
                    <a:pt x="168" y="152"/>
                    <a:pt x="171" y="149"/>
                    <a:pt x="171" y="146"/>
                  </a:cubicBezTo>
                  <a:cubicBezTo>
                    <a:pt x="171" y="5"/>
                    <a:pt x="171" y="5"/>
                    <a:pt x="171" y="5"/>
                  </a:cubicBezTo>
                  <a:cubicBezTo>
                    <a:pt x="171" y="2"/>
                    <a:pt x="168" y="0"/>
                    <a:pt x="165" y="0"/>
                  </a:cubicBezTo>
                  <a:close/>
                  <a:moveTo>
                    <a:pt x="132" y="12"/>
                  </a:moveTo>
                  <a:cubicBezTo>
                    <a:pt x="136" y="12"/>
                    <a:pt x="139" y="15"/>
                    <a:pt x="139" y="19"/>
                  </a:cubicBezTo>
                  <a:cubicBezTo>
                    <a:pt x="139" y="23"/>
                    <a:pt x="136" y="26"/>
                    <a:pt x="132" y="26"/>
                  </a:cubicBezTo>
                  <a:cubicBezTo>
                    <a:pt x="128" y="26"/>
                    <a:pt x="124" y="23"/>
                    <a:pt x="124" y="19"/>
                  </a:cubicBezTo>
                  <a:cubicBezTo>
                    <a:pt x="124" y="15"/>
                    <a:pt x="128" y="12"/>
                    <a:pt x="132" y="12"/>
                  </a:cubicBezTo>
                  <a:close/>
                  <a:moveTo>
                    <a:pt x="110" y="12"/>
                  </a:moveTo>
                  <a:cubicBezTo>
                    <a:pt x="114" y="12"/>
                    <a:pt x="118" y="15"/>
                    <a:pt x="118" y="19"/>
                  </a:cubicBezTo>
                  <a:cubicBezTo>
                    <a:pt x="118" y="23"/>
                    <a:pt x="114" y="26"/>
                    <a:pt x="110" y="26"/>
                  </a:cubicBezTo>
                  <a:cubicBezTo>
                    <a:pt x="106" y="26"/>
                    <a:pt x="103" y="23"/>
                    <a:pt x="103" y="19"/>
                  </a:cubicBezTo>
                  <a:cubicBezTo>
                    <a:pt x="103" y="15"/>
                    <a:pt x="106" y="12"/>
                    <a:pt x="110" y="12"/>
                  </a:cubicBezTo>
                  <a:close/>
                  <a:moveTo>
                    <a:pt x="160" y="141"/>
                  </a:moveTo>
                  <a:cubicBezTo>
                    <a:pt x="11" y="141"/>
                    <a:pt x="11" y="141"/>
                    <a:pt x="11" y="141"/>
                  </a:cubicBezTo>
                  <a:cubicBezTo>
                    <a:pt x="11" y="38"/>
                    <a:pt x="11" y="38"/>
                    <a:pt x="11" y="38"/>
                  </a:cubicBezTo>
                  <a:cubicBezTo>
                    <a:pt x="160" y="38"/>
                    <a:pt x="160" y="38"/>
                    <a:pt x="160" y="38"/>
                  </a:cubicBezTo>
                  <a:lnTo>
                    <a:pt x="160" y="141"/>
                  </a:lnTo>
                  <a:close/>
                  <a:moveTo>
                    <a:pt x="153" y="26"/>
                  </a:moveTo>
                  <a:cubicBezTo>
                    <a:pt x="149" y="26"/>
                    <a:pt x="146" y="23"/>
                    <a:pt x="146" y="19"/>
                  </a:cubicBezTo>
                  <a:cubicBezTo>
                    <a:pt x="146" y="15"/>
                    <a:pt x="149" y="12"/>
                    <a:pt x="153" y="12"/>
                  </a:cubicBezTo>
                  <a:cubicBezTo>
                    <a:pt x="157" y="12"/>
                    <a:pt x="160" y="15"/>
                    <a:pt x="160" y="19"/>
                  </a:cubicBezTo>
                  <a:cubicBezTo>
                    <a:pt x="160" y="23"/>
                    <a:pt x="157" y="26"/>
                    <a:pt x="153"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24" name="Freeform 64"/>
            <p:cNvSpPr>
              <a:spLocks noEditPoints="1"/>
            </p:cNvSpPr>
            <p:nvPr/>
          </p:nvSpPr>
          <p:spPr bwMode="auto">
            <a:xfrm>
              <a:off x="3864007" y="5619744"/>
              <a:ext cx="394679" cy="249385"/>
            </a:xfrm>
            <a:custGeom>
              <a:avLst/>
              <a:gdLst>
                <a:gd name="T0" fmla="*/ 0 w 154"/>
                <a:gd name="T1" fmla="*/ 76 h 97"/>
                <a:gd name="T2" fmla="*/ 12 w 154"/>
                <a:gd name="T3" fmla="*/ 97 h 97"/>
                <a:gd name="T4" fmla="*/ 9 w 154"/>
                <a:gd name="T5" fmla="*/ 66 h 97"/>
                <a:gd name="T6" fmla="*/ 8 w 154"/>
                <a:gd name="T7" fmla="*/ 64 h 97"/>
                <a:gd name="T8" fmla="*/ 24 w 154"/>
                <a:gd name="T9" fmla="*/ 32 h 97"/>
                <a:gd name="T10" fmla="*/ 27 w 154"/>
                <a:gd name="T11" fmla="*/ 30 h 97"/>
                <a:gd name="T12" fmla="*/ 27 w 154"/>
                <a:gd name="T13" fmla="*/ 28 h 97"/>
                <a:gd name="T14" fmla="*/ 30 w 154"/>
                <a:gd name="T15" fmla="*/ 26 h 97"/>
                <a:gd name="T16" fmla="*/ 31 w 154"/>
                <a:gd name="T17" fmla="*/ 25 h 97"/>
                <a:gd name="T18" fmla="*/ 30 w 154"/>
                <a:gd name="T19" fmla="*/ 25 h 97"/>
                <a:gd name="T20" fmla="*/ 31 w 154"/>
                <a:gd name="T21" fmla="*/ 23 h 97"/>
                <a:gd name="T22" fmla="*/ 33 w 154"/>
                <a:gd name="T23" fmla="*/ 24 h 97"/>
                <a:gd name="T24" fmla="*/ 44 w 154"/>
                <a:gd name="T25" fmla="*/ 14 h 97"/>
                <a:gd name="T26" fmla="*/ 42 w 154"/>
                <a:gd name="T27" fmla="*/ 16 h 97"/>
                <a:gd name="T28" fmla="*/ 77 w 154"/>
                <a:gd name="T29" fmla="*/ 8 h 97"/>
                <a:gd name="T30" fmla="*/ 114 w 154"/>
                <a:gd name="T31" fmla="*/ 19 h 97"/>
                <a:gd name="T32" fmla="*/ 118 w 154"/>
                <a:gd name="T33" fmla="*/ 22 h 97"/>
                <a:gd name="T34" fmla="*/ 122 w 154"/>
                <a:gd name="T35" fmla="*/ 23 h 97"/>
                <a:gd name="T36" fmla="*/ 123 w 154"/>
                <a:gd name="T37" fmla="*/ 25 h 97"/>
                <a:gd name="T38" fmla="*/ 124 w 154"/>
                <a:gd name="T39" fmla="*/ 26 h 97"/>
                <a:gd name="T40" fmla="*/ 139 w 154"/>
                <a:gd name="T41" fmla="*/ 44 h 97"/>
                <a:gd name="T42" fmla="*/ 140 w 154"/>
                <a:gd name="T43" fmla="*/ 45 h 97"/>
                <a:gd name="T44" fmla="*/ 141 w 154"/>
                <a:gd name="T45" fmla="*/ 52 h 97"/>
                <a:gd name="T46" fmla="*/ 142 w 154"/>
                <a:gd name="T47" fmla="*/ 55 h 97"/>
                <a:gd name="T48" fmla="*/ 143 w 154"/>
                <a:gd name="T49" fmla="*/ 54 h 97"/>
                <a:gd name="T50" fmla="*/ 144 w 154"/>
                <a:gd name="T51" fmla="*/ 57 h 97"/>
                <a:gd name="T52" fmla="*/ 142 w 154"/>
                <a:gd name="T53" fmla="*/ 56 h 97"/>
                <a:gd name="T54" fmla="*/ 143 w 154"/>
                <a:gd name="T55" fmla="*/ 57 h 97"/>
                <a:gd name="T56" fmla="*/ 144 w 154"/>
                <a:gd name="T57" fmla="*/ 62 h 97"/>
                <a:gd name="T58" fmla="*/ 145 w 154"/>
                <a:gd name="T59" fmla="*/ 76 h 97"/>
                <a:gd name="T60" fmla="*/ 144 w 154"/>
                <a:gd name="T61" fmla="*/ 89 h 97"/>
                <a:gd name="T62" fmla="*/ 144 w 154"/>
                <a:gd name="T63" fmla="*/ 95 h 97"/>
                <a:gd name="T64" fmla="*/ 143 w 154"/>
                <a:gd name="T65" fmla="*/ 93 h 97"/>
                <a:gd name="T66" fmla="*/ 151 w 154"/>
                <a:gd name="T67" fmla="*/ 97 h 97"/>
                <a:gd name="T68" fmla="*/ 77 w 154"/>
                <a:gd name="T69" fmla="*/ 0 h 97"/>
                <a:gd name="T70" fmla="*/ 142 w 154"/>
                <a:gd name="T71" fmla="*/ 5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4" h="97">
                  <a:moveTo>
                    <a:pt x="77" y="0"/>
                  </a:moveTo>
                  <a:cubicBezTo>
                    <a:pt x="35" y="0"/>
                    <a:pt x="0" y="34"/>
                    <a:pt x="0" y="76"/>
                  </a:cubicBezTo>
                  <a:cubicBezTo>
                    <a:pt x="0" y="83"/>
                    <a:pt x="1" y="90"/>
                    <a:pt x="3" y="97"/>
                  </a:cubicBezTo>
                  <a:cubicBezTo>
                    <a:pt x="12" y="97"/>
                    <a:pt x="12" y="97"/>
                    <a:pt x="12" y="97"/>
                  </a:cubicBezTo>
                  <a:cubicBezTo>
                    <a:pt x="10" y="91"/>
                    <a:pt x="8" y="84"/>
                    <a:pt x="8" y="76"/>
                  </a:cubicBezTo>
                  <a:cubicBezTo>
                    <a:pt x="8" y="73"/>
                    <a:pt x="9" y="70"/>
                    <a:pt x="9" y="66"/>
                  </a:cubicBezTo>
                  <a:cubicBezTo>
                    <a:pt x="9" y="66"/>
                    <a:pt x="9" y="65"/>
                    <a:pt x="9" y="64"/>
                  </a:cubicBezTo>
                  <a:cubicBezTo>
                    <a:pt x="8" y="64"/>
                    <a:pt x="8" y="64"/>
                    <a:pt x="8" y="64"/>
                  </a:cubicBezTo>
                  <a:cubicBezTo>
                    <a:pt x="10" y="52"/>
                    <a:pt x="15" y="41"/>
                    <a:pt x="23" y="32"/>
                  </a:cubicBezTo>
                  <a:cubicBezTo>
                    <a:pt x="23" y="32"/>
                    <a:pt x="24" y="32"/>
                    <a:pt x="24" y="32"/>
                  </a:cubicBezTo>
                  <a:cubicBezTo>
                    <a:pt x="25" y="32"/>
                    <a:pt x="25" y="31"/>
                    <a:pt x="26" y="31"/>
                  </a:cubicBezTo>
                  <a:cubicBezTo>
                    <a:pt x="26" y="31"/>
                    <a:pt x="26" y="30"/>
                    <a:pt x="27" y="30"/>
                  </a:cubicBezTo>
                  <a:cubicBezTo>
                    <a:pt x="27" y="30"/>
                    <a:pt x="27" y="29"/>
                    <a:pt x="26" y="29"/>
                  </a:cubicBezTo>
                  <a:cubicBezTo>
                    <a:pt x="26" y="28"/>
                    <a:pt x="27" y="29"/>
                    <a:pt x="27" y="28"/>
                  </a:cubicBezTo>
                  <a:cubicBezTo>
                    <a:pt x="27" y="28"/>
                    <a:pt x="28" y="28"/>
                    <a:pt x="28" y="28"/>
                  </a:cubicBezTo>
                  <a:cubicBezTo>
                    <a:pt x="29" y="28"/>
                    <a:pt x="30" y="27"/>
                    <a:pt x="30" y="26"/>
                  </a:cubicBezTo>
                  <a:cubicBezTo>
                    <a:pt x="31" y="26"/>
                    <a:pt x="31" y="25"/>
                    <a:pt x="31" y="25"/>
                  </a:cubicBezTo>
                  <a:cubicBezTo>
                    <a:pt x="31" y="25"/>
                    <a:pt x="31" y="25"/>
                    <a:pt x="31" y="25"/>
                  </a:cubicBezTo>
                  <a:cubicBezTo>
                    <a:pt x="32" y="25"/>
                    <a:pt x="32" y="25"/>
                    <a:pt x="32" y="25"/>
                  </a:cubicBezTo>
                  <a:cubicBezTo>
                    <a:pt x="31" y="25"/>
                    <a:pt x="31" y="25"/>
                    <a:pt x="30" y="25"/>
                  </a:cubicBezTo>
                  <a:cubicBezTo>
                    <a:pt x="30" y="25"/>
                    <a:pt x="30" y="24"/>
                    <a:pt x="30" y="24"/>
                  </a:cubicBezTo>
                  <a:cubicBezTo>
                    <a:pt x="30" y="24"/>
                    <a:pt x="31" y="24"/>
                    <a:pt x="31" y="23"/>
                  </a:cubicBezTo>
                  <a:cubicBezTo>
                    <a:pt x="31" y="24"/>
                    <a:pt x="32" y="24"/>
                    <a:pt x="33" y="24"/>
                  </a:cubicBezTo>
                  <a:cubicBezTo>
                    <a:pt x="33" y="24"/>
                    <a:pt x="33" y="24"/>
                    <a:pt x="33" y="24"/>
                  </a:cubicBezTo>
                  <a:cubicBezTo>
                    <a:pt x="33" y="23"/>
                    <a:pt x="32" y="23"/>
                    <a:pt x="32" y="23"/>
                  </a:cubicBezTo>
                  <a:cubicBezTo>
                    <a:pt x="36" y="19"/>
                    <a:pt x="40" y="17"/>
                    <a:pt x="44" y="14"/>
                  </a:cubicBezTo>
                  <a:cubicBezTo>
                    <a:pt x="44" y="15"/>
                    <a:pt x="45" y="14"/>
                    <a:pt x="45" y="15"/>
                  </a:cubicBezTo>
                  <a:cubicBezTo>
                    <a:pt x="45" y="16"/>
                    <a:pt x="43" y="16"/>
                    <a:pt x="42" y="16"/>
                  </a:cubicBezTo>
                  <a:cubicBezTo>
                    <a:pt x="42" y="16"/>
                    <a:pt x="42" y="17"/>
                    <a:pt x="42" y="17"/>
                  </a:cubicBezTo>
                  <a:cubicBezTo>
                    <a:pt x="52" y="11"/>
                    <a:pt x="64" y="8"/>
                    <a:pt x="77" y="8"/>
                  </a:cubicBezTo>
                  <a:cubicBezTo>
                    <a:pt x="90" y="8"/>
                    <a:pt x="102" y="11"/>
                    <a:pt x="112" y="17"/>
                  </a:cubicBezTo>
                  <a:cubicBezTo>
                    <a:pt x="113" y="18"/>
                    <a:pt x="114" y="18"/>
                    <a:pt x="114" y="19"/>
                  </a:cubicBezTo>
                  <a:cubicBezTo>
                    <a:pt x="114" y="19"/>
                    <a:pt x="114" y="19"/>
                    <a:pt x="114" y="19"/>
                  </a:cubicBezTo>
                  <a:cubicBezTo>
                    <a:pt x="115" y="20"/>
                    <a:pt x="117" y="21"/>
                    <a:pt x="118" y="22"/>
                  </a:cubicBezTo>
                  <a:cubicBezTo>
                    <a:pt x="119" y="22"/>
                    <a:pt x="120" y="22"/>
                    <a:pt x="120" y="22"/>
                  </a:cubicBezTo>
                  <a:cubicBezTo>
                    <a:pt x="121" y="22"/>
                    <a:pt x="121" y="23"/>
                    <a:pt x="122" y="23"/>
                  </a:cubicBezTo>
                  <a:cubicBezTo>
                    <a:pt x="122" y="24"/>
                    <a:pt x="122" y="24"/>
                    <a:pt x="121" y="24"/>
                  </a:cubicBezTo>
                  <a:cubicBezTo>
                    <a:pt x="122" y="25"/>
                    <a:pt x="122" y="25"/>
                    <a:pt x="123" y="25"/>
                  </a:cubicBezTo>
                  <a:cubicBezTo>
                    <a:pt x="123" y="25"/>
                    <a:pt x="123" y="26"/>
                    <a:pt x="123" y="26"/>
                  </a:cubicBezTo>
                  <a:cubicBezTo>
                    <a:pt x="124" y="26"/>
                    <a:pt x="124" y="26"/>
                    <a:pt x="124" y="26"/>
                  </a:cubicBezTo>
                  <a:cubicBezTo>
                    <a:pt x="125" y="26"/>
                    <a:pt x="125" y="26"/>
                    <a:pt x="126" y="26"/>
                  </a:cubicBezTo>
                  <a:cubicBezTo>
                    <a:pt x="131" y="31"/>
                    <a:pt x="136" y="37"/>
                    <a:pt x="139" y="44"/>
                  </a:cubicBezTo>
                  <a:cubicBezTo>
                    <a:pt x="139" y="44"/>
                    <a:pt x="138" y="44"/>
                    <a:pt x="138" y="45"/>
                  </a:cubicBezTo>
                  <a:cubicBezTo>
                    <a:pt x="138" y="46"/>
                    <a:pt x="139" y="46"/>
                    <a:pt x="140" y="45"/>
                  </a:cubicBezTo>
                  <a:cubicBezTo>
                    <a:pt x="140" y="46"/>
                    <a:pt x="141" y="47"/>
                    <a:pt x="141" y="48"/>
                  </a:cubicBezTo>
                  <a:cubicBezTo>
                    <a:pt x="141" y="49"/>
                    <a:pt x="141" y="51"/>
                    <a:pt x="141" y="52"/>
                  </a:cubicBezTo>
                  <a:cubicBezTo>
                    <a:pt x="141" y="52"/>
                    <a:pt x="141" y="52"/>
                    <a:pt x="141" y="52"/>
                  </a:cubicBezTo>
                  <a:cubicBezTo>
                    <a:pt x="141" y="53"/>
                    <a:pt x="142" y="54"/>
                    <a:pt x="142" y="55"/>
                  </a:cubicBezTo>
                  <a:cubicBezTo>
                    <a:pt x="142" y="54"/>
                    <a:pt x="142" y="54"/>
                    <a:pt x="142" y="53"/>
                  </a:cubicBezTo>
                  <a:cubicBezTo>
                    <a:pt x="143" y="53"/>
                    <a:pt x="143" y="53"/>
                    <a:pt x="143" y="54"/>
                  </a:cubicBezTo>
                  <a:cubicBezTo>
                    <a:pt x="144" y="55"/>
                    <a:pt x="144" y="55"/>
                    <a:pt x="144" y="56"/>
                  </a:cubicBezTo>
                  <a:cubicBezTo>
                    <a:pt x="144" y="56"/>
                    <a:pt x="144" y="57"/>
                    <a:pt x="144" y="57"/>
                  </a:cubicBezTo>
                  <a:cubicBezTo>
                    <a:pt x="143" y="57"/>
                    <a:pt x="144" y="56"/>
                    <a:pt x="143" y="56"/>
                  </a:cubicBezTo>
                  <a:cubicBezTo>
                    <a:pt x="143" y="56"/>
                    <a:pt x="143" y="56"/>
                    <a:pt x="142" y="56"/>
                  </a:cubicBezTo>
                  <a:cubicBezTo>
                    <a:pt x="143" y="56"/>
                    <a:pt x="143" y="57"/>
                    <a:pt x="143" y="57"/>
                  </a:cubicBezTo>
                  <a:cubicBezTo>
                    <a:pt x="143" y="57"/>
                    <a:pt x="143" y="57"/>
                    <a:pt x="143" y="57"/>
                  </a:cubicBezTo>
                  <a:cubicBezTo>
                    <a:pt x="143" y="57"/>
                    <a:pt x="143" y="57"/>
                    <a:pt x="143" y="57"/>
                  </a:cubicBezTo>
                  <a:cubicBezTo>
                    <a:pt x="143" y="59"/>
                    <a:pt x="144" y="60"/>
                    <a:pt x="144" y="62"/>
                  </a:cubicBezTo>
                  <a:cubicBezTo>
                    <a:pt x="144" y="62"/>
                    <a:pt x="144" y="62"/>
                    <a:pt x="144" y="62"/>
                  </a:cubicBezTo>
                  <a:cubicBezTo>
                    <a:pt x="145" y="67"/>
                    <a:pt x="145" y="71"/>
                    <a:pt x="145" y="76"/>
                  </a:cubicBezTo>
                  <a:cubicBezTo>
                    <a:pt x="145" y="81"/>
                    <a:pt x="145" y="85"/>
                    <a:pt x="144" y="89"/>
                  </a:cubicBezTo>
                  <a:cubicBezTo>
                    <a:pt x="144" y="89"/>
                    <a:pt x="144" y="89"/>
                    <a:pt x="144" y="89"/>
                  </a:cubicBezTo>
                  <a:cubicBezTo>
                    <a:pt x="145" y="90"/>
                    <a:pt x="145" y="90"/>
                    <a:pt x="146" y="90"/>
                  </a:cubicBezTo>
                  <a:cubicBezTo>
                    <a:pt x="145" y="92"/>
                    <a:pt x="145" y="94"/>
                    <a:pt x="144" y="95"/>
                  </a:cubicBezTo>
                  <a:cubicBezTo>
                    <a:pt x="144" y="95"/>
                    <a:pt x="144" y="94"/>
                    <a:pt x="144" y="94"/>
                  </a:cubicBezTo>
                  <a:cubicBezTo>
                    <a:pt x="144" y="93"/>
                    <a:pt x="144" y="93"/>
                    <a:pt x="143" y="93"/>
                  </a:cubicBezTo>
                  <a:cubicBezTo>
                    <a:pt x="143" y="94"/>
                    <a:pt x="143" y="96"/>
                    <a:pt x="142" y="97"/>
                  </a:cubicBezTo>
                  <a:cubicBezTo>
                    <a:pt x="151" y="97"/>
                    <a:pt x="151" y="97"/>
                    <a:pt x="151" y="97"/>
                  </a:cubicBezTo>
                  <a:cubicBezTo>
                    <a:pt x="153" y="90"/>
                    <a:pt x="154" y="83"/>
                    <a:pt x="154" y="76"/>
                  </a:cubicBezTo>
                  <a:cubicBezTo>
                    <a:pt x="154" y="34"/>
                    <a:pt x="119" y="0"/>
                    <a:pt x="77" y="0"/>
                  </a:cubicBezTo>
                  <a:close/>
                  <a:moveTo>
                    <a:pt x="143" y="53"/>
                  </a:moveTo>
                  <a:cubicBezTo>
                    <a:pt x="142" y="52"/>
                    <a:pt x="142" y="51"/>
                    <a:pt x="142" y="50"/>
                  </a:cubicBezTo>
                  <a:cubicBezTo>
                    <a:pt x="142" y="51"/>
                    <a:pt x="143" y="52"/>
                    <a:pt x="143"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25" name="Freeform 65"/>
            <p:cNvSpPr>
              <a:spLocks/>
            </p:cNvSpPr>
            <p:nvPr/>
          </p:nvSpPr>
          <p:spPr bwMode="auto">
            <a:xfrm>
              <a:off x="3961592" y="5668537"/>
              <a:ext cx="5422" cy="3253"/>
            </a:xfrm>
            <a:custGeom>
              <a:avLst/>
              <a:gdLst>
                <a:gd name="T0" fmla="*/ 0 w 2"/>
                <a:gd name="T1" fmla="*/ 1 h 1"/>
                <a:gd name="T2" fmla="*/ 2 w 2"/>
                <a:gd name="T3" fmla="*/ 0 h 1"/>
                <a:gd name="T4" fmla="*/ 0 w 2"/>
                <a:gd name="T5" fmla="*/ 1 h 1"/>
                <a:gd name="T6" fmla="*/ 0 w 2"/>
                <a:gd name="T7" fmla="*/ 1 h 1"/>
              </a:gdLst>
              <a:ahLst/>
              <a:cxnLst>
                <a:cxn ang="0">
                  <a:pos x="T0" y="T1"/>
                </a:cxn>
                <a:cxn ang="0">
                  <a:pos x="T2" y="T3"/>
                </a:cxn>
                <a:cxn ang="0">
                  <a:pos x="T4" y="T5"/>
                </a:cxn>
                <a:cxn ang="0">
                  <a:pos x="T6" y="T7"/>
                </a:cxn>
              </a:cxnLst>
              <a:rect l="0" t="0" r="r" b="b"/>
              <a:pathLst>
                <a:path w="2" h="1">
                  <a:moveTo>
                    <a:pt x="0" y="1"/>
                  </a:moveTo>
                  <a:cubicBezTo>
                    <a:pt x="1" y="1"/>
                    <a:pt x="1" y="0"/>
                    <a:pt x="2" y="0"/>
                  </a:cubicBezTo>
                  <a:cubicBezTo>
                    <a:pt x="1" y="0"/>
                    <a:pt x="1"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26" name="Freeform 66"/>
            <p:cNvSpPr>
              <a:spLocks/>
            </p:cNvSpPr>
            <p:nvPr/>
          </p:nvSpPr>
          <p:spPr bwMode="auto">
            <a:xfrm>
              <a:off x="3969183" y="5666368"/>
              <a:ext cx="2169" cy="0"/>
            </a:xfrm>
            <a:custGeom>
              <a:avLst/>
              <a:gdLst>
                <a:gd name="T0" fmla="*/ 0 w 1"/>
                <a:gd name="T1" fmla="*/ 1 w 1"/>
                <a:gd name="T2" fmla="*/ 0 w 1"/>
              </a:gdLst>
              <a:ahLst/>
              <a:cxnLst>
                <a:cxn ang="0">
                  <a:pos x="T0" y="0"/>
                </a:cxn>
                <a:cxn ang="0">
                  <a:pos x="T1" y="0"/>
                </a:cxn>
                <a:cxn ang="0">
                  <a:pos x="T2" y="0"/>
                </a:cxn>
              </a:cxnLst>
              <a:rect l="0" t="0" r="r" b="b"/>
              <a:pathLst>
                <a:path w="1">
                  <a:moveTo>
                    <a:pt x="0" y="0"/>
                  </a:moveTo>
                  <a:cubicBezTo>
                    <a:pt x="0" y="0"/>
                    <a:pt x="0" y="0"/>
                    <a:pt x="1"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27" name="Freeform 67"/>
            <p:cNvSpPr>
              <a:spLocks noEditPoints="1"/>
            </p:cNvSpPr>
            <p:nvPr/>
          </p:nvSpPr>
          <p:spPr bwMode="auto">
            <a:xfrm>
              <a:off x="3884608" y="5683717"/>
              <a:ext cx="114934" cy="185413"/>
            </a:xfrm>
            <a:custGeom>
              <a:avLst/>
              <a:gdLst>
                <a:gd name="T0" fmla="*/ 23 w 45"/>
                <a:gd name="T1" fmla="*/ 6 h 72"/>
                <a:gd name="T2" fmla="*/ 20 w 45"/>
                <a:gd name="T3" fmla="*/ 3 h 72"/>
                <a:gd name="T4" fmla="*/ 18 w 45"/>
                <a:gd name="T5" fmla="*/ 4 h 72"/>
                <a:gd name="T6" fmla="*/ 18 w 45"/>
                <a:gd name="T7" fmla="*/ 6 h 72"/>
                <a:gd name="T8" fmla="*/ 15 w 45"/>
                <a:gd name="T9" fmla="*/ 7 h 72"/>
                <a:gd name="T10" fmla="*/ 1 w 45"/>
                <a:gd name="T11" fmla="*/ 41 h 72"/>
                <a:gd name="T12" fmla="*/ 3 w 45"/>
                <a:gd name="T13" fmla="*/ 47 h 72"/>
                <a:gd name="T14" fmla="*/ 4 w 45"/>
                <a:gd name="T15" fmla="*/ 44 h 72"/>
                <a:gd name="T16" fmla="*/ 7 w 45"/>
                <a:gd name="T17" fmla="*/ 47 h 72"/>
                <a:gd name="T18" fmla="*/ 14 w 45"/>
                <a:gd name="T19" fmla="*/ 55 h 72"/>
                <a:gd name="T20" fmla="*/ 17 w 45"/>
                <a:gd name="T21" fmla="*/ 57 h 72"/>
                <a:gd name="T22" fmla="*/ 21 w 45"/>
                <a:gd name="T23" fmla="*/ 61 h 72"/>
                <a:gd name="T24" fmla="*/ 20 w 45"/>
                <a:gd name="T25" fmla="*/ 68 h 72"/>
                <a:gd name="T26" fmla="*/ 21 w 45"/>
                <a:gd name="T27" fmla="*/ 72 h 72"/>
                <a:gd name="T28" fmla="*/ 45 w 45"/>
                <a:gd name="T29" fmla="*/ 70 h 72"/>
                <a:gd name="T30" fmla="*/ 42 w 45"/>
                <a:gd name="T31" fmla="*/ 66 h 72"/>
                <a:gd name="T32" fmla="*/ 36 w 45"/>
                <a:gd name="T33" fmla="*/ 64 h 72"/>
                <a:gd name="T34" fmla="*/ 29 w 45"/>
                <a:gd name="T35" fmla="*/ 56 h 72"/>
                <a:gd name="T36" fmla="*/ 26 w 45"/>
                <a:gd name="T37" fmla="*/ 55 h 72"/>
                <a:gd name="T38" fmla="*/ 21 w 45"/>
                <a:gd name="T39" fmla="*/ 58 h 72"/>
                <a:gd name="T40" fmla="*/ 19 w 45"/>
                <a:gd name="T41" fmla="*/ 53 h 72"/>
                <a:gd name="T42" fmla="*/ 14 w 45"/>
                <a:gd name="T43" fmla="*/ 48 h 72"/>
                <a:gd name="T44" fmla="*/ 14 w 45"/>
                <a:gd name="T45" fmla="*/ 43 h 72"/>
                <a:gd name="T46" fmla="*/ 20 w 45"/>
                <a:gd name="T47" fmla="*/ 43 h 72"/>
                <a:gd name="T48" fmla="*/ 20 w 45"/>
                <a:gd name="T49" fmla="*/ 42 h 72"/>
                <a:gd name="T50" fmla="*/ 25 w 45"/>
                <a:gd name="T51" fmla="*/ 37 h 72"/>
                <a:gd name="T52" fmla="*/ 27 w 45"/>
                <a:gd name="T53" fmla="*/ 31 h 72"/>
                <a:gd name="T54" fmla="*/ 32 w 45"/>
                <a:gd name="T55" fmla="*/ 29 h 72"/>
                <a:gd name="T56" fmla="*/ 32 w 45"/>
                <a:gd name="T57" fmla="*/ 25 h 72"/>
                <a:gd name="T58" fmla="*/ 35 w 45"/>
                <a:gd name="T59" fmla="*/ 27 h 72"/>
                <a:gd name="T60" fmla="*/ 37 w 45"/>
                <a:gd name="T61" fmla="*/ 27 h 72"/>
                <a:gd name="T62" fmla="*/ 34 w 45"/>
                <a:gd name="T63" fmla="*/ 21 h 72"/>
                <a:gd name="T64" fmla="*/ 31 w 45"/>
                <a:gd name="T65" fmla="*/ 15 h 72"/>
                <a:gd name="T66" fmla="*/ 30 w 45"/>
                <a:gd name="T67" fmla="*/ 14 h 72"/>
                <a:gd name="T68" fmla="*/ 25 w 45"/>
                <a:gd name="T69" fmla="*/ 13 h 72"/>
                <a:gd name="T70" fmla="*/ 24 w 45"/>
                <a:gd name="T71" fmla="*/ 20 h 72"/>
                <a:gd name="T72" fmla="*/ 21 w 45"/>
                <a:gd name="T73" fmla="*/ 20 h 72"/>
                <a:gd name="T74" fmla="*/ 17 w 45"/>
                <a:gd name="T75" fmla="*/ 16 h 72"/>
                <a:gd name="T76" fmla="*/ 22 w 45"/>
                <a:gd name="T77" fmla="*/ 11 h 72"/>
                <a:gd name="T78" fmla="*/ 25 w 45"/>
                <a:gd name="T79" fmla="*/ 6 h 72"/>
                <a:gd name="T80" fmla="*/ 28 w 45"/>
                <a:gd name="T81" fmla="*/ 6 h 72"/>
                <a:gd name="T82" fmla="*/ 28 w 45"/>
                <a:gd name="T83" fmla="*/ 11 h 72"/>
                <a:gd name="T84" fmla="*/ 32 w 45"/>
                <a:gd name="T85" fmla="*/ 9 h 72"/>
                <a:gd name="T86" fmla="*/ 35 w 45"/>
                <a:gd name="T87" fmla="*/ 8 h 72"/>
                <a:gd name="T88" fmla="*/ 32 w 45"/>
                <a:gd name="T89" fmla="*/ 5 h 72"/>
                <a:gd name="T90" fmla="*/ 29 w 45"/>
                <a:gd name="T91" fmla="*/ 2 h 72"/>
                <a:gd name="T92" fmla="*/ 23 w 45"/>
                <a:gd name="T93" fmla="*/ 0 h 72"/>
                <a:gd name="T94" fmla="*/ 34 w 45"/>
                <a:gd name="T95" fmla="*/ 22 h 72"/>
                <a:gd name="T96" fmla="*/ 3 w 45"/>
                <a:gd name="T97" fmla="*/ 42 h 72"/>
                <a:gd name="T98" fmla="*/ 3 w 45"/>
                <a:gd name="T99"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5" h="72">
                  <a:moveTo>
                    <a:pt x="22" y="1"/>
                  </a:moveTo>
                  <a:cubicBezTo>
                    <a:pt x="21" y="2"/>
                    <a:pt x="21" y="4"/>
                    <a:pt x="22" y="5"/>
                  </a:cubicBezTo>
                  <a:cubicBezTo>
                    <a:pt x="22" y="5"/>
                    <a:pt x="23" y="5"/>
                    <a:pt x="23" y="6"/>
                  </a:cubicBezTo>
                  <a:cubicBezTo>
                    <a:pt x="23" y="6"/>
                    <a:pt x="23" y="7"/>
                    <a:pt x="22" y="8"/>
                  </a:cubicBezTo>
                  <a:cubicBezTo>
                    <a:pt x="22" y="7"/>
                    <a:pt x="23" y="7"/>
                    <a:pt x="22" y="6"/>
                  </a:cubicBezTo>
                  <a:cubicBezTo>
                    <a:pt x="22" y="5"/>
                    <a:pt x="21" y="5"/>
                    <a:pt x="20" y="3"/>
                  </a:cubicBezTo>
                  <a:cubicBezTo>
                    <a:pt x="20" y="3"/>
                    <a:pt x="20" y="3"/>
                    <a:pt x="20" y="3"/>
                  </a:cubicBezTo>
                  <a:cubicBezTo>
                    <a:pt x="20" y="3"/>
                    <a:pt x="19" y="3"/>
                    <a:pt x="19" y="3"/>
                  </a:cubicBezTo>
                  <a:cubicBezTo>
                    <a:pt x="19" y="4"/>
                    <a:pt x="18" y="3"/>
                    <a:pt x="18" y="4"/>
                  </a:cubicBezTo>
                  <a:cubicBezTo>
                    <a:pt x="19" y="4"/>
                    <a:pt x="19" y="5"/>
                    <a:pt x="19" y="5"/>
                  </a:cubicBezTo>
                  <a:cubicBezTo>
                    <a:pt x="19" y="6"/>
                    <a:pt x="19" y="7"/>
                    <a:pt x="18" y="7"/>
                  </a:cubicBezTo>
                  <a:cubicBezTo>
                    <a:pt x="18" y="7"/>
                    <a:pt x="18" y="7"/>
                    <a:pt x="18" y="6"/>
                  </a:cubicBezTo>
                  <a:cubicBezTo>
                    <a:pt x="18" y="6"/>
                    <a:pt x="18" y="6"/>
                    <a:pt x="18" y="6"/>
                  </a:cubicBezTo>
                  <a:cubicBezTo>
                    <a:pt x="17" y="6"/>
                    <a:pt x="17" y="7"/>
                    <a:pt x="16" y="7"/>
                  </a:cubicBezTo>
                  <a:cubicBezTo>
                    <a:pt x="16" y="7"/>
                    <a:pt x="15" y="7"/>
                    <a:pt x="15" y="7"/>
                  </a:cubicBezTo>
                  <a:cubicBezTo>
                    <a:pt x="7" y="16"/>
                    <a:pt x="2" y="27"/>
                    <a:pt x="0" y="39"/>
                  </a:cubicBezTo>
                  <a:cubicBezTo>
                    <a:pt x="0" y="39"/>
                    <a:pt x="0" y="39"/>
                    <a:pt x="1" y="39"/>
                  </a:cubicBezTo>
                  <a:cubicBezTo>
                    <a:pt x="1" y="40"/>
                    <a:pt x="1" y="41"/>
                    <a:pt x="1" y="41"/>
                  </a:cubicBezTo>
                  <a:cubicBezTo>
                    <a:pt x="1" y="42"/>
                    <a:pt x="2" y="43"/>
                    <a:pt x="2" y="43"/>
                  </a:cubicBezTo>
                  <a:cubicBezTo>
                    <a:pt x="2" y="43"/>
                    <a:pt x="2" y="44"/>
                    <a:pt x="2" y="44"/>
                  </a:cubicBezTo>
                  <a:cubicBezTo>
                    <a:pt x="3" y="44"/>
                    <a:pt x="3" y="46"/>
                    <a:pt x="3" y="47"/>
                  </a:cubicBezTo>
                  <a:cubicBezTo>
                    <a:pt x="4" y="46"/>
                    <a:pt x="4" y="47"/>
                    <a:pt x="5" y="47"/>
                  </a:cubicBezTo>
                  <a:cubicBezTo>
                    <a:pt x="5" y="46"/>
                    <a:pt x="4" y="46"/>
                    <a:pt x="4" y="44"/>
                  </a:cubicBezTo>
                  <a:cubicBezTo>
                    <a:pt x="4" y="44"/>
                    <a:pt x="4" y="44"/>
                    <a:pt x="4" y="44"/>
                  </a:cubicBezTo>
                  <a:cubicBezTo>
                    <a:pt x="4" y="44"/>
                    <a:pt x="4" y="44"/>
                    <a:pt x="4" y="44"/>
                  </a:cubicBezTo>
                  <a:cubicBezTo>
                    <a:pt x="5" y="44"/>
                    <a:pt x="5" y="45"/>
                    <a:pt x="5" y="45"/>
                  </a:cubicBezTo>
                  <a:cubicBezTo>
                    <a:pt x="5" y="46"/>
                    <a:pt x="6" y="47"/>
                    <a:pt x="7" y="47"/>
                  </a:cubicBezTo>
                  <a:cubicBezTo>
                    <a:pt x="6" y="49"/>
                    <a:pt x="7" y="50"/>
                    <a:pt x="8" y="52"/>
                  </a:cubicBezTo>
                  <a:cubicBezTo>
                    <a:pt x="10" y="52"/>
                    <a:pt x="11" y="54"/>
                    <a:pt x="13" y="53"/>
                  </a:cubicBezTo>
                  <a:cubicBezTo>
                    <a:pt x="13" y="54"/>
                    <a:pt x="14" y="54"/>
                    <a:pt x="14" y="55"/>
                  </a:cubicBezTo>
                  <a:cubicBezTo>
                    <a:pt x="15" y="55"/>
                    <a:pt x="15" y="55"/>
                    <a:pt x="16" y="55"/>
                  </a:cubicBezTo>
                  <a:cubicBezTo>
                    <a:pt x="16" y="56"/>
                    <a:pt x="16" y="56"/>
                    <a:pt x="17" y="57"/>
                  </a:cubicBezTo>
                  <a:cubicBezTo>
                    <a:pt x="17" y="57"/>
                    <a:pt x="17" y="57"/>
                    <a:pt x="17" y="57"/>
                  </a:cubicBezTo>
                  <a:cubicBezTo>
                    <a:pt x="18" y="57"/>
                    <a:pt x="19" y="59"/>
                    <a:pt x="20" y="59"/>
                  </a:cubicBezTo>
                  <a:cubicBezTo>
                    <a:pt x="20" y="59"/>
                    <a:pt x="20" y="58"/>
                    <a:pt x="20" y="58"/>
                  </a:cubicBezTo>
                  <a:cubicBezTo>
                    <a:pt x="21" y="59"/>
                    <a:pt x="21" y="60"/>
                    <a:pt x="21" y="61"/>
                  </a:cubicBezTo>
                  <a:cubicBezTo>
                    <a:pt x="21" y="61"/>
                    <a:pt x="21" y="61"/>
                    <a:pt x="21" y="62"/>
                  </a:cubicBezTo>
                  <a:cubicBezTo>
                    <a:pt x="21" y="63"/>
                    <a:pt x="20" y="63"/>
                    <a:pt x="20" y="64"/>
                  </a:cubicBezTo>
                  <a:cubicBezTo>
                    <a:pt x="19" y="66"/>
                    <a:pt x="21" y="67"/>
                    <a:pt x="20" y="68"/>
                  </a:cubicBezTo>
                  <a:cubicBezTo>
                    <a:pt x="20" y="69"/>
                    <a:pt x="21" y="69"/>
                    <a:pt x="21" y="69"/>
                  </a:cubicBezTo>
                  <a:cubicBezTo>
                    <a:pt x="21" y="70"/>
                    <a:pt x="21" y="70"/>
                    <a:pt x="20" y="70"/>
                  </a:cubicBezTo>
                  <a:cubicBezTo>
                    <a:pt x="20" y="71"/>
                    <a:pt x="20" y="72"/>
                    <a:pt x="21" y="72"/>
                  </a:cubicBezTo>
                  <a:cubicBezTo>
                    <a:pt x="45" y="72"/>
                    <a:pt x="45" y="72"/>
                    <a:pt x="45" y="72"/>
                  </a:cubicBezTo>
                  <a:cubicBezTo>
                    <a:pt x="45" y="72"/>
                    <a:pt x="45" y="71"/>
                    <a:pt x="45" y="71"/>
                  </a:cubicBezTo>
                  <a:cubicBezTo>
                    <a:pt x="45" y="70"/>
                    <a:pt x="45" y="70"/>
                    <a:pt x="45" y="70"/>
                  </a:cubicBezTo>
                  <a:cubicBezTo>
                    <a:pt x="45" y="69"/>
                    <a:pt x="45" y="68"/>
                    <a:pt x="45" y="67"/>
                  </a:cubicBezTo>
                  <a:cubicBezTo>
                    <a:pt x="44" y="67"/>
                    <a:pt x="44" y="67"/>
                    <a:pt x="44" y="67"/>
                  </a:cubicBezTo>
                  <a:cubicBezTo>
                    <a:pt x="43" y="67"/>
                    <a:pt x="42" y="66"/>
                    <a:pt x="42" y="66"/>
                  </a:cubicBezTo>
                  <a:cubicBezTo>
                    <a:pt x="41" y="66"/>
                    <a:pt x="40" y="66"/>
                    <a:pt x="40" y="66"/>
                  </a:cubicBezTo>
                  <a:cubicBezTo>
                    <a:pt x="39" y="65"/>
                    <a:pt x="38" y="66"/>
                    <a:pt x="38" y="64"/>
                  </a:cubicBezTo>
                  <a:cubicBezTo>
                    <a:pt x="37" y="64"/>
                    <a:pt x="36" y="65"/>
                    <a:pt x="36" y="64"/>
                  </a:cubicBezTo>
                  <a:cubicBezTo>
                    <a:pt x="37" y="63"/>
                    <a:pt x="36" y="59"/>
                    <a:pt x="34" y="60"/>
                  </a:cubicBezTo>
                  <a:cubicBezTo>
                    <a:pt x="33" y="60"/>
                    <a:pt x="32" y="59"/>
                    <a:pt x="32" y="58"/>
                  </a:cubicBezTo>
                  <a:cubicBezTo>
                    <a:pt x="31" y="57"/>
                    <a:pt x="30" y="57"/>
                    <a:pt x="29" y="56"/>
                  </a:cubicBezTo>
                  <a:cubicBezTo>
                    <a:pt x="29" y="56"/>
                    <a:pt x="29" y="57"/>
                    <a:pt x="28" y="57"/>
                  </a:cubicBezTo>
                  <a:cubicBezTo>
                    <a:pt x="28" y="56"/>
                    <a:pt x="27" y="56"/>
                    <a:pt x="27" y="55"/>
                  </a:cubicBezTo>
                  <a:cubicBezTo>
                    <a:pt x="26" y="54"/>
                    <a:pt x="26" y="55"/>
                    <a:pt x="26" y="55"/>
                  </a:cubicBezTo>
                  <a:cubicBezTo>
                    <a:pt x="25" y="55"/>
                    <a:pt x="25" y="55"/>
                    <a:pt x="24" y="54"/>
                  </a:cubicBezTo>
                  <a:cubicBezTo>
                    <a:pt x="24" y="55"/>
                    <a:pt x="24" y="55"/>
                    <a:pt x="23" y="55"/>
                  </a:cubicBezTo>
                  <a:cubicBezTo>
                    <a:pt x="23" y="56"/>
                    <a:pt x="22" y="57"/>
                    <a:pt x="21" y="58"/>
                  </a:cubicBezTo>
                  <a:cubicBezTo>
                    <a:pt x="21" y="57"/>
                    <a:pt x="21" y="56"/>
                    <a:pt x="20" y="56"/>
                  </a:cubicBezTo>
                  <a:cubicBezTo>
                    <a:pt x="20" y="57"/>
                    <a:pt x="20" y="57"/>
                    <a:pt x="19" y="57"/>
                  </a:cubicBezTo>
                  <a:cubicBezTo>
                    <a:pt x="18" y="56"/>
                    <a:pt x="19" y="55"/>
                    <a:pt x="19" y="53"/>
                  </a:cubicBezTo>
                  <a:cubicBezTo>
                    <a:pt x="18" y="52"/>
                    <a:pt x="17" y="52"/>
                    <a:pt x="16" y="52"/>
                  </a:cubicBezTo>
                  <a:cubicBezTo>
                    <a:pt x="16" y="51"/>
                    <a:pt x="17" y="50"/>
                    <a:pt x="17" y="48"/>
                  </a:cubicBezTo>
                  <a:cubicBezTo>
                    <a:pt x="16" y="48"/>
                    <a:pt x="16" y="48"/>
                    <a:pt x="14" y="48"/>
                  </a:cubicBezTo>
                  <a:cubicBezTo>
                    <a:pt x="14" y="49"/>
                    <a:pt x="14" y="50"/>
                    <a:pt x="13" y="50"/>
                  </a:cubicBezTo>
                  <a:cubicBezTo>
                    <a:pt x="10" y="51"/>
                    <a:pt x="12" y="46"/>
                    <a:pt x="12" y="44"/>
                  </a:cubicBezTo>
                  <a:cubicBezTo>
                    <a:pt x="12" y="43"/>
                    <a:pt x="13" y="43"/>
                    <a:pt x="14" y="43"/>
                  </a:cubicBezTo>
                  <a:cubicBezTo>
                    <a:pt x="15" y="42"/>
                    <a:pt x="15" y="43"/>
                    <a:pt x="16" y="43"/>
                  </a:cubicBezTo>
                  <a:cubicBezTo>
                    <a:pt x="16" y="43"/>
                    <a:pt x="16" y="43"/>
                    <a:pt x="17" y="43"/>
                  </a:cubicBezTo>
                  <a:cubicBezTo>
                    <a:pt x="18" y="43"/>
                    <a:pt x="19" y="42"/>
                    <a:pt x="20" y="43"/>
                  </a:cubicBezTo>
                  <a:cubicBezTo>
                    <a:pt x="19" y="45"/>
                    <a:pt x="20" y="46"/>
                    <a:pt x="21" y="46"/>
                  </a:cubicBezTo>
                  <a:cubicBezTo>
                    <a:pt x="21" y="44"/>
                    <a:pt x="21" y="44"/>
                    <a:pt x="21" y="43"/>
                  </a:cubicBezTo>
                  <a:cubicBezTo>
                    <a:pt x="21" y="43"/>
                    <a:pt x="20" y="42"/>
                    <a:pt x="20" y="42"/>
                  </a:cubicBezTo>
                  <a:cubicBezTo>
                    <a:pt x="21" y="40"/>
                    <a:pt x="22" y="39"/>
                    <a:pt x="23" y="38"/>
                  </a:cubicBezTo>
                  <a:cubicBezTo>
                    <a:pt x="24" y="38"/>
                    <a:pt x="24" y="38"/>
                    <a:pt x="23" y="37"/>
                  </a:cubicBezTo>
                  <a:cubicBezTo>
                    <a:pt x="24" y="37"/>
                    <a:pt x="24" y="37"/>
                    <a:pt x="25" y="37"/>
                  </a:cubicBezTo>
                  <a:cubicBezTo>
                    <a:pt x="24" y="35"/>
                    <a:pt x="25" y="35"/>
                    <a:pt x="25" y="34"/>
                  </a:cubicBezTo>
                  <a:cubicBezTo>
                    <a:pt x="26" y="33"/>
                    <a:pt x="27" y="33"/>
                    <a:pt x="27" y="32"/>
                  </a:cubicBezTo>
                  <a:cubicBezTo>
                    <a:pt x="28" y="32"/>
                    <a:pt x="27" y="32"/>
                    <a:pt x="27" y="31"/>
                  </a:cubicBezTo>
                  <a:cubicBezTo>
                    <a:pt x="28" y="30"/>
                    <a:pt x="29" y="30"/>
                    <a:pt x="30" y="29"/>
                  </a:cubicBezTo>
                  <a:cubicBezTo>
                    <a:pt x="30" y="30"/>
                    <a:pt x="30" y="30"/>
                    <a:pt x="30" y="30"/>
                  </a:cubicBezTo>
                  <a:cubicBezTo>
                    <a:pt x="31" y="30"/>
                    <a:pt x="32" y="29"/>
                    <a:pt x="32" y="29"/>
                  </a:cubicBezTo>
                  <a:cubicBezTo>
                    <a:pt x="32" y="28"/>
                    <a:pt x="31" y="28"/>
                    <a:pt x="31" y="27"/>
                  </a:cubicBezTo>
                  <a:cubicBezTo>
                    <a:pt x="31" y="26"/>
                    <a:pt x="32" y="26"/>
                    <a:pt x="32" y="26"/>
                  </a:cubicBezTo>
                  <a:cubicBezTo>
                    <a:pt x="32" y="25"/>
                    <a:pt x="32" y="26"/>
                    <a:pt x="32" y="25"/>
                  </a:cubicBezTo>
                  <a:cubicBezTo>
                    <a:pt x="33" y="26"/>
                    <a:pt x="34" y="23"/>
                    <a:pt x="35" y="24"/>
                  </a:cubicBezTo>
                  <a:cubicBezTo>
                    <a:pt x="35" y="25"/>
                    <a:pt x="34" y="26"/>
                    <a:pt x="33" y="28"/>
                  </a:cubicBezTo>
                  <a:cubicBezTo>
                    <a:pt x="34" y="28"/>
                    <a:pt x="34" y="27"/>
                    <a:pt x="35" y="27"/>
                  </a:cubicBezTo>
                  <a:cubicBezTo>
                    <a:pt x="35" y="28"/>
                    <a:pt x="35" y="29"/>
                    <a:pt x="35" y="29"/>
                  </a:cubicBezTo>
                  <a:cubicBezTo>
                    <a:pt x="35" y="28"/>
                    <a:pt x="36" y="29"/>
                    <a:pt x="37" y="29"/>
                  </a:cubicBezTo>
                  <a:cubicBezTo>
                    <a:pt x="37" y="28"/>
                    <a:pt x="36" y="27"/>
                    <a:pt x="37" y="27"/>
                  </a:cubicBezTo>
                  <a:cubicBezTo>
                    <a:pt x="36" y="27"/>
                    <a:pt x="36" y="26"/>
                    <a:pt x="35" y="25"/>
                  </a:cubicBezTo>
                  <a:cubicBezTo>
                    <a:pt x="36" y="23"/>
                    <a:pt x="36" y="23"/>
                    <a:pt x="35" y="21"/>
                  </a:cubicBezTo>
                  <a:cubicBezTo>
                    <a:pt x="35" y="21"/>
                    <a:pt x="35" y="21"/>
                    <a:pt x="34" y="21"/>
                  </a:cubicBezTo>
                  <a:cubicBezTo>
                    <a:pt x="34" y="20"/>
                    <a:pt x="33" y="20"/>
                    <a:pt x="33" y="19"/>
                  </a:cubicBezTo>
                  <a:cubicBezTo>
                    <a:pt x="33" y="19"/>
                    <a:pt x="33" y="18"/>
                    <a:pt x="33" y="18"/>
                  </a:cubicBezTo>
                  <a:cubicBezTo>
                    <a:pt x="32" y="17"/>
                    <a:pt x="33" y="15"/>
                    <a:pt x="31" y="15"/>
                  </a:cubicBezTo>
                  <a:cubicBezTo>
                    <a:pt x="31" y="16"/>
                    <a:pt x="32" y="17"/>
                    <a:pt x="31" y="17"/>
                  </a:cubicBezTo>
                  <a:cubicBezTo>
                    <a:pt x="31" y="16"/>
                    <a:pt x="30" y="17"/>
                    <a:pt x="30" y="16"/>
                  </a:cubicBezTo>
                  <a:cubicBezTo>
                    <a:pt x="30" y="15"/>
                    <a:pt x="30" y="14"/>
                    <a:pt x="30" y="14"/>
                  </a:cubicBezTo>
                  <a:cubicBezTo>
                    <a:pt x="28" y="14"/>
                    <a:pt x="29" y="13"/>
                    <a:pt x="27" y="13"/>
                  </a:cubicBezTo>
                  <a:cubicBezTo>
                    <a:pt x="27" y="13"/>
                    <a:pt x="27" y="12"/>
                    <a:pt x="26" y="12"/>
                  </a:cubicBezTo>
                  <a:cubicBezTo>
                    <a:pt x="26" y="12"/>
                    <a:pt x="26" y="13"/>
                    <a:pt x="25" y="13"/>
                  </a:cubicBezTo>
                  <a:cubicBezTo>
                    <a:pt x="25" y="15"/>
                    <a:pt x="24" y="17"/>
                    <a:pt x="25" y="19"/>
                  </a:cubicBezTo>
                  <a:cubicBezTo>
                    <a:pt x="24" y="19"/>
                    <a:pt x="24" y="18"/>
                    <a:pt x="23" y="19"/>
                  </a:cubicBezTo>
                  <a:cubicBezTo>
                    <a:pt x="24" y="20"/>
                    <a:pt x="24" y="19"/>
                    <a:pt x="24" y="20"/>
                  </a:cubicBezTo>
                  <a:cubicBezTo>
                    <a:pt x="24" y="20"/>
                    <a:pt x="24" y="22"/>
                    <a:pt x="23" y="23"/>
                  </a:cubicBezTo>
                  <a:cubicBezTo>
                    <a:pt x="23" y="22"/>
                    <a:pt x="23" y="21"/>
                    <a:pt x="22" y="20"/>
                  </a:cubicBezTo>
                  <a:cubicBezTo>
                    <a:pt x="22" y="19"/>
                    <a:pt x="22" y="20"/>
                    <a:pt x="21" y="20"/>
                  </a:cubicBezTo>
                  <a:cubicBezTo>
                    <a:pt x="21" y="19"/>
                    <a:pt x="21" y="20"/>
                    <a:pt x="20" y="20"/>
                  </a:cubicBezTo>
                  <a:cubicBezTo>
                    <a:pt x="20" y="19"/>
                    <a:pt x="19" y="18"/>
                    <a:pt x="18" y="18"/>
                  </a:cubicBezTo>
                  <a:cubicBezTo>
                    <a:pt x="18" y="16"/>
                    <a:pt x="17" y="17"/>
                    <a:pt x="17" y="16"/>
                  </a:cubicBezTo>
                  <a:cubicBezTo>
                    <a:pt x="18" y="16"/>
                    <a:pt x="18" y="15"/>
                    <a:pt x="18" y="15"/>
                  </a:cubicBezTo>
                  <a:cubicBezTo>
                    <a:pt x="18" y="14"/>
                    <a:pt x="19" y="13"/>
                    <a:pt x="20" y="13"/>
                  </a:cubicBezTo>
                  <a:cubicBezTo>
                    <a:pt x="20" y="12"/>
                    <a:pt x="20" y="11"/>
                    <a:pt x="22" y="11"/>
                  </a:cubicBezTo>
                  <a:cubicBezTo>
                    <a:pt x="22" y="10"/>
                    <a:pt x="21" y="10"/>
                    <a:pt x="21" y="10"/>
                  </a:cubicBezTo>
                  <a:cubicBezTo>
                    <a:pt x="23" y="9"/>
                    <a:pt x="24" y="9"/>
                    <a:pt x="25" y="9"/>
                  </a:cubicBezTo>
                  <a:cubicBezTo>
                    <a:pt x="25" y="8"/>
                    <a:pt x="25" y="7"/>
                    <a:pt x="25" y="6"/>
                  </a:cubicBezTo>
                  <a:cubicBezTo>
                    <a:pt x="25" y="5"/>
                    <a:pt x="24" y="5"/>
                    <a:pt x="24" y="5"/>
                  </a:cubicBezTo>
                  <a:cubicBezTo>
                    <a:pt x="25" y="5"/>
                    <a:pt x="26" y="5"/>
                    <a:pt x="26" y="6"/>
                  </a:cubicBezTo>
                  <a:cubicBezTo>
                    <a:pt x="27" y="5"/>
                    <a:pt x="27" y="6"/>
                    <a:pt x="28" y="6"/>
                  </a:cubicBezTo>
                  <a:cubicBezTo>
                    <a:pt x="28" y="7"/>
                    <a:pt x="29" y="6"/>
                    <a:pt x="29" y="8"/>
                  </a:cubicBezTo>
                  <a:cubicBezTo>
                    <a:pt x="29" y="10"/>
                    <a:pt x="26" y="9"/>
                    <a:pt x="26" y="11"/>
                  </a:cubicBezTo>
                  <a:cubicBezTo>
                    <a:pt x="26" y="11"/>
                    <a:pt x="27" y="11"/>
                    <a:pt x="28" y="11"/>
                  </a:cubicBezTo>
                  <a:cubicBezTo>
                    <a:pt x="30" y="12"/>
                    <a:pt x="30" y="14"/>
                    <a:pt x="32" y="14"/>
                  </a:cubicBezTo>
                  <a:cubicBezTo>
                    <a:pt x="32" y="13"/>
                    <a:pt x="33" y="13"/>
                    <a:pt x="32" y="11"/>
                  </a:cubicBezTo>
                  <a:cubicBezTo>
                    <a:pt x="32" y="10"/>
                    <a:pt x="32" y="10"/>
                    <a:pt x="32" y="9"/>
                  </a:cubicBezTo>
                  <a:cubicBezTo>
                    <a:pt x="33" y="9"/>
                    <a:pt x="33" y="10"/>
                    <a:pt x="34" y="11"/>
                  </a:cubicBezTo>
                  <a:cubicBezTo>
                    <a:pt x="34" y="10"/>
                    <a:pt x="33" y="9"/>
                    <a:pt x="34" y="9"/>
                  </a:cubicBezTo>
                  <a:cubicBezTo>
                    <a:pt x="34" y="9"/>
                    <a:pt x="35" y="8"/>
                    <a:pt x="35" y="8"/>
                  </a:cubicBezTo>
                  <a:cubicBezTo>
                    <a:pt x="34" y="8"/>
                    <a:pt x="34" y="7"/>
                    <a:pt x="34" y="7"/>
                  </a:cubicBezTo>
                  <a:cubicBezTo>
                    <a:pt x="33" y="7"/>
                    <a:pt x="32" y="6"/>
                    <a:pt x="32" y="6"/>
                  </a:cubicBezTo>
                  <a:cubicBezTo>
                    <a:pt x="32" y="6"/>
                    <a:pt x="32" y="6"/>
                    <a:pt x="32" y="5"/>
                  </a:cubicBezTo>
                  <a:cubicBezTo>
                    <a:pt x="32" y="4"/>
                    <a:pt x="31" y="4"/>
                    <a:pt x="31" y="3"/>
                  </a:cubicBezTo>
                  <a:cubicBezTo>
                    <a:pt x="31" y="3"/>
                    <a:pt x="30" y="3"/>
                    <a:pt x="29" y="3"/>
                  </a:cubicBezTo>
                  <a:cubicBezTo>
                    <a:pt x="29" y="2"/>
                    <a:pt x="29" y="2"/>
                    <a:pt x="29" y="2"/>
                  </a:cubicBezTo>
                  <a:cubicBezTo>
                    <a:pt x="28" y="2"/>
                    <a:pt x="27" y="2"/>
                    <a:pt x="26" y="2"/>
                  </a:cubicBezTo>
                  <a:cubicBezTo>
                    <a:pt x="26" y="0"/>
                    <a:pt x="24" y="1"/>
                    <a:pt x="24" y="2"/>
                  </a:cubicBezTo>
                  <a:cubicBezTo>
                    <a:pt x="24" y="1"/>
                    <a:pt x="24" y="0"/>
                    <a:pt x="23" y="0"/>
                  </a:cubicBezTo>
                  <a:cubicBezTo>
                    <a:pt x="23" y="0"/>
                    <a:pt x="23" y="0"/>
                    <a:pt x="23" y="0"/>
                  </a:cubicBezTo>
                  <a:cubicBezTo>
                    <a:pt x="23" y="0"/>
                    <a:pt x="23" y="1"/>
                    <a:pt x="22" y="1"/>
                  </a:cubicBezTo>
                  <a:close/>
                  <a:moveTo>
                    <a:pt x="34" y="22"/>
                  </a:moveTo>
                  <a:cubicBezTo>
                    <a:pt x="34" y="22"/>
                    <a:pt x="34" y="22"/>
                    <a:pt x="34" y="22"/>
                  </a:cubicBezTo>
                  <a:cubicBezTo>
                    <a:pt x="34" y="22"/>
                    <a:pt x="34" y="22"/>
                    <a:pt x="34" y="22"/>
                  </a:cubicBezTo>
                  <a:close/>
                  <a:moveTo>
                    <a:pt x="3" y="42"/>
                  </a:moveTo>
                  <a:cubicBezTo>
                    <a:pt x="3" y="41"/>
                    <a:pt x="3" y="42"/>
                    <a:pt x="3" y="42"/>
                  </a:cubicBezTo>
                  <a:cubicBezTo>
                    <a:pt x="3" y="42"/>
                    <a:pt x="3" y="42"/>
                    <a:pt x="3" y="42"/>
                  </a:cubicBezTo>
                  <a:close/>
                  <a:moveTo>
                    <a:pt x="3" y="42"/>
                  </a:moveTo>
                  <a:cubicBezTo>
                    <a:pt x="4" y="42"/>
                    <a:pt x="4" y="43"/>
                    <a:pt x="4" y="43"/>
                  </a:cubicBezTo>
                  <a:cubicBezTo>
                    <a:pt x="4" y="44"/>
                    <a:pt x="3" y="43"/>
                    <a:pt x="3"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28" name="Freeform 68"/>
            <p:cNvSpPr>
              <a:spLocks noEditPoints="1"/>
            </p:cNvSpPr>
            <p:nvPr/>
          </p:nvSpPr>
          <p:spPr bwMode="auto">
            <a:xfrm>
              <a:off x="3940991" y="5655525"/>
              <a:ext cx="37950" cy="31445"/>
            </a:xfrm>
            <a:custGeom>
              <a:avLst/>
              <a:gdLst>
                <a:gd name="T0" fmla="*/ 12 w 15"/>
                <a:gd name="T1" fmla="*/ 2 h 12"/>
                <a:gd name="T2" fmla="*/ 15 w 15"/>
                <a:gd name="T3" fmla="*/ 1 h 12"/>
                <a:gd name="T4" fmla="*/ 14 w 15"/>
                <a:gd name="T5" fmla="*/ 0 h 12"/>
                <a:gd name="T6" fmla="*/ 2 w 15"/>
                <a:gd name="T7" fmla="*/ 9 h 12"/>
                <a:gd name="T8" fmla="*/ 3 w 15"/>
                <a:gd name="T9" fmla="*/ 10 h 12"/>
                <a:gd name="T10" fmla="*/ 3 w 15"/>
                <a:gd name="T11" fmla="*/ 10 h 12"/>
                <a:gd name="T12" fmla="*/ 3 w 15"/>
                <a:gd name="T13" fmla="*/ 10 h 12"/>
                <a:gd name="T14" fmla="*/ 1 w 15"/>
                <a:gd name="T15" fmla="*/ 9 h 12"/>
                <a:gd name="T16" fmla="*/ 0 w 15"/>
                <a:gd name="T17" fmla="*/ 10 h 12"/>
                <a:gd name="T18" fmla="*/ 0 w 15"/>
                <a:gd name="T19" fmla="*/ 11 h 12"/>
                <a:gd name="T20" fmla="*/ 2 w 15"/>
                <a:gd name="T21" fmla="*/ 11 h 12"/>
                <a:gd name="T22" fmla="*/ 5 w 15"/>
                <a:gd name="T23" fmla="*/ 10 h 12"/>
                <a:gd name="T24" fmla="*/ 6 w 15"/>
                <a:gd name="T25" fmla="*/ 9 h 12"/>
                <a:gd name="T26" fmla="*/ 5 w 15"/>
                <a:gd name="T27" fmla="*/ 9 h 12"/>
                <a:gd name="T28" fmla="*/ 7 w 15"/>
                <a:gd name="T29" fmla="*/ 9 h 12"/>
                <a:gd name="T30" fmla="*/ 8 w 15"/>
                <a:gd name="T31" fmla="*/ 6 h 12"/>
                <a:gd name="T32" fmla="*/ 8 w 15"/>
                <a:gd name="T33" fmla="*/ 6 h 12"/>
                <a:gd name="T34" fmla="*/ 10 w 15"/>
                <a:gd name="T35" fmla="*/ 5 h 12"/>
                <a:gd name="T36" fmla="*/ 11 w 15"/>
                <a:gd name="T37" fmla="*/ 5 h 12"/>
                <a:gd name="T38" fmla="*/ 11 w 15"/>
                <a:gd name="T39" fmla="*/ 4 h 12"/>
                <a:gd name="T40" fmla="*/ 12 w 15"/>
                <a:gd name="T41" fmla="*/ 4 h 12"/>
                <a:gd name="T42" fmla="*/ 12 w 15"/>
                <a:gd name="T43" fmla="*/ 3 h 12"/>
                <a:gd name="T44" fmla="*/ 12 w 15"/>
                <a:gd name="T45" fmla="*/ 3 h 12"/>
                <a:gd name="T46" fmla="*/ 12 w 15"/>
                <a:gd name="T47" fmla="*/ 2 h 12"/>
                <a:gd name="T48" fmla="*/ 4 w 15"/>
                <a:gd name="T49" fmla="*/ 10 h 12"/>
                <a:gd name="T50" fmla="*/ 4 w 15"/>
                <a:gd name="T51" fmla="*/ 10 h 12"/>
                <a:gd name="T52" fmla="*/ 4 w 15"/>
                <a:gd name="T53" fmla="*/ 1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 h="12">
                  <a:moveTo>
                    <a:pt x="12" y="2"/>
                  </a:moveTo>
                  <a:cubicBezTo>
                    <a:pt x="13" y="2"/>
                    <a:pt x="15" y="2"/>
                    <a:pt x="15" y="1"/>
                  </a:cubicBezTo>
                  <a:cubicBezTo>
                    <a:pt x="15" y="0"/>
                    <a:pt x="14" y="1"/>
                    <a:pt x="14" y="0"/>
                  </a:cubicBezTo>
                  <a:cubicBezTo>
                    <a:pt x="10" y="3"/>
                    <a:pt x="6" y="5"/>
                    <a:pt x="2" y="9"/>
                  </a:cubicBezTo>
                  <a:cubicBezTo>
                    <a:pt x="2" y="9"/>
                    <a:pt x="3" y="9"/>
                    <a:pt x="3" y="10"/>
                  </a:cubicBezTo>
                  <a:cubicBezTo>
                    <a:pt x="3" y="10"/>
                    <a:pt x="3" y="10"/>
                    <a:pt x="3" y="10"/>
                  </a:cubicBezTo>
                  <a:cubicBezTo>
                    <a:pt x="3" y="10"/>
                    <a:pt x="3" y="10"/>
                    <a:pt x="3" y="10"/>
                  </a:cubicBezTo>
                  <a:cubicBezTo>
                    <a:pt x="2" y="10"/>
                    <a:pt x="1" y="10"/>
                    <a:pt x="1" y="9"/>
                  </a:cubicBezTo>
                  <a:cubicBezTo>
                    <a:pt x="1" y="10"/>
                    <a:pt x="0" y="10"/>
                    <a:pt x="0" y="10"/>
                  </a:cubicBezTo>
                  <a:cubicBezTo>
                    <a:pt x="0" y="10"/>
                    <a:pt x="0" y="11"/>
                    <a:pt x="0" y="11"/>
                  </a:cubicBezTo>
                  <a:cubicBezTo>
                    <a:pt x="1" y="11"/>
                    <a:pt x="1" y="11"/>
                    <a:pt x="2" y="11"/>
                  </a:cubicBezTo>
                  <a:cubicBezTo>
                    <a:pt x="3" y="11"/>
                    <a:pt x="5" y="12"/>
                    <a:pt x="5" y="10"/>
                  </a:cubicBezTo>
                  <a:cubicBezTo>
                    <a:pt x="6" y="10"/>
                    <a:pt x="6" y="10"/>
                    <a:pt x="6" y="9"/>
                  </a:cubicBezTo>
                  <a:cubicBezTo>
                    <a:pt x="6" y="8"/>
                    <a:pt x="5" y="9"/>
                    <a:pt x="5" y="9"/>
                  </a:cubicBezTo>
                  <a:cubicBezTo>
                    <a:pt x="6" y="9"/>
                    <a:pt x="6" y="9"/>
                    <a:pt x="7" y="9"/>
                  </a:cubicBezTo>
                  <a:cubicBezTo>
                    <a:pt x="7" y="7"/>
                    <a:pt x="8" y="7"/>
                    <a:pt x="8" y="6"/>
                  </a:cubicBezTo>
                  <a:cubicBezTo>
                    <a:pt x="8" y="6"/>
                    <a:pt x="8" y="6"/>
                    <a:pt x="8" y="6"/>
                  </a:cubicBezTo>
                  <a:cubicBezTo>
                    <a:pt x="9" y="6"/>
                    <a:pt x="9" y="5"/>
                    <a:pt x="10" y="5"/>
                  </a:cubicBezTo>
                  <a:cubicBezTo>
                    <a:pt x="10" y="5"/>
                    <a:pt x="10" y="5"/>
                    <a:pt x="11" y="5"/>
                  </a:cubicBezTo>
                  <a:cubicBezTo>
                    <a:pt x="11" y="4"/>
                    <a:pt x="11" y="4"/>
                    <a:pt x="11" y="4"/>
                  </a:cubicBezTo>
                  <a:cubicBezTo>
                    <a:pt x="11" y="4"/>
                    <a:pt x="11" y="4"/>
                    <a:pt x="12" y="4"/>
                  </a:cubicBezTo>
                  <a:cubicBezTo>
                    <a:pt x="12" y="4"/>
                    <a:pt x="12" y="3"/>
                    <a:pt x="12" y="3"/>
                  </a:cubicBezTo>
                  <a:cubicBezTo>
                    <a:pt x="12" y="3"/>
                    <a:pt x="12" y="3"/>
                    <a:pt x="12" y="3"/>
                  </a:cubicBezTo>
                  <a:cubicBezTo>
                    <a:pt x="12" y="3"/>
                    <a:pt x="12" y="2"/>
                    <a:pt x="12" y="2"/>
                  </a:cubicBezTo>
                  <a:close/>
                  <a:moveTo>
                    <a:pt x="4" y="10"/>
                  </a:moveTo>
                  <a:cubicBezTo>
                    <a:pt x="4" y="10"/>
                    <a:pt x="4" y="10"/>
                    <a:pt x="4" y="10"/>
                  </a:cubicBezTo>
                  <a:cubicBezTo>
                    <a:pt x="4" y="10"/>
                    <a:pt x="4" y="10"/>
                    <a:pt x="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29" name="Freeform 69"/>
            <p:cNvSpPr>
              <a:spLocks/>
            </p:cNvSpPr>
            <p:nvPr/>
          </p:nvSpPr>
          <p:spPr bwMode="auto">
            <a:xfrm>
              <a:off x="4192545" y="5812747"/>
              <a:ext cx="2169" cy="4337"/>
            </a:xfrm>
            <a:custGeom>
              <a:avLst/>
              <a:gdLst>
                <a:gd name="T0" fmla="*/ 0 w 1"/>
                <a:gd name="T1" fmla="*/ 2 h 2"/>
                <a:gd name="T2" fmla="*/ 1 w 1"/>
                <a:gd name="T3" fmla="*/ 0 h 2"/>
                <a:gd name="T4" fmla="*/ 0 w 1"/>
                <a:gd name="T5" fmla="*/ 0 h 2"/>
                <a:gd name="T6" fmla="*/ 0 w 1"/>
                <a:gd name="T7" fmla="*/ 2 h 2"/>
              </a:gdLst>
              <a:ahLst/>
              <a:cxnLst>
                <a:cxn ang="0">
                  <a:pos x="T0" y="T1"/>
                </a:cxn>
                <a:cxn ang="0">
                  <a:pos x="T2" y="T3"/>
                </a:cxn>
                <a:cxn ang="0">
                  <a:pos x="T4" y="T5"/>
                </a:cxn>
                <a:cxn ang="0">
                  <a:pos x="T6" y="T7"/>
                </a:cxn>
              </a:cxnLst>
              <a:rect l="0" t="0" r="r" b="b"/>
              <a:pathLst>
                <a:path w="1" h="2">
                  <a:moveTo>
                    <a:pt x="0" y="2"/>
                  </a:moveTo>
                  <a:cubicBezTo>
                    <a:pt x="1" y="2"/>
                    <a:pt x="1" y="1"/>
                    <a:pt x="1" y="0"/>
                  </a:cubicBezTo>
                  <a:cubicBezTo>
                    <a:pt x="1" y="0"/>
                    <a:pt x="1" y="0"/>
                    <a:pt x="0" y="0"/>
                  </a:cubicBezTo>
                  <a:cubicBezTo>
                    <a:pt x="0" y="1"/>
                    <a:pt x="0" y="0"/>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30" name="Freeform 70"/>
            <p:cNvSpPr>
              <a:spLocks/>
            </p:cNvSpPr>
            <p:nvPr/>
          </p:nvSpPr>
          <p:spPr bwMode="auto">
            <a:xfrm>
              <a:off x="4072189" y="5779134"/>
              <a:ext cx="2169" cy="2169"/>
            </a:xfrm>
            <a:custGeom>
              <a:avLst/>
              <a:gdLst>
                <a:gd name="T0" fmla="*/ 0 w 1"/>
                <a:gd name="T1" fmla="*/ 0 h 1"/>
                <a:gd name="T2" fmla="*/ 1 w 1"/>
                <a:gd name="T3" fmla="*/ 1 h 1"/>
                <a:gd name="T4" fmla="*/ 0 w 1"/>
                <a:gd name="T5" fmla="*/ 0 h 1"/>
                <a:gd name="T6" fmla="*/ 0 w 1"/>
                <a:gd name="T7" fmla="*/ 0 h 1"/>
              </a:gdLst>
              <a:ahLst/>
              <a:cxnLst>
                <a:cxn ang="0">
                  <a:pos x="T0" y="T1"/>
                </a:cxn>
                <a:cxn ang="0">
                  <a:pos x="T2" y="T3"/>
                </a:cxn>
                <a:cxn ang="0">
                  <a:pos x="T4" y="T5"/>
                </a:cxn>
                <a:cxn ang="0">
                  <a:pos x="T6" y="T7"/>
                </a:cxn>
              </a:cxnLst>
              <a:rect l="0" t="0" r="r" b="b"/>
              <a:pathLst>
                <a:path w="1" h="1">
                  <a:moveTo>
                    <a:pt x="0" y="0"/>
                  </a:moveTo>
                  <a:cubicBezTo>
                    <a:pt x="0" y="1"/>
                    <a:pt x="1" y="0"/>
                    <a:pt x="1" y="1"/>
                  </a:cubicBezTo>
                  <a:cubicBezTo>
                    <a:pt x="1" y="0"/>
                    <a:pt x="1"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31" name="Freeform 71"/>
            <p:cNvSpPr>
              <a:spLocks/>
            </p:cNvSpPr>
            <p:nvPr/>
          </p:nvSpPr>
          <p:spPr bwMode="auto">
            <a:xfrm>
              <a:off x="4030986" y="5724920"/>
              <a:ext cx="9759" cy="22770"/>
            </a:xfrm>
            <a:custGeom>
              <a:avLst/>
              <a:gdLst>
                <a:gd name="T0" fmla="*/ 3 w 4"/>
                <a:gd name="T1" fmla="*/ 5 h 9"/>
                <a:gd name="T2" fmla="*/ 3 w 4"/>
                <a:gd name="T3" fmla="*/ 2 h 9"/>
                <a:gd name="T4" fmla="*/ 2 w 4"/>
                <a:gd name="T5" fmla="*/ 1 h 9"/>
                <a:gd name="T6" fmla="*/ 2 w 4"/>
                <a:gd name="T7" fmla="*/ 0 h 9"/>
                <a:gd name="T8" fmla="*/ 1 w 4"/>
                <a:gd name="T9" fmla="*/ 0 h 9"/>
                <a:gd name="T10" fmla="*/ 0 w 4"/>
                <a:gd name="T11" fmla="*/ 4 h 9"/>
                <a:gd name="T12" fmla="*/ 2 w 4"/>
                <a:gd name="T13" fmla="*/ 4 h 9"/>
                <a:gd name="T14" fmla="*/ 0 w 4"/>
                <a:gd name="T15" fmla="*/ 5 h 9"/>
                <a:gd name="T16" fmla="*/ 1 w 4"/>
                <a:gd name="T17" fmla="*/ 8 h 9"/>
                <a:gd name="T18" fmla="*/ 0 w 4"/>
                <a:gd name="T19" fmla="*/ 9 h 9"/>
                <a:gd name="T20" fmla="*/ 3 w 4"/>
                <a:gd name="T21" fmla="*/ 8 h 9"/>
                <a:gd name="T22" fmla="*/ 4 w 4"/>
                <a:gd name="T23" fmla="*/ 6 h 9"/>
                <a:gd name="T24" fmla="*/ 3 w 4"/>
                <a:gd name="T25"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 h="9">
                  <a:moveTo>
                    <a:pt x="3" y="5"/>
                  </a:moveTo>
                  <a:cubicBezTo>
                    <a:pt x="4" y="3"/>
                    <a:pt x="2" y="3"/>
                    <a:pt x="3" y="2"/>
                  </a:cubicBezTo>
                  <a:cubicBezTo>
                    <a:pt x="2" y="1"/>
                    <a:pt x="2" y="1"/>
                    <a:pt x="2" y="1"/>
                  </a:cubicBezTo>
                  <a:cubicBezTo>
                    <a:pt x="2" y="1"/>
                    <a:pt x="2" y="0"/>
                    <a:pt x="2" y="0"/>
                  </a:cubicBezTo>
                  <a:cubicBezTo>
                    <a:pt x="2" y="0"/>
                    <a:pt x="1" y="0"/>
                    <a:pt x="1" y="0"/>
                  </a:cubicBezTo>
                  <a:cubicBezTo>
                    <a:pt x="1" y="2"/>
                    <a:pt x="0" y="2"/>
                    <a:pt x="0" y="4"/>
                  </a:cubicBezTo>
                  <a:cubicBezTo>
                    <a:pt x="1" y="4"/>
                    <a:pt x="1" y="4"/>
                    <a:pt x="2" y="4"/>
                  </a:cubicBezTo>
                  <a:cubicBezTo>
                    <a:pt x="2" y="5"/>
                    <a:pt x="1" y="6"/>
                    <a:pt x="0" y="5"/>
                  </a:cubicBezTo>
                  <a:cubicBezTo>
                    <a:pt x="0" y="7"/>
                    <a:pt x="0" y="7"/>
                    <a:pt x="1" y="8"/>
                  </a:cubicBezTo>
                  <a:cubicBezTo>
                    <a:pt x="0" y="8"/>
                    <a:pt x="0" y="8"/>
                    <a:pt x="0" y="9"/>
                  </a:cubicBezTo>
                  <a:cubicBezTo>
                    <a:pt x="1" y="9"/>
                    <a:pt x="2" y="8"/>
                    <a:pt x="3" y="8"/>
                  </a:cubicBezTo>
                  <a:cubicBezTo>
                    <a:pt x="4" y="7"/>
                    <a:pt x="3" y="7"/>
                    <a:pt x="4" y="6"/>
                  </a:cubicBezTo>
                  <a:cubicBezTo>
                    <a:pt x="4" y="5"/>
                    <a:pt x="4" y="5"/>
                    <a:pt x="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32" name="Freeform 72"/>
            <p:cNvSpPr>
              <a:spLocks noEditPoints="1"/>
            </p:cNvSpPr>
            <p:nvPr/>
          </p:nvSpPr>
          <p:spPr bwMode="auto">
            <a:xfrm>
              <a:off x="4015806" y="5673959"/>
              <a:ext cx="209267" cy="195171"/>
            </a:xfrm>
            <a:custGeom>
              <a:avLst/>
              <a:gdLst>
                <a:gd name="T0" fmla="*/ 80 w 82"/>
                <a:gd name="T1" fmla="*/ 23 h 76"/>
                <a:gd name="T2" fmla="*/ 64 w 82"/>
                <a:gd name="T3" fmla="*/ 4 h 76"/>
                <a:gd name="T4" fmla="*/ 61 w 82"/>
                <a:gd name="T5" fmla="*/ 1 h 76"/>
                <a:gd name="T6" fmla="*/ 56 w 82"/>
                <a:gd name="T7" fmla="*/ 2 h 76"/>
                <a:gd name="T8" fmla="*/ 50 w 82"/>
                <a:gd name="T9" fmla="*/ 4 h 76"/>
                <a:gd name="T10" fmla="*/ 46 w 82"/>
                <a:gd name="T11" fmla="*/ 6 h 76"/>
                <a:gd name="T12" fmla="*/ 43 w 82"/>
                <a:gd name="T13" fmla="*/ 6 h 76"/>
                <a:gd name="T14" fmla="*/ 35 w 82"/>
                <a:gd name="T15" fmla="*/ 10 h 76"/>
                <a:gd name="T16" fmla="*/ 29 w 82"/>
                <a:gd name="T17" fmla="*/ 13 h 76"/>
                <a:gd name="T18" fmla="*/ 29 w 82"/>
                <a:gd name="T19" fmla="*/ 13 h 76"/>
                <a:gd name="T20" fmla="*/ 21 w 82"/>
                <a:gd name="T21" fmla="*/ 7 h 76"/>
                <a:gd name="T22" fmla="*/ 15 w 82"/>
                <a:gd name="T23" fmla="*/ 15 h 76"/>
                <a:gd name="T24" fmla="*/ 12 w 82"/>
                <a:gd name="T25" fmla="*/ 21 h 76"/>
                <a:gd name="T26" fmla="*/ 11 w 82"/>
                <a:gd name="T27" fmla="*/ 25 h 76"/>
                <a:gd name="T28" fmla="*/ 7 w 82"/>
                <a:gd name="T29" fmla="*/ 30 h 76"/>
                <a:gd name="T30" fmla="*/ 8 w 82"/>
                <a:gd name="T31" fmla="*/ 35 h 76"/>
                <a:gd name="T32" fmla="*/ 7 w 82"/>
                <a:gd name="T33" fmla="*/ 41 h 76"/>
                <a:gd name="T34" fmla="*/ 14 w 82"/>
                <a:gd name="T35" fmla="*/ 34 h 76"/>
                <a:gd name="T36" fmla="*/ 15 w 82"/>
                <a:gd name="T37" fmla="*/ 36 h 76"/>
                <a:gd name="T38" fmla="*/ 18 w 82"/>
                <a:gd name="T39" fmla="*/ 40 h 76"/>
                <a:gd name="T40" fmla="*/ 17 w 82"/>
                <a:gd name="T41" fmla="*/ 34 h 76"/>
                <a:gd name="T42" fmla="*/ 20 w 82"/>
                <a:gd name="T43" fmla="*/ 41 h 76"/>
                <a:gd name="T44" fmla="*/ 23 w 82"/>
                <a:gd name="T45" fmla="*/ 40 h 76"/>
                <a:gd name="T46" fmla="*/ 28 w 82"/>
                <a:gd name="T47" fmla="*/ 41 h 76"/>
                <a:gd name="T48" fmla="*/ 20 w 82"/>
                <a:gd name="T49" fmla="*/ 45 h 76"/>
                <a:gd name="T50" fmla="*/ 12 w 82"/>
                <a:gd name="T51" fmla="*/ 41 h 76"/>
                <a:gd name="T52" fmla="*/ 3 w 82"/>
                <a:gd name="T53" fmla="*/ 47 h 76"/>
                <a:gd name="T54" fmla="*/ 2 w 82"/>
                <a:gd name="T55" fmla="*/ 64 h 76"/>
                <a:gd name="T56" fmla="*/ 10 w 82"/>
                <a:gd name="T57" fmla="*/ 65 h 76"/>
                <a:gd name="T58" fmla="*/ 15 w 82"/>
                <a:gd name="T59" fmla="*/ 74 h 76"/>
                <a:gd name="T60" fmla="*/ 32 w 82"/>
                <a:gd name="T61" fmla="*/ 69 h 76"/>
                <a:gd name="T62" fmla="*/ 35 w 82"/>
                <a:gd name="T63" fmla="*/ 60 h 76"/>
                <a:gd name="T64" fmla="*/ 29 w 82"/>
                <a:gd name="T65" fmla="*/ 51 h 76"/>
                <a:gd name="T66" fmla="*/ 34 w 82"/>
                <a:gd name="T67" fmla="*/ 59 h 76"/>
                <a:gd name="T68" fmla="*/ 42 w 82"/>
                <a:gd name="T69" fmla="*/ 52 h 76"/>
                <a:gd name="T70" fmla="*/ 37 w 82"/>
                <a:gd name="T71" fmla="*/ 46 h 76"/>
                <a:gd name="T72" fmla="*/ 44 w 82"/>
                <a:gd name="T73" fmla="*/ 50 h 76"/>
                <a:gd name="T74" fmla="*/ 48 w 82"/>
                <a:gd name="T75" fmla="*/ 53 h 76"/>
                <a:gd name="T76" fmla="*/ 51 w 82"/>
                <a:gd name="T77" fmla="*/ 62 h 76"/>
                <a:gd name="T78" fmla="*/ 55 w 82"/>
                <a:gd name="T79" fmla="*/ 56 h 76"/>
                <a:gd name="T80" fmla="*/ 60 w 82"/>
                <a:gd name="T81" fmla="*/ 55 h 76"/>
                <a:gd name="T82" fmla="*/ 63 w 82"/>
                <a:gd name="T83" fmla="*/ 60 h 76"/>
                <a:gd name="T84" fmla="*/ 66 w 82"/>
                <a:gd name="T85" fmla="*/ 63 h 76"/>
                <a:gd name="T86" fmla="*/ 67 w 82"/>
                <a:gd name="T87" fmla="*/ 62 h 76"/>
                <a:gd name="T88" fmla="*/ 69 w 82"/>
                <a:gd name="T89" fmla="*/ 54 h 76"/>
                <a:gd name="T90" fmla="*/ 75 w 82"/>
                <a:gd name="T91" fmla="*/ 45 h 76"/>
                <a:gd name="T92" fmla="*/ 75 w 82"/>
                <a:gd name="T93" fmla="*/ 40 h 76"/>
                <a:gd name="T94" fmla="*/ 78 w 82"/>
                <a:gd name="T95" fmla="*/ 36 h 76"/>
                <a:gd name="T96" fmla="*/ 82 w 82"/>
                <a:gd name="T97" fmla="*/ 27 h 76"/>
                <a:gd name="T98" fmla="*/ 19 w 82"/>
                <a:gd name="T99" fmla="*/ 24 h 76"/>
                <a:gd name="T100" fmla="*/ 15 w 82"/>
                <a:gd name="T101" fmla="*/ 24 h 76"/>
                <a:gd name="T102" fmla="*/ 18 w 82"/>
                <a:gd name="T103" fmla="*/ 19 h 76"/>
                <a:gd name="T104" fmla="*/ 21 w 82"/>
                <a:gd name="T105" fmla="*/ 19 h 76"/>
                <a:gd name="T106" fmla="*/ 24 w 82"/>
                <a:gd name="T107" fmla="*/ 9 h 76"/>
                <a:gd name="T108" fmla="*/ 28 w 82"/>
                <a:gd name="T109" fmla="*/ 48 h 76"/>
                <a:gd name="T110" fmla="*/ 28 w 82"/>
                <a:gd name="T111" fmla="*/ 15 h 76"/>
                <a:gd name="T112" fmla="*/ 45 w 82"/>
                <a:gd name="T113" fmla="*/ 9 h 76"/>
                <a:gd name="T114" fmla="*/ 61 w 82"/>
                <a:gd name="T115" fmla="*/ 5 h 76"/>
                <a:gd name="T116" fmla="*/ 62 w 82"/>
                <a:gd name="T117" fmla="*/ 4 h 76"/>
                <a:gd name="T118" fmla="*/ 74 w 82"/>
                <a:gd name="T119" fmla="*/ 39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2" h="76">
                  <a:moveTo>
                    <a:pt x="82" y="27"/>
                  </a:moveTo>
                  <a:cubicBezTo>
                    <a:pt x="82" y="26"/>
                    <a:pt x="81" y="25"/>
                    <a:pt x="81" y="24"/>
                  </a:cubicBezTo>
                  <a:cubicBezTo>
                    <a:pt x="80" y="25"/>
                    <a:pt x="79" y="25"/>
                    <a:pt x="79" y="24"/>
                  </a:cubicBezTo>
                  <a:cubicBezTo>
                    <a:pt x="79" y="23"/>
                    <a:pt x="80" y="23"/>
                    <a:pt x="80" y="23"/>
                  </a:cubicBezTo>
                  <a:cubicBezTo>
                    <a:pt x="77" y="16"/>
                    <a:pt x="72" y="10"/>
                    <a:pt x="67" y="5"/>
                  </a:cubicBezTo>
                  <a:cubicBezTo>
                    <a:pt x="66" y="5"/>
                    <a:pt x="66" y="5"/>
                    <a:pt x="65" y="5"/>
                  </a:cubicBezTo>
                  <a:cubicBezTo>
                    <a:pt x="65" y="5"/>
                    <a:pt x="65" y="5"/>
                    <a:pt x="64" y="5"/>
                  </a:cubicBezTo>
                  <a:cubicBezTo>
                    <a:pt x="64" y="5"/>
                    <a:pt x="64" y="4"/>
                    <a:pt x="64" y="4"/>
                  </a:cubicBezTo>
                  <a:cubicBezTo>
                    <a:pt x="63" y="4"/>
                    <a:pt x="63" y="4"/>
                    <a:pt x="62" y="4"/>
                  </a:cubicBezTo>
                  <a:cubicBezTo>
                    <a:pt x="62" y="4"/>
                    <a:pt x="62" y="4"/>
                    <a:pt x="62" y="3"/>
                  </a:cubicBezTo>
                  <a:cubicBezTo>
                    <a:pt x="63" y="3"/>
                    <a:pt x="63" y="3"/>
                    <a:pt x="63" y="2"/>
                  </a:cubicBezTo>
                  <a:cubicBezTo>
                    <a:pt x="62" y="2"/>
                    <a:pt x="62" y="1"/>
                    <a:pt x="61" y="1"/>
                  </a:cubicBezTo>
                  <a:cubicBezTo>
                    <a:pt x="61" y="1"/>
                    <a:pt x="60" y="1"/>
                    <a:pt x="59" y="1"/>
                  </a:cubicBezTo>
                  <a:cubicBezTo>
                    <a:pt x="59" y="1"/>
                    <a:pt x="59" y="1"/>
                    <a:pt x="59" y="1"/>
                  </a:cubicBezTo>
                  <a:cubicBezTo>
                    <a:pt x="58" y="1"/>
                    <a:pt x="58" y="0"/>
                    <a:pt x="57" y="0"/>
                  </a:cubicBezTo>
                  <a:cubicBezTo>
                    <a:pt x="57" y="0"/>
                    <a:pt x="56" y="1"/>
                    <a:pt x="56" y="2"/>
                  </a:cubicBezTo>
                  <a:cubicBezTo>
                    <a:pt x="55" y="1"/>
                    <a:pt x="56" y="3"/>
                    <a:pt x="55" y="2"/>
                  </a:cubicBezTo>
                  <a:cubicBezTo>
                    <a:pt x="54" y="2"/>
                    <a:pt x="55" y="1"/>
                    <a:pt x="54" y="2"/>
                  </a:cubicBezTo>
                  <a:cubicBezTo>
                    <a:pt x="53" y="2"/>
                    <a:pt x="52" y="3"/>
                    <a:pt x="51" y="3"/>
                  </a:cubicBezTo>
                  <a:cubicBezTo>
                    <a:pt x="51" y="3"/>
                    <a:pt x="50" y="4"/>
                    <a:pt x="50" y="4"/>
                  </a:cubicBezTo>
                  <a:cubicBezTo>
                    <a:pt x="49" y="4"/>
                    <a:pt x="50" y="5"/>
                    <a:pt x="49" y="5"/>
                  </a:cubicBezTo>
                  <a:cubicBezTo>
                    <a:pt x="48" y="5"/>
                    <a:pt x="47" y="4"/>
                    <a:pt x="48" y="5"/>
                  </a:cubicBezTo>
                  <a:cubicBezTo>
                    <a:pt x="48" y="6"/>
                    <a:pt x="49" y="6"/>
                    <a:pt x="49" y="7"/>
                  </a:cubicBezTo>
                  <a:cubicBezTo>
                    <a:pt x="48" y="7"/>
                    <a:pt x="48" y="6"/>
                    <a:pt x="46" y="6"/>
                  </a:cubicBezTo>
                  <a:cubicBezTo>
                    <a:pt x="46" y="7"/>
                    <a:pt x="46" y="8"/>
                    <a:pt x="46" y="8"/>
                  </a:cubicBezTo>
                  <a:cubicBezTo>
                    <a:pt x="46" y="7"/>
                    <a:pt x="46" y="7"/>
                    <a:pt x="46" y="6"/>
                  </a:cubicBezTo>
                  <a:cubicBezTo>
                    <a:pt x="45" y="6"/>
                    <a:pt x="45" y="7"/>
                    <a:pt x="44" y="7"/>
                  </a:cubicBezTo>
                  <a:cubicBezTo>
                    <a:pt x="44" y="6"/>
                    <a:pt x="44" y="5"/>
                    <a:pt x="43" y="6"/>
                  </a:cubicBezTo>
                  <a:cubicBezTo>
                    <a:pt x="42" y="7"/>
                    <a:pt x="41" y="8"/>
                    <a:pt x="40" y="9"/>
                  </a:cubicBezTo>
                  <a:cubicBezTo>
                    <a:pt x="39" y="9"/>
                    <a:pt x="39" y="8"/>
                    <a:pt x="37" y="8"/>
                  </a:cubicBezTo>
                  <a:cubicBezTo>
                    <a:pt x="37" y="10"/>
                    <a:pt x="39" y="9"/>
                    <a:pt x="38" y="10"/>
                  </a:cubicBezTo>
                  <a:cubicBezTo>
                    <a:pt x="37" y="10"/>
                    <a:pt x="36" y="10"/>
                    <a:pt x="35" y="10"/>
                  </a:cubicBezTo>
                  <a:cubicBezTo>
                    <a:pt x="34" y="10"/>
                    <a:pt x="33" y="11"/>
                    <a:pt x="32" y="12"/>
                  </a:cubicBezTo>
                  <a:cubicBezTo>
                    <a:pt x="32" y="11"/>
                    <a:pt x="32" y="11"/>
                    <a:pt x="32" y="10"/>
                  </a:cubicBezTo>
                  <a:cubicBezTo>
                    <a:pt x="31" y="10"/>
                    <a:pt x="31" y="10"/>
                    <a:pt x="31" y="10"/>
                  </a:cubicBezTo>
                  <a:cubicBezTo>
                    <a:pt x="31" y="11"/>
                    <a:pt x="31" y="13"/>
                    <a:pt x="29" y="13"/>
                  </a:cubicBezTo>
                  <a:cubicBezTo>
                    <a:pt x="29" y="14"/>
                    <a:pt x="28" y="13"/>
                    <a:pt x="28" y="14"/>
                  </a:cubicBezTo>
                  <a:cubicBezTo>
                    <a:pt x="27" y="14"/>
                    <a:pt x="28" y="15"/>
                    <a:pt x="28" y="15"/>
                  </a:cubicBezTo>
                  <a:cubicBezTo>
                    <a:pt x="26" y="15"/>
                    <a:pt x="26" y="13"/>
                    <a:pt x="26" y="12"/>
                  </a:cubicBezTo>
                  <a:cubicBezTo>
                    <a:pt x="27" y="12"/>
                    <a:pt x="29" y="12"/>
                    <a:pt x="29" y="13"/>
                  </a:cubicBezTo>
                  <a:cubicBezTo>
                    <a:pt x="30" y="11"/>
                    <a:pt x="28" y="10"/>
                    <a:pt x="26" y="10"/>
                  </a:cubicBezTo>
                  <a:cubicBezTo>
                    <a:pt x="26" y="9"/>
                    <a:pt x="25" y="9"/>
                    <a:pt x="25" y="9"/>
                  </a:cubicBezTo>
                  <a:cubicBezTo>
                    <a:pt x="24" y="8"/>
                    <a:pt x="24" y="8"/>
                    <a:pt x="23" y="7"/>
                  </a:cubicBezTo>
                  <a:cubicBezTo>
                    <a:pt x="23" y="7"/>
                    <a:pt x="22" y="7"/>
                    <a:pt x="21" y="7"/>
                  </a:cubicBezTo>
                  <a:cubicBezTo>
                    <a:pt x="21" y="8"/>
                    <a:pt x="20" y="8"/>
                    <a:pt x="19" y="9"/>
                  </a:cubicBezTo>
                  <a:cubicBezTo>
                    <a:pt x="19" y="8"/>
                    <a:pt x="19" y="9"/>
                    <a:pt x="19" y="9"/>
                  </a:cubicBezTo>
                  <a:cubicBezTo>
                    <a:pt x="18" y="10"/>
                    <a:pt x="17" y="11"/>
                    <a:pt x="16" y="12"/>
                  </a:cubicBezTo>
                  <a:cubicBezTo>
                    <a:pt x="16" y="13"/>
                    <a:pt x="15" y="14"/>
                    <a:pt x="15" y="15"/>
                  </a:cubicBezTo>
                  <a:cubicBezTo>
                    <a:pt x="14" y="14"/>
                    <a:pt x="14" y="14"/>
                    <a:pt x="14" y="14"/>
                  </a:cubicBezTo>
                  <a:cubicBezTo>
                    <a:pt x="14" y="15"/>
                    <a:pt x="14" y="15"/>
                    <a:pt x="14" y="15"/>
                  </a:cubicBezTo>
                  <a:cubicBezTo>
                    <a:pt x="12" y="15"/>
                    <a:pt x="12" y="17"/>
                    <a:pt x="12" y="18"/>
                  </a:cubicBezTo>
                  <a:cubicBezTo>
                    <a:pt x="12" y="19"/>
                    <a:pt x="12" y="20"/>
                    <a:pt x="12" y="21"/>
                  </a:cubicBezTo>
                  <a:cubicBezTo>
                    <a:pt x="12" y="22"/>
                    <a:pt x="14" y="22"/>
                    <a:pt x="14" y="22"/>
                  </a:cubicBezTo>
                  <a:cubicBezTo>
                    <a:pt x="14" y="23"/>
                    <a:pt x="13" y="23"/>
                    <a:pt x="13" y="24"/>
                  </a:cubicBezTo>
                  <a:cubicBezTo>
                    <a:pt x="14" y="24"/>
                    <a:pt x="14" y="24"/>
                    <a:pt x="14" y="25"/>
                  </a:cubicBezTo>
                  <a:cubicBezTo>
                    <a:pt x="13" y="25"/>
                    <a:pt x="12" y="25"/>
                    <a:pt x="11" y="25"/>
                  </a:cubicBezTo>
                  <a:cubicBezTo>
                    <a:pt x="11" y="26"/>
                    <a:pt x="11" y="26"/>
                    <a:pt x="11" y="27"/>
                  </a:cubicBezTo>
                  <a:cubicBezTo>
                    <a:pt x="10" y="27"/>
                    <a:pt x="10" y="29"/>
                    <a:pt x="9" y="28"/>
                  </a:cubicBezTo>
                  <a:cubicBezTo>
                    <a:pt x="9" y="29"/>
                    <a:pt x="9" y="29"/>
                    <a:pt x="9" y="29"/>
                  </a:cubicBezTo>
                  <a:cubicBezTo>
                    <a:pt x="8" y="29"/>
                    <a:pt x="8" y="30"/>
                    <a:pt x="7" y="30"/>
                  </a:cubicBezTo>
                  <a:cubicBezTo>
                    <a:pt x="7" y="30"/>
                    <a:pt x="6" y="30"/>
                    <a:pt x="6" y="31"/>
                  </a:cubicBezTo>
                  <a:cubicBezTo>
                    <a:pt x="6" y="32"/>
                    <a:pt x="7" y="31"/>
                    <a:pt x="8" y="31"/>
                  </a:cubicBezTo>
                  <a:cubicBezTo>
                    <a:pt x="8" y="33"/>
                    <a:pt x="9" y="32"/>
                    <a:pt x="9" y="34"/>
                  </a:cubicBezTo>
                  <a:cubicBezTo>
                    <a:pt x="8" y="34"/>
                    <a:pt x="8" y="35"/>
                    <a:pt x="8" y="35"/>
                  </a:cubicBezTo>
                  <a:cubicBezTo>
                    <a:pt x="7" y="34"/>
                    <a:pt x="6" y="35"/>
                    <a:pt x="4" y="35"/>
                  </a:cubicBezTo>
                  <a:cubicBezTo>
                    <a:pt x="4" y="36"/>
                    <a:pt x="5" y="38"/>
                    <a:pt x="4" y="38"/>
                  </a:cubicBezTo>
                  <a:cubicBezTo>
                    <a:pt x="4" y="39"/>
                    <a:pt x="5" y="39"/>
                    <a:pt x="4" y="40"/>
                  </a:cubicBezTo>
                  <a:cubicBezTo>
                    <a:pt x="6" y="40"/>
                    <a:pt x="6" y="41"/>
                    <a:pt x="7" y="41"/>
                  </a:cubicBezTo>
                  <a:cubicBezTo>
                    <a:pt x="7" y="40"/>
                    <a:pt x="8" y="40"/>
                    <a:pt x="8" y="41"/>
                  </a:cubicBezTo>
                  <a:cubicBezTo>
                    <a:pt x="9" y="40"/>
                    <a:pt x="10" y="39"/>
                    <a:pt x="10" y="37"/>
                  </a:cubicBezTo>
                  <a:cubicBezTo>
                    <a:pt x="11" y="37"/>
                    <a:pt x="10" y="35"/>
                    <a:pt x="12" y="35"/>
                  </a:cubicBezTo>
                  <a:cubicBezTo>
                    <a:pt x="13" y="35"/>
                    <a:pt x="13" y="35"/>
                    <a:pt x="14" y="34"/>
                  </a:cubicBezTo>
                  <a:cubicBezTo>
                    <a:pt x="13" y="36"/>
                    <a:pt x="14" y="37"/>
                    <a:pt x="14" y="39"/>
                  </a:cubicBezTo>
                  <a:cubicBezTo>
                    <a:pt x="16" y="38"/>
                    <a:pt x="15" y="37"/>
                    <a:pt x="15" y="36"/>
                  </a:cubicBezTo>
                  <a:cubicBezTo>
                    <a:pt x="15" y="36"/>
                    <a:pt x="14" y="35"/>
                    <a:pt x="15" y="35"/>
                  </a:cubicBezTo>
                  <a:cubicBezTo>
                    <a:pt x="15" y="35"/>
                    <a:pt x="15" y="35"/>
                    <a:pt x="15" y="36"/>
                  </a:cubicBezTo>
                  <a:cubicBezTo>
                    <a:pt x="15" y="36"/>
                    <a:pt x="15" y="36"/>
                    <a:pt x="15" y="37"/>
                  </a:cubicBezTo>
                  <a:cubicBezTo>
                    <a:pt x="17" y="37"/>
                    <a:pt x="17" y="37"/>
                    <a:pt x="18" y="38"/>
                  </a:cubicBezTo>
                  <a:cubicBezTo>
                    <a:pt x="18" y="39"/>
                    <a:pt x="17" y="39"/>
                    <a:pt x="16" y="39"/>
                  </a:cubicBezTo>
                  <a:cubicBezTo>
                    <a:pt x="16" y="40"/>
                    <a:pt x="17" y="40"/>
                    <a:pt x="18" y="40"/>
                  </a:cubicBezTo>
                  <a:cubicBezTo>
                    <a:pt x="17" y="39"/>
                    <a:pt x="18" y="39"/>
                    <a:pt x="19" y="38"/>
                  </a:cubicBezTo>
                  <a:cubicBezTo>
                    <a:pt x="19" y="38"/>
                    <a:pt x="18" y="38"/>
                    <a:pt x="18" y="38"/>
                  </a:cubicBezTo>
                  <a:cubicBezTo>
                    <a:pt x="19" y="37"/>
                    <a:pt x="19" y="38"/>
                    <a:pt x="19" y="38"/>
                  </a:cubicBezTo>
                  <a:cubicBezTo>
                    <a:pt x="19" y="36"/>
                    <a:pt x="16" y="36"/>
                    <a:pt x="17" y="34"/>
                  </a:cubicBezTo>
                  <a:cubicBezTo>
                    <a:pt x="17" y="35"/>
                    <a:pt x="19" y="36"/>
                    <a:pt x="19" y="37"/>
                  </a:cubicBezTo>
                  <a:cubicBezTo>
                    <a:pt x="20" y="37"/>
                    <a:pt x="20" y="38"/>
                    <a:pt x="20" y="38"/>
                  </a:cubicBezTo>
                  <a:cubicBezTo>
                    <a:pt x="20" y="38"/>
                    <a:pt x="20" y="38"/>
                    <a:pt x="20" y="39"/>
                  </a:cubicBezTo>
                  <a:cubicBezTo>
                    <a:pt x="20" y="39"/>
                    <a:pt x="20" y="40"/>
                    <a:pt x="20" y="41"/>
                  </a:cubicBezTo>
                  <a:cubicBezTo>
                    <a:pt x="21" y="41"/>
                    <a:pt x="21" y="41"/>
                    <a:pt x="22" y="41"/>
                  </a:cubicBezTo>
                  <a:cubicBezTo>
                    <a:pt x="22" y="40"/>
                    <a:pt x="22" y="39"/>
                    <a:pt x="22" y="38"/>
                  </a:cubicBezTo>
                  <a:cubicBezTo>
                    <a:pt x="22" y="38"/>
                    <a:pt x="23" y="38"/>
                    <a:pt x="23" y="38"/>
                  </a:cubicBezTo>
                  <a:cubicBezTo>
                    <a:pt x="23" y="39"/>
                    <a:pt x="23" y="39"/>
                    <a:pt x="23" y="40"/>
                  </a:cubicBezTo>
                  <a:cubicBezTo>
                    <a:pt x="23" y="40"/>
                    <a:pt x="23" y="40"/>
                    <a:pt x="23" y="41"/>
                  </a:cubicBezTo>
                  <a:cubicBezTo>
                    <a:pt x="24" y="41"/>
                    <a:pt x="26" y="41"/>
                    <a:pt x="26" y="41"/>
                  </a:cubicBezTo>
                  <a:cubicBezTo>
                    <a:pt x="27" y="41"/>
                    <a:pt x="26" y="42"/>
                    <a:pt x="27" y="42"/>
                  </a:cubicBezTo>
                  <a:cubicBezTo>
                    <a:pt x="28" y="42"/>
                    <a:pt x="27" y="40"/>
                    <a:pt x="28" y="41"/>
                  </a:cubicBezTo>
                  <a:cubicBezTo>
                    <a:pt x="28" y="41"/>
                    <a:pt x="28" y="42"/>
                    <a:pt x="28" y="42"/>
                  </a:cubicBezTo>
                  <a:cubicBezTo>
                    <a:pt x="27" y="43"/>
                    <a:pt x="28" y="45"/>
                    <a:pt x="27" y="45"/>
                  </a:cubicBezTo>
                  <a:cubicBezTo>
                    <a:pt x="25" y="44"/>
                    <a:pt x="23" y="44"/>
                    <a:pt x="21" y="44"/>
                  </a:cubicBezTo>
                  <a:cubicBezTo>
                    <a:pt x="20" y="44"/>
                    <a:pt x="20" y="45"/>
                    <a:pt x="20" y="45"/>
                  </a:cubicBezTo>
                  <a:cubicBezTo>
                    <a:pt x="19" y="44"/>
                    <a:pt x="16" y="44"/>
                    <a:pt x="15" y="43"/>
                  </a:cubicBezTo>
                  <a:cubicBezTo>
                    <a:pt x="16" y="42"/>
                    <a:pt x="15" y="42"/>
                    <a:pt x="15" y="41"/>
                  </a:cubicBezTo>
                  <a:cubicBezTo>
                    <a:pt x="16" y="41"/>
                    <a:pt x="16" y="40"/>
                    <a:pt x="15" y="40"/>
                  </a:cubicBezTo>
                  <a:cubicBezTo>
                    <a:pt x="14" y="40"/>
                    <a:pt x="13" y="40"/>
                    <a:pt x="12" y="41"/>
                  </a:cubicBezTo>
                  <a:cubicBezTo>
                    <a:pt x="10" y="41"/>
                    <a:pt x="8" y="41"/>
                    <a:pt x="7" y="42"/>
                  </a:cubicBezTo>
                  <a:cubicBezTo>
                    <a:pt x="7" y="41"/>
                    <a:pt x="7" y="41"/>
                    <a:pt x="6" y="41"/>
                  </a:cubicBezTo>
                  <a:cubicBezTo>
                    <a:pt x="6" y="42"/>
                    <a:pt x="5" y="42"/>
                    <a:pt x="4" y="43"/>
                  </a:cubicBezTo>
                  <a:cubicBezTo>
                    <a:pt x="4" y="44"/>
                    <a:pt x="4" y="46"/>
                    <a:pt x="3" y="47"/>
                  </a:cubicBezTo>
                  <a:cubicBezTo>
                    <a:pt x="3" y="48"/>
                    <a:pt x="2" y="48"/>
                    <a:pt x="1" y="49"/>
                  </a:cubicBezTo>
                  <a:cubicBezTo>
                    <a:pt x="1" y="51"/>
                    <a:pt x="1" y="52"/>
                    <a:pt x="0" y="53"/>
                  </a:cubicBezTo>
                  <a:cubicBezTo>
                    <a:pt x="0" y="55"/>
                    <a:pt x="0" y="57"/>
                    <a:pt x="0" y="60"/>
                  </a:cubicBezTo>
                  <a:cubicBezTo>
                    <a:pt x="1" y="61"/>
                    <a:pt x="2" y="62"/>
                    <a:pt x="2" y="64"/>
                  </a:cubicBezTo>
                  <a:cubicBezTo>
                    <a:pt x="3" y="64"/>
                    <a:pt x="4" y="65"/>
                    <a:pt x="5" y="66"/>
                  </a:cubicBezTo>
                  <a:cubicBezTo>
                    <a:pt x="6" y="65"/>
                    <a:pt x="7" y="65"/>
                    <a:pt x="8" y="65"/>
                  </a:cubicBezTo>
                  <a:cubicBezTo>
                    <a:pt x="9" y="65"/>
                    <a:pt x="9" y="64"/>
                    <a:pt x="10" y="64"/>
                  </a:cubicBezTo>
                  <a:cubicBezTo>
                    <a:pt x="10" y="64"/>
                    <a:pt x="10" y="65"/>
                    <a:pt x="10" y="65"/>
                  </a:cubicBezTo>
                  <a:cubicBezTo>
                    <a:pt x="11" y="65"/>
                    <a:pt x="12" y="66"/>
                    <a:pt x="13" y="66"/>
                  </a:cubicBezTo>
                  <a:cubicBezTo>
                    <a:pt x="13" y="65"/>
                    <a:pt x="13" y="65"/>
                    <a:pt x="14" y="65"/>
                  </a:cubicBezTo>
                  <a:cubicBezTo>
                    <a:pt x="14" y="67"/>
                    <a:pt x="14" y="68"/>
                    <a:pt x="14" y="70"/>
                  </a:cubicBezTo>
                  <a:cubicBezTo>
                    <a:pt x="14" y="71"/>
                    <a:pt x="15" y="73"/>
                    <a:pt x="15" y="74"/>
                  </a:cubicBezTo>
                  <a:cubicBezTo>
                    <a:pt x="15" y="75"/>
                    <a:pt x="15" y="75"/>
                    <a:pt x="16" y="76"/>
                  </a:cubicBezTo>
                  <a:cubicBezTo>
                    <a:pt x="31" y="76"/>
                    <a:pt x="31" y="76"/>
                    <a:pt x="31" y="76"/>
                  </a:cubicBezTo>
                  <a:cubicBezTo>
                    <a:pt x="31" y="75"/>
                    <a:pt x="31" y="74"/>
                    <a:pt x="31" y="73"/>
                  </a:cubicBezTo>
                  <a:cubicBezTo>
                    <a:pt x="32" y="72"/>
                    <a:pt x="32" y="71"/>
                    <a:pt x="32" y="69"/>
                  </a:cubicBezTo>
                  <a:cubicBezTo>
                    <a:pt x="33" y="69"/>
                    <a:pt x="33" y="68"/>
                    <a:pt x="34" y="68"/>
                  </a:cubicBezTo>
                  <a:cubicBezTo>
                    <a:pt x="35" y="66"/>
                    <a:pt x="36" y="64"/>
                    <a:pt x="37" y="62"/>
                  </a:cubicBezTo>
                  <a:cubicBezTo>
                    <a:pt x="37" y="61"/>
                    <a:pt x="38" y="60"/>
                    <a:pt x="37" y="59"/>
                  </a:cubicBezTo>
                  <a:cubicBezTo>
                    <a:pt x="36" y="59"/>
                    <a:pt x="36" y="60"/>
                    <a:pt x="35" y="60"/>
                  </a:cubicBezTo>
                  <a:cubicBezTo>
                    <a:pt x="34" y="60"/>
                    <a:pt x="34" y="60"/>
                    <a:pt x="33" y="60"/>
                  </a:cubicBezTo>
                  <a:cubicBezTo>
                    <a:pt x="33" y="58"/>
                    <a:pt x="32" y="57"/>
                    <a:pt x="31" y="56"/>
                  </a:cubicBezTo>
                  <a:cubicBezTo>
                    <a:pt x="31" y="55"/>
                    <a:pt x="30" y="55"/>
                    <a:pt x="30" y="53"/>
                  </a:cubicBezTo>
                  <a:cubicBezTo>
                    <a:pt x="30" y="52"/>
                    <a:pt x="29" y="52"/>
                    <a:pt x="29" y="51"/>
                  </a:cubicBezTo>
                  <a:cubicBezTo>
                    <a:pt x="29" y="50"/>
                    <a:pt x="28" y="49"/>
                    <a:pt x="29" y="49"/>
                  </a:cubicBezTo>
                  <a:cubicBezTo>
                    <a:pt x="29" y="49"/>
                    <a:pt x="30" y="51"/>
                    <a:pt x="30" y="51"/>
                  </a:cubicBezTo>
                  <a:cubicBezTo>
                    <a:pt x="30" y="53"/>
                    <a:pt x="31" y="54"/>
                    <a:pt x="32" y="55"/>
                  </a:cubicBezTo>
                  <a:cubicBezTo>
                    <a:pt x="33" y="56"/>
                    <a:pt x="33" y="58"/>
                    <a:pt x="34" y="59"/>
                  </a:cubicBezTo>
                  <a:cubicBezTo>
                    <a:pt x="35" y="59"/>
                    <a:pt x="36" y="57"/>
                    <a:pt x="38" y="57"/>
                  </a:cubicBezTo>
                  <a:cubicBezTo>
                    <a:pt x="39" y="57"/>
                    <a:pt x="38" y="56"/>
                    <a:pt x="39" y="56"/>
                  </a:cubicBezTo>
                  <a:cubicBezTo>
                    <a:pt x="40" y="56"/>
                    <a:pt x="40" y="55"/>
                    <a:pt x="41" y="54"/>
                  </a:cubicBezTo>
                  <a:cubicBezTo>
                    <a:pt x="41" y="53"/>
                    <a:pt x="42" y="53"/>
                    <a:pt x="42" y="52"/>
                  </a:cubicBezTo>
                  <a:cubicBezTo>
                    <a:pt x="42" y="51"/>
                    <a:pt x="40" y="51"/>
                    <a:pt x="40" y="50"/>
                  </a:cubicBezTo>
                  <a:cubicBezTo>
                    <a:pt x="40" y="49"/>
                    <a:pt x="39" y="50"/>
                    <a:pt x="39" y="50"/>
                  </a:cubicBezTo>
                  <a:cubicBezTo>
                    <a:pt x="38" y="49"/>
                    <a:pt x="38" y="49"/>
                    <a:pt x="38" y="47"/>
                  </a:cubicBezTo>
                  <a:cubicBezTo>
                    <a:pt x="37" y="47"/>
                    <a:pt x="37" y="47"/>
                    <a:pt x="37" y="46"/>
                  </a:cubicBezTo>
                  <a:cubicBezTo>
                    <a:pt x="37" y="46"/>
                    <a:pt x="37" y="46"/>
                    <a:pt x="37" y="46"/>
                  </a:cubicBezTo>
                  <a:cubicBezTo>
                    <a:pt x="39" y="47"/>
                    <a:pt x="38" y="50"/>
                    <a:pt x="41" y="49"/>
                  </a:cubicBezTo>
                  <a:cubicBezTo>
                    <a:pt x="41" y="50"/>
                    <a:pt x="41" y="50"/>
                    <a:pt x="41" y="51"/>
                  </a:cubicBezTo>
                  <a:cubicBezTo>
                    <a:pt x="42" y="51"/>
                    <a:pt x="42" y="50"/>
                    <a:pt x="44" y="50"/>
                  </a:cubicBezTo>
                  <a:cubicBezTo>
                    <a:pt x="44" y="50"/>
                    <a:pt x="44" y="50"/>
                    <a:pt x="44" y="50"/>
                  </a:cubicBezTo>
                  <a:cubicBezTo>
                    <a:pt x="46" y="50"/>
                    <a:pt x="46" y="51"/>
                    <a:pt x="47" y="52"/>
                  </a:cubicBezTo>
                  <a:cubicBezTo>
                    <a:pt x="47" y="52"/>
                    <a:pt x="47" y="52"/>
                    <a:pt x="47" y="52"/>
                  </a:cubicBezTo>
                  <a:cubicBezTo>
                    <a:pt x="47" y="53"/>
                    <a:pt x="48" y="53"/>
                    <a:pt x="48" y="53"/>
                  </a:cubicBezTo>
                  <a:cubicBezTo>
                    <a:pt x="48" y="54"/>
                    <a:pt x="49" y="54"/>
                    <a:pt x="48" y="55"/>
                  </a:cubicBezTo>
                  <a:cubicBezTo>
                    <a:pt x="49" y="56"/>
                    <a:pt x="49" y="57"/>
                    <a:pt x="50" y="59"/>
                  </a:cubicBezTo>
                  <a:cubicBezTo>
                    <a:pt x="50" y="59"/>
                    <a:pt x="51" y="60"/>
                    <a:pt x="51" y="61"/>
                  </a:cubicBezTo>
                  <a:cubicBezTo>
                    <a:pt x="51" y="61"/>
                    <a:pt x="51" y="62"/>
                    <a:pt x="51" y="62"/>
                  </a:cubicBezTo>
                  <a:cubicBezTo>
                    <a:pt x="51" y="63"/>
                    <a:pt x="52" y="62"/>
                    <a:pt x="53" y="62"/>
                  </a:cubicBezTo>
                  <a:cubicBezTo>
                    <a:pt x="53" y="61"/>
                    <a:pt x="54" y="60"/>
                    <a:pt x="54" y="57"/>
                  </a:cubicBezTo>
                  <a:cubicBezTo>
                    <a:pt x="54" y="57"/>
                    <a:pt x="54" y="57"/>
                    <a:pt x="55" y="57"/>
                  </a:cubicBezTo>
                  <a:cubicBezTo>
                    <a:pt x="55" y="57"/>
                    <a:pt x="55" y="56"/>
                    <a:pt x="55" y="56"/>
                  </a:cubicBezTo>
                  <a:cubicBezTo>
                    <a:pt x="55" y="57"/>
                    <a:pt x="55" y="55"/>
                    <a:pt x="56" y="56"/>
                  </a:cubicBezTo>
                  <a:cubicBezTo>
                    <a:pt x="56" y="54"/>
                    <a:pt x="57" y="54"/>
                    <a:pt x="57" y="53"/>
                  </a:cubicBezTo>
                  <a:cubicBezTo>
                    <a:pt x="57" y="53"/>
                    <a:pt x="58" y="52"/>
                    <a:pt x="59" y="52"/>
                  </a:cubicBezTo>
                  <a:cubicBezTo>
                    <a:pt x="60" y="53"/>
                    <a:pt x="60" y="54"/>
                    <a:pt x="60" y="55"/>
                  </a:cubicBezTo>
                  <a:cubicBezTo>
                    <a:pt x="60" y="55"/>
                    <a:pt x="60" y="55"/>
                    <a:pt x="60" y="56"/>
                  </a:cubicBezTo>
                  <a:cubicBezTo>
                    <a:pt x="60" y="57"/>
                    <a:pt x="62" y="56"/>
                    <a:pt x="63" y="57"/>
                  </a:cubicBezTo>
                  <a:cubicBezTo>
                    <a:pt x="62" y="58"/>
                    <a:pt x="63" y="58"/>
                    <a:pt x="62" y="59"/>
                  </a:cubicBezTo>
                  <a:cubicBezTo>
                    <a:pt x="63" y="59"/>
                    <a:pt x="63" y="59"/>
                    <a:pt x="63" y="60"/>
                  </a:cubicBezTo>
                  <a:cubicBezTo>
                    <a:pt x="63" y="61"/>
                    <a:pt x="63" y="61"/>
                    <a:pt x="63" y="62"/>
                  </a:cubicBezTo>
                  <a:cubicBezTo>
                    <a:pt x="63" y="62"/>
                    <a:pt x="64" y="63"/>
                    <a:pt x="63" y="64"/>
                  </a:cubicBezTo>
                  <a:cubicBezTo>
                    <a:pt x="65" y="65"/>
                    <a:pt x="66" y="66"/>
                    <a:pt x="67" y="67"/>
                  </a:cubicBezTo>
                  <a:cubicBezTo>
                    <a:pt x="67" y="65"/>
                    <a:pt x="66" y="65"/>
                    <a:pt x="66" y="63"/>
                  </a:cubicBezTo>
                  <a:cubicBezTo>
                    <a:pt x="65" y="63"/>
                    <a:pt x="64" y="62"/>
                    <a:pt x="64" y="61"/>
                  </a:cubicBezTo>
                  <a:cubicBezTo>
                    <a:pt x="64" y="60"/>
                    <a:pt x="64" y="59"/>
                    <a:pt x="65" y="59"/>
                  </a:cubicBezTo>
                  <a:cubicBezTo>
                    <a:pt x="65" y="60"/>
                    <a:pt x="65" y="61"/>
                    <a:pt x="66" y="61"/>
                  </a:cubicBezTo>
                  <a:cubicBezTo>
                    <a:pt x="67" y="61"/>
                    <a:pt x="67" y="61"/>
                    <a:pt x="67" y="62"/>
                  </a:cubicBezTo>
                  <a:cubicBezTo>
                    <a:pt x="69" y="62"/>
                    <a:pt x="70" y="59"/>
                    <a:pt x="69" y="56"/>
                  </a:cubicBezTo>
                  <a:cubicBezTo>
                    <a:pt x="69" y="56"/>
                    <a:pt x="68" y="56"/>
                    <a:pt x="68" y="55"/>
                  </a:cubicBezTo>
                  <a:cubicBezTo>
                    <a:pt x="68" y="54"/>
                    <a:pt x="67" y="54"/>
                    <a:pt x="68" y="53"/>
                  </a:cubicBezTo>
                  <a:cubicBezTo>
                    <a:pt x="68" y="53"/>
                    <a:pt x="68" y="54"/>
                    <a:pt x="69" y="54"/>
                  </a:cubicBezTo>
                  <a:cubicBezTo>
                    <a:pt x="69" y="53"/>
                    <a:pt x="71" y="53"/>
                    <a:pt x="72" y="53"/>
                  </a:cubicBezTo>
                  <a:cubicBezTo>
                    <a:pt x="73" y="52"/>
                    <a:pt x="74" y="51"/>
                    <a:pt x="74" y="49"/>
                  </a:cubicBezTo>
                  <a:cubicBezTo>
                    <a:pt x="74" y="49"/>
                    <a:pt x="74" y="48"/>
                    <a:pt x="75" y="48"/>
                  </a:cubicBezTo>
                  <a:cubicBezTo>
                    <a:pt x="75" y="47"/>
                    <a:pt x="75" y="45"/>
                    <a:pt x="75" y="45"/>
                  </a:cubicBezTo>
                  <a:cubicBezTo>
                    <a:pt x="75" y="44"/>
                    <a:pt x="75" y="44"/>
                    <a:pt x="75" y="43"/>
                  </a:cubicBezTo>
                  <a:cubicBezTo>
                    <a:pt x="74" y="43"/>
                    <a:pt x="74" y="42"/>
                    <a:pt x="74" y="42"/>
                  </a:cubicBezTo>
                  <a:cubicBezTo>
                    <a:pt x="74" y="41"/>
                    <a:pt x="74" y="41"/>
                    <a:pt x="74" y="40"/>
                  </a:cubicBezTo>
                  <a:cubicBezTo>
                    <a:pt x="74" y="40"/>
                    <a:pt x="75" y="40"/>
                    <a:pt x="75" y="40"/>
                  </a:cubicBezTo>
                  <a:cubicBezTo>
                    <a:pt x="75" y="39"/>
                    <a:pt x="74" y="38"/>
                    <a:pt x="75" y="38"/>
                  </a:cubicBezTo>
                  <a:cubicBezTo>
                    <a:pt x="75" y="39"/>
                    <a:pt x="76" y="39"/>
                    <a:pt x="77" y="40"/>
                  </a:cubicBezTo>
                  <a:cubicBezTo>
                    <a:pt x="76" y="41"/>
                    <a:pt x="77" y="42"/>
                    <a:pt x="78" y="42"/>
                  </a:cubicBezTo>
                  <a:cubicBezTo>
                    <a:pt x="79" y="41"/>
                    <a:pt x="78" y="38"/>
                    <a:pt x="78" y="36"/>
                  </a:cubicBezTo>
                  <a:cubicBezTo>
                    <a:pt x="79" y="35"/>
                    <a:pt x="80" y="35"/>
                    <a:pt x="80" y="35"/>
                  </a:cubicBezTo>
                  <a:cubicBezTo>
                    <a:pt x="81" y="34"/>
                    <a:pt x="81" y="32"/>
                    <a:pt x="82" y="31"/>
                  </a:cubicBezTo>
                  <a:cubicBezTo>
                    <a:pt x="82" y="31"/>
                    <a:pt x="82" y="31"/>
                    <a:pt x="82" y="31"/>
                  </a:cubicBezTo>
                  <a:cubicBezTo>
                    <a:pt x="82" y="30"/>
                    <a:pt x="82" y="28"/>
                    <a:pt x="82" y="27"/>
                  </a:cubicBezTo>
                  <a:close/>
                  <a:moveTo>
                    <a:pt x="21" y="19"/>
                  </a:moveTo>
                  <a:cubicBezTo>
                    <a:pt x="21" y="20"/>
                    <a:pt x="21" y="21"/>
                    <a:pt x="21" y="22"/>
                  </a:cubicBezTo>
                  <a:cubicBezTo>
                    <a:pt x="21" y="22"/>
                    <a:pt x="21" y="20"/>
                    <a:pt x="20" y="21"/>
                  </a:cubicBezTo>
                  <a:cubicBezTo>
                    <a:pt x="20" y="21"/>
                    <a:pt x="20" y="23"/>
                    <a:pt x="19" y="24"/>
                  </a:cubicBezTo>
                  <a:cubicBezTo>
                    <a:pt x="19" y="24"/>
                    <a:pt x="18" y="24"/>
                    <a:pt x="18" y="24"/>
                  </a:cubicBezTo>
                  <a:cubicBezTo>
                    <a:pt x="17" y="24"/>
                    <a:pt x="17" y="25"/>
                    <a:pt x="16" y="25"/>
                  </a:cubicBezTo>
                  <a:cubicBezTo>
                    <a:pt x="16" y="25"/>
                    <a:pt x="15" y="24"/>
                    <a:pt x="15" y="25"/>
                  </a:cubicBezTo>
                  <a:cubicBezTo>
                    <a:pt x="15" y="25"/>
                    <a:pt x="15" y="24"/>
                    <a:pt x="15" y="24"/>
                  </a:cubicBezTo>
                  <a:cubicBezTo>
                    <a:pt x="15" y="23"/>
                    <a:pt x="15" y="22"/>
                    <a:pt x="15" y="21"/>
                  </a:cubicBezTo>
                  <a:cubicBezTo>
                    <a:pt x="16" y="21"/>
                    <a:pt x="15" y="25"/>
                    <a:pt x="17" y="24"/>
                  </a:cubicBezTo>
                  <a:cubicBezTo>
                    <a:pt x="18" y="23"/>
                    <a:pt x="18" y="21"/>
                    <a:pt x="19" y="20"/>
                  </a:cubicBezTo>
                  <a:cubicBezTo>
                    <a:pt x="19" y="20"/>
                    <a:pt x="18" y="19"/>
                    <a:pt x="18" y="19"/>
                  </a:cubicBezTo>
                  <a:cubicBezTo>
                    <a:pt x="18" y="16"/>
                    <a:pt x="20" y="15"/>
                    <a:pt x="21" y="13"/>
                  </a:cubicBezTo>
                  <a:cubicBezTo>
                    <a:pt x="21" y="13"/>
                    <a:pt x="21" y="13"/>
                    <a:pt x="21" y="14"/>
                  </a:cubicBezTo>
                  <a:cubicBezTo>
                    <a:pt x="21" y="16"/>
                    <a:pt x="19" y="15"/>
                    <a:pt x="19" y="18"/>
                  </a:cubicBezTo>
                  <a:cubicBezTo>
                    <a:pt x="20" y="18"/>
                    <a:pt x="21" y="19"/>
                    <a:pt x="21" y="19"/>
                  </a:cubicBezTo>
                  <a:close/>
                  <a:moveTo>
                    <a:pt x="22" y="20"/>
                  </a:moveTo>
                  <a:cubicBezTo>
                    <a:pt x="22" y="19"/>
                    <a:pt x="23" y="19"/>
                    <a:pt x="23" y="19"/>
                  </a:cubicBezTo>
                  <a:cubicBezTo>
                    <a:pt x="23" y="20"/>
                    <a:pt x="23" y="20"/>
                    <a:pt x="22" y="20"/>
                  </a:cubicBezTo>
                  <a:close/>
                  <a:moveTo>
                    <a:pt x="24" y="9"/>
                  </a:moveTo>
                  <a:cubicBezTo>
                    <a:pt x="24" y="9"/>
                    <a:pt x="24" y="9"/>
                    <a:pt x="24" y="9"/>
                  </a:cubicBezTo>
                  <a:cubicBezTo>
                    <a:pt x="24" y="9"/>
                    <a:pt x="24" y="9"/>
                    <a:pt x="24" y="9"/>
                  </a:cubicBezTo>
                  <a:close/>
                  <a:moveTo>
                    <a:pt x="28" y="48"/>
                  </a:moveTo>
                  <a:cubicBezTo>
                    <a:pt x="28" y="48"/>
                    <a:pt x="28" y="48"/>
                    <a:pt x="28" y="48"/>
                  </a:cubicBezTo>
                  <a:cubicBezTo>
                    <a:pt x="28" y="48"/>
                    <a:pt x="28" y="49"/>
                    <a:pt x="28" y="48"/>
                  </a:cubicBezTo>
                  <a:close/>
                  <a:moveTo>
                    <a:pt x="28" y="15"/>
                  </a:moveTo>
                  <a:cubicBezTo>
                    <a:pt x="28" y="14"/>
                    <a:pt x="29" y="14"/>
                    <a:pt x="29" y="14"/>
                  </a:cubicBezTo>
                  <a:cubicBezTo>
                    <a:pt x="29" y="14"/>
                    <a:pt x="28" y="15"/>
                    <a:pt x="28" y="15"/>
                  </a:cubicBezTo>
                  <a:close/>
                  <a:moveTo>
                    <a:pt x="45" y="9"/>
                  </a:moveTo>
                  <a:cubicBezTo>
                    <a:pt x="44" y="9"/>
                    <a:pt x="45" y="8"/>
                    <a:pt x="45" y="9"/>
                  </a:cubicBezTo>
                  <a:cubicBezTo>
                    <a:pt x="45" y="10"/>
                    <a:pt x="46" y="9"/>
                    <a:pt x="46" y="10"/>
                  </a:cubicBezTo>
                  <a:cubicBezTo>
                    <a:pt x="45" y="10"/>
                    <a:pt x="45" y="10"/>
                    <a:pt x="45" y="9"/>
                  </a:cubicBezTo>
                  <a:close/>
                  <a:moveTo>
                    <a:pt x="60" y="5"/>
                  </a:moveTo>
                  <a:cubicBezTo>
                    <a:pt x="60" y="5"/>
                    <a:pt x="60" y="5"/>
                    <a:pt x="60" y="5"/>
                  </a:cubicBezTo>
                  <a:cubicBezTo>
                    <a:pt x="61" y="5"/>
                    <a:pt x="60" y="5"/>
                    <a:pt x="60" y="5"/>
                  </a:cubicBezTo>
                  <a:close/>
                  <a:moveTo>
                    <a:pt x="61" y="5"/>
                  </a:moveTo>
                  <a:cubicBezTo>
                    <a:pt x="61" y="5"/>
                    <a:pt x="61" y="5"/>
                    <a:pt x="61" y="5"/>
                  </a:cubicBezTo>
                  <a:cubicBezTo>
                    <a:pt x="61" y="5"/>
                    <a:pt x="61" y="5"/>
                    <a:pt x="61" y="5"/>
                  </a:cubicBezTo>
                  <a:close/>
                  <a:moveTo>
                    <a:pt x="62" y="4"/>
                  </a:moveTo>
                  <a:cubicBezTo>
                    <a:pt x="61" y="4"/>
                    <a:pt x="62" y="4"/>
                    <a:pt x="62" y="4"/>
                  </a:cubicBezTo>
                  <a:cubicBezTo>
                    <a:pt x="62" y="4"/>
                    <a:pt x="62" y="4"/>
                    <a:pt x="62" y="4"/>
                  </a:cubicBezTo>
                  <a:close/>
                  <a:moveTo>
                    <a:pt x="72" y="39"/>
                  </a:moveTo>
                  <a:cubicBezTo>
                    <a:pt x="72" y="38"/>
                    <a:pt x="73" y="38"/>
                    <a:pt x="74" y="38"/>
                  </a:cubicBezTo>
                  <a:cubicBezTo>
                    <a:pt x="74" y="38"/>
                    <a:pt x="73" y="39"/>
                    <a:pt x="74" y="39"/>
                  </a:cubicBezTo>
                  <a:cubicBezTo>
                    <a:pt x="73" y="40"/>
                    <a:pt x="73" y="39"/>
                    <a:pt x="72" y="3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33" name="Freeform 73"/>
            <p:cNvSpPr>
              <a:spLocks/>
            </p:cNvSpPr>
            <p:nvPr/>
          </p:nvSpPr>
          <p:spPr bwMode="auto">
            <a:xfrm>
              <a:off x="4228326" y="5756364"/>
              <a:ext cx="4337" cy="9759"/>
            </a:xfrm>
            <a:custGeom>
              <a:avLst/>
              <a:gdLst>
                <a:gd name="T0" fmla="*/ 1 w 2"/>
                <a:gd name="T1" fmla="*/ 3 h 4"/>
                <a:gd name="T2" fmla="*/ 2 w 2"/>
                <a:gd name="T3" fmla="*/ 4 h 4"/>
                <a:gd name="T4" fmla="*/ 2 w 2"/>
                <a:gd name="T5" fmla="*/ 3 h 4"/>
                <a:gd name="T6" fmla="*/ 1 w 2"/>
                <a:gd name="T7" fmla="*/ 1 h 4"/>
                <a:gd name="T8" fmla="*/ 0 w 2"/>
                <a:gd name="T9" fmla="*/ 0 h 4"/>
                <a:gd name="T10" fmla="*/ 0 w 2"/>
                <a:gd name="T11" fmla="*/ 2 h 4"/>
                <a:gd name="T12" fmla="*/ 0 w 2"/>
                <a:gd name="T13" fmla="*/ 3 h 4"/>
                <a:gd name="T14" fmla="*/ 0 w 2"/>
                <a:gd name="T15" fmla="*/ 3 h 4"/>
                <a:gd name="T16" fmla="*/ 1 w 2"/>
                <a:gd name="T17" fmla="*/ 3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 h="4">
                  <a:moveTo>
                    <a:pt x="1" y="3"/>
                  </a:moveTo>
                  <a:cubicBezTo>
                    <a:pt x="2" y="3"/>
                    <a:pt x="1" y="4"/>
                    <a:pt x="2" y="4"/>
                  </a:cubicBezTo>
                  <a:cubicBezTo>
                    <a:pt x="2" y="4"/>
                    <a:pt x="2" y="3"/>
                    <a:pt x="2" y="3"/>
                  </a:cubicBezTo>
                  <a:cubicBezTo>
                    <a:pt x="2" y="2"/>
                    <a:pt x="2" y="2"/>
                    <a:pt x="1" y="1"/>
                  </a:cubicBezTo>
                  <a:cubicBezTo>
                    <a:pt x="1" y="0"/>
                    <a:pt x="1" y="0"/>
                    <a:pt x="0" y="0"/>
                  </a:cubicBezTo>
                  <a:cubicBezTo>
                    <a:pt x="0" y="1"/>
                    <a:pt x="0" y="1"/>
                    <a:pt x="0" y="2"/>
                  </a:cubicBezTo>
                  <a:cubicBezTo>
                    <a:pt x="0" y="2"/>
                    <a:pt x="0" y="3"/>
                    <a:pt x="0" y="3"/>
                  </a:cubicBezTo>
                  <a:cubicBezTo>
                    <a:pt x="0" y="4"/>
                    <a:pt x="0" y="4"/>
                    <a:pt x="0" y="3"/>
                  </a:cubicBezTo>
                  <a:cubicBezTo>
                    <a:pt x="1" y="3"/>
                    <a:pt x="1" y="3"/>
                    <a:pt x="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34" name="Freeform 74"/>
            <p:cNvSpPr>
              <a:spLocks/>
            </p:cNvSpPr>
            <p:nvPr/>
          </p:nvSpPr>
          <p:spPr bwMode="auto">
            <a:xfrm>
              <a:off x="4213146" y="5820337"/>
              <a:ext cx="9759" cy="9759"/>
            </a:xfrm>
            <a:custGeom>
              <a:avLst/>
              <a:gdLst>
                <a:gd name="T0" fmla="*/ 0 w 4"/>
                <a:gd name="T1" fmla="*/ 3 h 4"/>
                <a:gd name="T2" fmla="*/ 1 w 4"/>
                <a:gd name="T3" fmla="*/ 3 h 4"/>
                <a:gd name="T4" fmla="*/ 1 w 4"/>
                <a:gd name="T5" fmla="*/ 4 h 4"/>
                <a:gd name="T6" fmla="*/ 4 w 4"/>
                <a:gd name="T7" fmla="*/ 3 h 4"/>
                <a:gd name="T8" fmla="*/ 2 w 4"/>
                <a:gd name="T9" fmla="*/ 2 h 4"/>
                <a:gd name="T10" fmla="*/ 1 w 4"/>
                <a:gd name="T11" fmla="*/ 0 h 4"/>
                <a:gd name="T12" fmla="*/ 1 w 4"/>
                <a:gd name="T13" fmla="*/ 2 h 4"/>
                <a:gd name="T14" fmla="*/ 0 w 4"/>
                <a:gd name="T15" fmla="*/ 3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4">
                  <a:moveTo>
                    <a:pt x="0" y="3"/>
                  </a:moveTo>
                  <a:cubicBezTo>
                    <a:pt x="0" y="4"/>
                    <a:pt x="0" y="3"/>
                    <a:pt x="1" y="3"/>
                  </a:cubicBezTo>
                  <a:cubicBezTo>
                    <a:pt x="1" y="4"/>
                    <a:pt x="1" y="4"/>
                    <a:pt x="1" y="4"/>
                  </a:cubicBezTo>
                  <a:cubicBezTo>
                    <a:pt x="2" y="4"/>
                    <a:pt x="2" y="3"/>
                    <a:pt x="4" y="3"/>
                  </a:cubicBezTo>
                  <a:cubicBezTo>
                    <a:pt x="4" y="2"/>
                    <a:pt x="3" y="2"/>
                    <a:pt x="2" y="2"/>
                  </a:cubicBezTo>
                  <a:cubicBezTo>
                    <a:pt x="2" y="1"/>
                    <a:pt x="2" y="0"/>
                    <a:pt x="1" y="0"/>
                  </a:cubicBezTo>
                  <a:cubicBezTo>
                    <a:pt x="1" y="1"/>
                    <a:pt x="1" y="1"/>
                    <a:pt x="1" y="2"/>
                  </a:cubicBezTo>
                  <a:cubicBezTo>
                    <a:pt x="0" y="2"/>
                    <a:pt x="0" y="2"/>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35" name="Freeform 75"/>
            <p:cNvSpPr>
              <a:spLocks/>
            </p:cNvSpPr>
            <p:nvPr/>
          </p:nvSpPr>
          <p:spPr bwMode="auto">
            <a:xfrm>
              <a:off x="4204472" y="5845275"/>
              <a:ext cx="10843" cy="13011"/>
            </a:xfrm>
            <a:custGeom>
              <a:avLst/>
              <a:gdLst>
                <a:gd name="T0" fmla="*/ 4 w 4"/>
                <a:gd name="T1" fmla="*/ 1 h 5"/>
                <a:gd name="T2" fmla="*/ 2 w 4"/>
                <a:gd name="T3" fmla="*/ 0 h 5"/>
                <a:gd name="T4" fmla="*/ 2 w 4"/>
                <a:gd name="T5" fmla="*/ 5 h 5"/>
                <a:gd name="T6" fmla="*/ 2 w 4"/>
                <a:gd name="T7" fmla="*/ 3 h 5"/>
                <a:gd name="T8" fmla="*/ 3 w 4"/>
                <a:gd name="T9" fmla="*/ 4 h 5"/>
                <a:gd name="T10" fmla="*/ 3 w 4"/>
                <a:gd name="T11" fmla="*/ 1 h 5"/>
                <a:gd name="T12" fmla="*/ 4 w 4"/>
                <a:gd name="T13" fmla="*/ 1 h 5"/>
              </a:gdLst>
              <a:ahLst/>
              <a:cxnLst>
                <a:cxn ang="0">
                  <a:pos x="T0" y="T1"/>
                </a:cxn>
                <a:cxn ang="0">
                  <a:pos x="T2" y="T3"/>
                </a:cxn>
                <a:cxn ang="0">
                  <a:pos x="T4" y="T5"/>
                </a:cxn>
                <a:cxn ang="0">
                  <a:pos x="T6" y="T7"/>
                </a:cxn>
                <a:cxn ang="0">
                  <a:pos x="T8" y="T9"/>
                </a:cxn>
                <a:cxn ang="0">
                  <a:pos x="T10" y="T11"/>
                </a:cxn>
                <a:cxn ang="0">
                  <a:pos x="T12" y="T13"/>
                </a:cxn>
              </a:cxnLst>
              <a:rect l="0" t="0" r="r" b="b"/>
              <a:pathLst>
                <a:path w="4" h="5">
                  <a:moveTo>
                    <a:pt x="4" y="1"/>
                  </a:moveTo>
                  <a:cubicBezTo>
                    <a:pt x="4" y="0"/>
                    <a:pt x="2" y="1"/>
                    <a:pt x="2" y="0"/>
                  </a:cubicBezTo>
                  <a:cubicBezTo>
                    <a:pt x="1" y="1"/>
                    <a:pt x="0" y="4"/>
                    <a:pt x="2" y="5"/>
                  </a:cubicBezTo>
                  <a:cubicBezTo>
                    <a:pt x="2" y="4"/>
                    <a:pt x="2" y="4"/>
                    <a:pt x="2" y="3"/>
                  </a:cubicBezTo>
                  <a:cubicBezTo>
                    <a:pt x="3" y="4"/>
                    <a:pt x="3" y="5"/>
                    <a:pt x="3" y="4"/>
                  </a:cubicBezTo>
                  <a:cubicBezTo>
                    <a:pt x="3" y="3"/>
                    <a:pt x="3" y="3"/>
                    <a:pt x="3" y="1"/>
                  </a:cubicBezTo>
                  <a:cubicBezTo>
                    <a:pt x="3" y="2"/>
                    <a:pt x="3"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36" name="Freeform 76"/>
            <p:cNvSpPr>
              <a:spLocks/>
            </p:cNvSpPr>
            <p:nvPr/>
          </p:nvSpPr>
          <p:spPr bwMode="auto">
            <a:xfrm>
              <a:off x="4192545" y="5835516"/>
              <a:ext cx="15180" cy="22770"/>
            </a:xfrm>
            <a:custGeom>
              <a:avLst/>
              <a:gdLst>
                <a:gd name="T0" fmla="*/ 0 w 6"/>
                <a:gd name="T1" fmla="*/ 5 h 9"/>
                <a:gd name="T2" fmla="*/ 1 w 6"/>
                <a:gd name="T3" fmla="*/ 8 h 9"/>
                <a:gd name="T4" fmla="*/ 4 w 6"/>
                <a:gd name="T5" fmla="*/ 9 h 9"/>
                <a:gd name="T6" fmla="*/ 5 w 6"/>
                <a:gd name="T7" fmla="*/ 8 h 9"/>
                <a:gd name="T8" fmla="*/ 4 w 6"/>
                <a:gd name="T9" fmla="*/ 8 h 9"/>
                <a:gd name="T10" fmla="*/ 5 w 6"/>
                <a:gd name="T11" fmla="*/ 5 h 9"/>
                <a:gd name="T12" fmla="*/ 5 w 6"/>
                <a:gd name="T13" fmla="*/ 3 h 9"/>
                <a:gd name="T14" fmla="*/ 6 w 6"/>
                <a:gd name="T15" fmla="*/ 1 h 9"/>
                <a:gd name="T16" fmla="*/ 4 w 6"/>
                <a:gd name="T17" fmla="*/ 0 h 9"/>
                <a:gd name="T18" fmla="*/ 0 w 6"/>
                <a:gd name="T1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 h="9">
                  <a:moveTo>
                    <a:pt x="0" y="5"/>
                  </a:moveTo>
                  <a:cubicBezTo>
                    <a:pt x="0" y="6"/>
                    <a:pt x="1" y="6"/>
                    <a:pt x="1" y="8"/>
                  </a:cubicBezTo>
                  <a:cubicBezTo>
                    <a:pt x="3" y="7"/>
                    <a:pt x="3" y="9"/>
                    <a:pt x="4" y="9"/>
                  </a:cubicBezTo>
                  <a:cubicBezTo>
                    <a:pt x="4" y="8"/>
                    <a:pt x="5" y="8"/>
                    <a:pt x="5" y="8"/>
                  </a:cubicBezTo>
                  <a:cubicBezTo>
                    <a:pt x="5" y="8"/>
                    <a:pt x="4" y="8"/>
                    <a:pt x="4" y="8"/>
                  </a:cubicBezTo>
                  <a:cubicBezTo>
                    <a:pt x="5" y="7"/>
                    <a:pt x="5" y="6"/>
                    <a:pt x="5" y="5"/>
                  </a:cubicBezTo>
                  <a:cubicBezTo>
                    <a:pt x="5" y="4"/>
                    <a:pt x="6" y="3"/>
                    <a:pt x="5" y="3"/>
                  </a:cubicBezTo>
                  <a:cubicBezTo>
                    <a:pt x="6" y="2"/>
                    <a:pt x="6" y="2"/>
                    <a:pt x="6" y="1"/>
                  </a:cubicBezTo>
                  <a:cubicBezTo>
                    <a:pt x="5" y="1"/>
                    <a:pt x="5" y="0"/>
                    <a:pt x="4" y="0"/>
                  </a:cubicBezTo>
                  <a:cubicBezTo>
                    <a:pt x="4" y="3"/>
                    <a:pt x="0" y="3"/>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37" name="Freeform 77"/>
            <p:cNvSpPr>
              <a:spLocks/>
            </p:cNvSpPr>
            <p:nvPr/>
          </p:nvSpPr>
          <p:spPr bwMode="auto">
            <a:xfrm>
              <a:off x="4187123" y="5858287"/>
              <a:ext cx="15180" cy="7590"/>
            </a:xfrm>
            <a:custGeom>
              <a:avLst/>
              <a:gdLst>
                <a:gd name="T0" fmla="*/ 0 w 6"/>
                <a:gd name="T1" fmla="*/ 2 h 3"/>
                <a:gd name="T2" fmla="*/ 6 w 6"/>
                <a:gd name="T3" fmla="*/ 3 h 3"/>
                <a:gd name="T4" fmla="*/ 5 w 6"/>
                <a:gd name="T5" fmla="*/ 1 h 3"/>
                <a:gd name="T6" fmla="*/ 1 w 6"/>
                <a:gd name="T7" fmla="*/ 0 h 3"/>
                <a:gd name="T8" fmla="*/ 0 w 6"/>
                <a:gd name="T9" fmla="*/ 2 h 3"/>
              </a:gdLst>
              <a:ahLst/>
              <a:cxnLst>
                <a:cxn ang="0">
                  <a:pos x="T0" y="T1"/>
                </a:cxn>
                <a:cxn ang="0">
                  <a:pos x="T2" y="T3"/>
                </a:cxn>
                <a:cxn ang="0">
                  <a:pos x="T4" y="T5"/>
                </a:cxn>
                <a:cxn ang="0">
                  <a:pos x="T6" y="T7"/>
                </a:cxn>
                <a:cxn ang="0">
                  <a:pos x="T8" y="T9"/>
                </a:cxn>
              </a:cxnLst>
              <a:rect l="0" t="0" r="r" b="b"/>
              <a:pathLst>
                <a:path w="6" h="3">
                  <a:moveTo>
                    <a:pt x="0" y="2"/>
                  </a:moveTo>
                  <a:cubicBezTo>
                    <a:pt x="2" y="2"/>
                    <a:pt x="3" y="3"/>
                    <a:pt x="6" y="3"/>
                  </a:cubicBezTo>
                  <a:cubicBezTo>
                    <a:pt x="6" y="2"/>
                    <a:pt x="5" y="2"/>
                    <a:pt x="5" y="1"/>
                  </a:cubicBezTo>
                  <a:cubicBezTo>
                    <a:pt x="3" y="1"/>
                    <a:pt x="2" y="1"/>
                    <a:pt x="1" y="0"/>
                  </a:cubicBezTo>
                  <a:cubicBezTo>
                    <a:pt x="0" y="0"/>
                    <a:pt x="0" y="1"/>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38" name="Freeform 78"/>
            <p:cNvSpPr>
              <a:spLocks/>
            </p:cNvSpPr>
            <p:nvPr/>
          </p:nvSpPr>
          <p:spPr bwMode="auto">
            <a:xfrm>
              <a:off x="4204472" y="5799735"/>
              <a:ext cx="5422" cy="7590"/>
            </a:xfrm>
            <a:custGeom>
              <a:avLst/>
              <a:gdLst>
                <a:gd name="T0" fmla="*/ 0 w 2"/>
                <a:gd name="T1" fmla="*/ 1 h 3"/>
                <a:gd name="T2" fmla="*/ 1 w 2"/>
                <a:gd name="T3" fmla="*/ 3 h 3"/>
                <a:gd name="T4" fmla="*/ 2 w 2"/>
                <a:gd name="T5" fmla="*/ 1 h 3"/>
                <a:gd name="T6" fmla="*/ 0 w 2"/>
                <a:gd name="T7" fmla="*/ 1 h 3"/>
              </a:gdLst>
              <a:ahLst/>
              <a:cxnLst>
                <a:cxn ang="0">
                  <a:pos x="T0" y="T1"/>
                </a:cxn>
                <a:cxn ang="0">
                  <a:pos x="T2" y="T3"/>
                </a:cxn>
                <a:cxn ang="0">
                  <a:pos x="T4" y="T5"/>
                </a:cxn>
                <a:cxn ang="0">
                  <a:pos x="T6" y="T7"/>
                </a:cxn>
              </a:cxnLst>
              <a:rect l="0" t="0" r="r" b="b"/>
              <a:pathLst>
                <a:path w="2" h="3">
                  <a:moveTo>
                    <a:pt x="0" y="1"/>
                  </a:moveTo>
                  <a:cubicBezTo>
                    <a:pt x="0" y="2"/>
                    <a:pt x="1" y="2"/>
                    <a:pt x="1" y="3"/>
                  </a:cubicBezTo>
                  <a:cubicBezTo>
                    <a:pt x="2" y="3"/>
                    <a:pt x="2" y="2"/>
                    <a:pt x="2" y="1"/>
                  </a:cubicBezTo>
                  <a:cubicBezTo>
                    <a:pt x="1" y="0"/>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39" name="Freeform 79"/>
            <p:cNvSpPr>
              <a:spLocks/>
            </p:cNvSpPr>
            <p:nvPr/>
          </p:nvSpPr>
          <p:spPr bwMode="auto">
            <a:xfrm>
              <a:off x="4207725" y="5809494"/>
              <a:ext cx="5422" cy="10843"/>
            </a:xfrm>
            <a:custGeom>
              <a:avLst/>
              <a:gdLst>
                <a:gd name="T0" fmla="*/ 0 w 2"/>
                <a:gd name="T1" fmla="*/ 2 h 4"/>
                <a:gd name="T2" fmla="*/ 1 w 2"/>
                <a:gd name="T3" fmla="*/ 4 h 4"/>
                <a:gd name="T4" fmla="*/ 2 w 2"/>
                <a:gd name="T5" fmla="*/ 1 h 4"/>
                <a:gd name="T6" fmla="*/ 0 w 2"/>
                <a:gd name="T7" fmla="*/ 2 h 4"/>
              </a:gdLst>
              <a:ahLst/>
              <a:cxnLst>
                <a:cxn ang="0">
                  <a:pos x="T0" y="T1"/>
                </a:cxn>
                <a:cxn ang="0">
                  <a:pos x="T2" y="T3"/>
                </a:cxn>
                <a:cxn ang="0">
                  <a:pos x="T4" y="T5"/>
                </a:cxn>
                <a:cxn ang="0">
                  <a:pos x="T6" y="T7"/>
                </a:cxn>
              </a:cxnLst>
              <a:rect l="0" t="0" r="r" b="b"/>
              <a:pathLst>
                <a:path w="2" h="4">
                  <a:moveTo>
                    <a:pt x="0" y="2"/>
                  </a:moveTo>
                  <a:cubicBezTo>
                    <a:pt x="0" y="3"/>
                    <a:pt x="1" y="3"/>
                    <a:pt x="1" y="4"/>
                  </a:cubicBezTo>
                  <a:cubicBezTo>
                    <a:pt x="2" y="3"/>
                    <a:pt x="2" y="3"/>
                    <a:pt x="2" y="1"/>
                  </a:cubicBezTo>
                  <a:cubicBezTo>
                    <a:pt x="2" y="0"/>
                    <a:pt x="0" y="1"/>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40" name="Freeform 80"/>
            <p:cNvSpPr>
              <a:spLocks/>
            </p:cNvSpPr>
            <p:nvPr/>
          </p:nvSpPr>
          <p:spPr bwMode="auto">
            <a:xfrm>
              <a:off x="4220736" y="5845275"/>
              <a:ext cx="7590" cy="5422"/>
            </a:xfrm>
            <a:custGeom>
              <a:avLst/>
              <a:gdLst>
                <a:gd name="T0" fmla="*/ 3 w 3"/>
                <a:gd name="T1" fmla="*/ 0 h 2"/>
                <a:gd name="T2" fmla="*/ 0 w 3"/>
                <a:gd name="T3" fmla="*/ 1 h 2"/>
                <a:gd name="T4" fmla="*/ 3 w 3"/>
                <a:gd name="T5" fmla="*/ 0 h 2"/>
              </a:gdLst>
              <a:ahLst/>
              <a:cxnLst>
                <a:cxn ang="0">
                  <a:pos x="T0" y="T1"/>
                </a:cxn>
                <a:cxn ang="0">
                  <a:pos x="T2" y="T3"/>
                </a:cxn>
                <a:cxn ang="0">
                  <a:pos x="T4" y="T5"/>
                </a:cxn>
              </a:cxnLst>
              <a:rect l="0" t="0" r="r" b="b"/>
              <a:pathLst>
                <a:path w="3" h="2">
                  <a:moveTo>
                    <a:pt x="3" y="0"/>
                  </a:moveTo>
                  <a:cubicBezTo>
                    <a:pt x="2" y="0"/>
                    <a:pt x="0" y="0"/>
                    <a:pt x="0" y="1"/>
                  </a:cubicBezTo>
                  <a:cubicBezTo>
                    <a:pt x="1" y="2"/>
                    <a:pt x="3"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41" name="Freeform 81"/>
            <p:cNvSpPr>
              <a:spLocks/>
            </p:cNvSpPr>
            <p:nvPr/>
          </p:nvSpPr>
          <p:spPr bwMode="auto">
            <a:xfrm>
              <a:off x="4217483" y="5766122"/>
              <a:ext cx="15180" cy="22770"/>
            </a:xfrm>
            <a:custGeom>
              <a:avLst/>
              <a:gdLst>
                <a:gd name="T0" fmla="*/ 5 w 6"/>
                <a:gd name="T1" fmla="*/ 0 h 9"/>
                <a:gd name="T2" fmla="*/ 5 w 6"/>
                <a:gd name="T3" fmla="*/ 0 h 9"/>
                <a:gd name="T4" fmla="*/ 5 w 6"/>
                <a:gd name="T5" fmla="*/ 0 h 9"/>
                <a:gd name="T6" fmla="*/ 5 w 6"/>
                <a:gd name="T7" fmla="*/ 3 h 9"/>
                <a:gd name="T8" fmla="*/ 5 w 6"/>
                <a:gd name="T9" fmla="*/ 3 h 9"/>
                <a:gd name="T10" fmla="*/ 2 w 6"/>
                <a:gd name="T11" fmla="*/ 5 h 9"/>
                <a:gd name="T12" fmla="*/ 0 w 6"/>
                <a:gd name="T13" fmla="*/ 7 h 9"/>
                <a:gd name="T14" fmla="*/ 1 w 6"/>
                <a:gd name="T15" fmla="*/ 7 h 9"/>
                <a:gd name="T16" fmla="*/ 0 w 6"/>
                <a:gd name="T17" fmla="*/ 7 h 9"/>
                <a:gd name="T18" fmla="*/ 1 w 6"/>
                <a:gd name="T19" fmla="*/ 9 h 9"/>
                <a:gd name="T20" fmla="*/ 2 w 6"/>
                <a:gd name="T21" fmla="*/ 7 h 9"/>
                <a:gd name="T22" fmla="*/ 3 w 6"/>
                <a:gd name="T23" fmla="*/ 7 h 9"/>
                <a:gd name="T24" fmla="*/ 6 w 6"/>
                <a:gd name="T25" fmla="*/ 5 h 9"/>
                <a:gd name="T26" fmla="*/ 6 w 6"/>
                <a:gd name="T27" fmla="*/ 5 h 9"/>
                <a:gd name="T28" fmla="*/ 5 w 6"/>
                <a:gd name="T29"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 h="9">
                  <a:moveTo>
                    <a:pt x="5" y="0"/>
                  </a:moveTo>
                  <a:cubicBezTo>
                    <a:pt x="5" y="0"/>
                    <a:pt x="5" y="0"/>
                    <a:pt x="5" y="0"/>
                  </a:cubicBezTo>
                  <a:cubicBezTo>
                    <a:pt x="5" y="0"/>
                    <a:pt x="5" y="0"/>
                    <a:pt x="5" y="0"/>
                  </a:cubicBezTo>
                  <a:cubicBezTo>
                    <a:pt x="5" y="1"/>
                    <a:pt x="4" y="2"/>
                    <a:pt x="5" y="3"/>
                  </a:cubicBezTo>
                  <a:cubicBezTo>
                    <a:pt x="5" y="3"/>
                    <a:pt x="5" y="3"/>
                    <a:pt x="5" y="3"/>
                  </a:cubicBezTo>
                  <a:cubicBezTo>
                    <a:pt x="4" y="4"/>
                    <a:pt x="3" y="4"/>
                    <a:pt x="2" y="5"/>
                  </a:cubicBezTo>
                  <a:cubicBezTo>
                    <a:pt x="2" y="6"/>
                    <a:pt x="0" y="5"/>
                    <a:pt x="0" y="7"/>
                  </a:cubicBezTo>
                  <a:cubicBezTo>
                    <a:pt x="0" y="7"/>
                    <a:pt x="1" y="6"/>
                    <a:pt x="1" y="7"/>
                  </a:cubicBezTo>
                  <a:cubicBezTo>
                    <a:pt x="1" y="7"/>
                    <a:pt x="0" y="7"/>
                    <a:pt x="0" y="7"/>
                  </a:cubicBezTo>
                  <a:cubicBezTo>
                    <a:pt x="0" y="8"/>
                    <a:pt x="0" y="8"/>
                    <a:pt x="1" y="9"/>
                  </a:cubicBezTo>
                  <a:cubicBezTo>
                    <a:pt x="1" y="8"/>
                    <a:pt x="2" y="7"/>
                    <a:pt x="2" y="7"/>
                  </a:cubicBezTo>
                  <a:cubicBezTo>
                    <a:pt x="3" y="7"/>
                    <a:pt x="3" y="7"/>
                    <a:pt x="3" y="7"/>
                  </a:cubicBezTo>
                  <a:cubicBezTo>
                    <a:pt x="4" y="6"/>
                    <a:pt x="5" y="6"/>
                    <a:pt x="6" y="5"/>
                  </a:cubicBezTo>
                  <a:cubicBezTo>
                    <a:pt x="6" y="5"/>
                    <a:pt x="6" y="5"/>
                    <a:pt x="6" y="5"/>
                  </a:cubicBezTo>
                  <a:cubicBezTo>
                    <a:pt x="6" y="3"/>
                    <a:pt x="5" y="2"/>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42" name="Freeform 82"/>
            <p:cNvSpPr>
              <a:spLocks/>
            </p:cNvSpPr>
            <p:nvPr/>
          </p:nvSpPr>
          <p:spPr bwMode="auto">
            <a:xfrm>
              <a:off x="4228326" y="5747690"/>
              <a:ext cx="2169" cy="8674"/>
            </a:xfrm>
            <a:custGeom>
              <a:avLst/>
              <a:gdLst>
                <a:gd name="T0" fmla="*/ 1 w 1"/>
                <a:gd name="T1" fmla="*/ 3 h 3"/>
                <a:gd name="T2" fmla="*/ 0 w 1"/>
                <a:gd name="T3" fmla="*/ 0 h 3"/>
                <a:gd name="T4" fmla="*/ 1 w 1"/>
                <a:gd name="T5" fmla="*/ 3 h 3"/>
              </a:gdLst>
              <a:ahLst/>
              <a:cxnLst>
                <a:cxn ang="0">
                  <a:pos x="T0" y="T1"/>
                </a:cxn>
                <a:cxn ang="0">
                  <a:pos x="T2" y="T3"/>
                </a:cxn>
                <a:cxn ang="0">
                  <a:pos x="T4" y="T5"/>
                </a:cxn>
              </a:cxnLst>
              <a:rect l="0" t="0" r="r" b="b"/>
              <a:pathLst>
                <a:path w="1" h="3">
                  <a:moveTo>
                    <a:pt x="1" y="3"/>
                  </a:moveTo>
                  <a:cubicBezTo>
                    <a:pt x="1" y="2"/>
                    <a:pt x="0" y="1"/>
                    <a:pt x="0" y="0"/>
                  </a:cubicBezTo>
                  <a:cubicBezTo>
                    <a:pt x="0" y="1"/>
                    <a:pt x="0" y="2"/>
                    <a:pt x="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43" name="Freeform 83"/>
            <p:cNvSpPr>
              <a:spLocks/>
            </p:cNvSpPr>
            <p:nvPr/>
          </p:nvSpPr>
          <p:spPr bwMode="auto">
            <a:xfrm>
              <a:off x="4174112" y="5837685"/>
              <a:ext cx="13011" cy="20602"/>
            </a:xfrm>
            <a:custGeom>
              <a:avLst/>
              <a:gdLst>
                <a:gd name="T0" fmla="*/ 5 w 5"/>
                <a:gd name="T1" fmla="*/ 8 h 8"/>
                <a:gd name="T2" fmla="*/ 4 w 5"/>
                <a:gd name="T3" fmla="*/ 4 h 8"/>
                <a:gd name="T4" fmla="*/ 3 w 5"/>
                <a:gd name="T5" fmla="*/ 2 h 8"/>
                <a:gd name="T6" fmla="*/ 2 w 5"/>
                <a:gd name="T7" fmla="*/ 0 h 8"/>
                <a:gd name="T8" fmla="*/ 1 w 5"/>
                <a:gd name="T9" fmla="*/ 0 h 8"/>
                <a:gd name="T10" fmla="*/ 0 w 5"/>
                <a:gd name="T11" fmla="*/ 0 h 8"/>
                <a:gd name="T12" fmla="*/ 2 w 5"/>
                <a:gd name="T13" fmla="*/ 6 h 8"/>
                <a:gd name="T14" fmla="*/ 5 w 5"/>
                <a:gd name="T15" fmla="*/ 8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 h="8">
                  <a:moveTo>
                    <a:pt x="5" y="8"/>
                  </a:moveTo>
                  <a:cubicBezTo>
                    <a:pt x="5" y="7"/>
                    <a:pt x="4" y="5"/>
                    <a:pt x="4" y="4"/>
                  </a:cubicBezTo>
                  <a:cubicBezTo>
                    <a:pt x="4" y="4"/>
                    <a:pt x="3" y="3"/>
                    <a:pt x="3" y="2"/>
                  </a:cubicBezTo>
                  <a:cubicBezTo>
                    <a:pt x="2" y="2"/>
                    <a:pt x="2" y="1"/>
                    <a:pt x="2" y="0"/>
                  </a:cubicBezTo>
                  <a:cubicBezTo>
                    <a:pt x="1" y="1"/>
                    <a:pt x="1" y="0"/>
                    <a:pt x="1" y="0"/>
                  </a:cubicBezTo>
                  <a:cubicBezTo>
                    <a:pt x="1" y="1"/>
                    <a:pt x="0" y="0"/>
                    <a:pt x="0" y="0"/>
                  </a:cubicBezTo>
                  <a:cubicBezTo>
                    <a:pt x="0" y="3"/>
                    <a:pt x="3" y="3"/>
                    <a:pt x="2" y="6"/>
                  </a:cubicBezTo>
                  <a:cubicBezTo>
                    <a:pt x="4" y="7"/>
                    <a:pt x="4" y="8"/>
                    <a:pt x="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44" name="Freeform 84"/>
            <p:cNvSpPr>
              <a:spLocks/>
            </p:cNvSpPr>
            <p:nvPr/>
          </p:nvSpPr>
          <p:spPr bwMode="auto">
            <a:xfrm>
              <a:off x="4151342" y="5830095"/>
              <a:ext cx="5422" cy="7590"/>
            </a:xfrm>
            <a:custGeom>
              <a:avLst/>
              <a:gdLst>
                <a:gd name="T0" fmla="*/ 1 w 2"/>
                <a:gd name="T1" fmla="*/ 3 h 3"/>
                <a:gd name="T2" fmla="*/ 2 w 2"/>
                <a:gd name="T3" fmla="*/ 2 h 3"/>
                <a:gd name="T4" fmla="*/ 1 w 2"/>
                <a:gd name="T5" fmla="*/ 0 h 3"/>
                <a:gd name="T6" fmla="*/ 1 w 2"/>
                <a:gd name="T7" fmla="*/ 3 h 3"/>
              </a:gdLst>
              <a:ahLst/>
              <a:cxnLst>
                <a:cxn ang="0">
                  <a:pos x="T0" y="T1"/>
                </a:cxn>
                <a:cxn ang="0">
                  <a:pos x="T2" y="T3"/>
                </a:cxn>
                <a:cxn ang="0">
                  <a:pos x="T4" y="T5"/>
                </a:cxn>
                <a:cxn ang="0">
                  <a:pos x="T6" y="T7"/>
                </a:cxn>
              </a:cxnLst>
              <a:rect l="0" t="0" r="r" b="b"/>
              <a:pathLst>
                <a:path w="2" h="3">
                  <a:moveTo>
                    <a:pt x="1" y="3"/>
                  </a:moveTo>
                  <a:cubicBezTo>
                    <a:pt x="1" y="3"/>
                    <a:pt x="1" y="2"/>
                    <a:pt x="2" y="2"/>
                  </a:cubicBezTo>
                  <a:cubicBezTo>
                    <a:pt x="2" y="1"/>
                    <a:pt x="1" y="0"/>
                    <a:pt x="1" y="0"/>
                  </a:cubicBezTo>
                  <a:cubicBezTo>
                    <a:pt x="1" y="1"/>
                    <a:pt x="0" y="2"/>
                    <a:pt x="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45" name="Freeform 85"/>
            <p:cNvSpPr>
              <a:spLocks noEditPoints="1"/>
            </p:cNvSpPr>
            <p:nvPr/>
          </p:nvSpPr>
          <p:spPr bwMode="auto">
            <a:xfrm>
              <a:off x="3963761" y="5651188"/>
              <a:ext cx="74816" cy="73731"/>
            </a:xfrm>
            <a:custGeom>
              <a:avLst/>
              <a:gdLst>
                <a:gd name="T0" fmla="*/ 9 w 29"/>
                <a:gd name="T1" fmla="*/ 28 h 29"/>
                <a:gd name="T2" fmla="*/ 10 w 29"/>
                <a:gd name="T3" fmla="*/ 28 h 29"/>
                <a:gd name="T4" fmla="*/ 11 w 29"/>
                <a:gd name="T5" fmla="*/ 29 h 29"/>
                <a:gd name="T6" fmla="*/ 12 w 29"/>
                <a:gd name="T7" fmla="*/ 28 h 29"/>
                <a:gd name="T8" fmla="*/ 13 w 29"/>
                <a:gd name="T9" fmla="*/ 24 h 29"/>
                <a:gd name="T10" fmla="*/ 14 w 29"/>
                <a:gd name="T11" fmla="*/ 22 h 29"/>
                <a:gd name="T12" fmla="*/ 16 w 29"/>
                <a:gd name="T13" fmla="*/ 22 h 29"/>
                <a:gd name="T14" fmla="*/ 17 w 29"/>
                <a:gd name="T15" fmla="*/ 21 h 29"/>
                <a:gd name="T16" fmla="*/ 20 w 29"/>
                <a:gd name="T17" fmla="*/ 20 h 29"/>
                <a:gd name="T18" fmla="*/ 22 w 29"/>
                <a:gd name="T19" fmla="*/ 17 h 29"/>
                <a:gd name="T20" fmla="*/ 19 w 29"/>
                <a:gd name="T21" fmla="*/ 17 h 29"/>
                <a:gd name="T22" fmla="*/ 20 w 29"/>
                <a:gd name="T23" fmla="*/ 16 h 29"/>
                <a:gd name="T24" fmla="*/ 23 w 29"/>
                <a:gd name="T25" fmla="*/ 17 h 29"/>
                <a:gd name="T26" fmla="*/ 22 w 29"/>
                <a:gd name="T27" fmla="*/ 16 h 29"/>
                <a:gd name="T28" fmla="*/ 23 w 29"/>
                <a:gd name="T29" fmla="*/ 16 h 29"/>
                <a:gd name="T30" fmla="*/ 23 w 29"/>
                <a:gd name="T31" fmla="*/ 15 h 29"/>
                <a:gd name="T32" fmla="*/ 24 w 29"/>
                <a:gd name="T33" fmla="*/ 10 h 29"/>
                <a:gd name="T34" fmla="*/ 26 w 29"/>
                <a:gd name="T35" fmla="*/ 10 h 29"/>
                <a:gd name="T36" fmla="*/ 24 w 29"/>
                <a:gd name="T37" fmla="*/ 8 h 29"/>
                <a:gd name="T38" fmla="*/ 25 w 29"/>
                <a:gd name="T39" fmla="*/ 8 h 29"/>
                <a:gd name="T40" fmla="*/ 25 w 29"/>
                <a:gd name="T41" fmla="*/ 6 h 29"/>
                <a:gd name="T42" fmla="*/ 27 w 29"/>
                <a:gd name="T43" fmla="*/ 5 h 29"/>
                <a:gd name="T44" fmla="*/ 29 w 29"/>
                <a:gd name="T45" fmla="*/ 5 h 29"/>
                <a:gd name="T46" fmla="*/ 27 w 29"/>
                <a:gd name="T47" fmla="*/ 4 h 29"/>
                <a:gd name="T48" fmla="*/ 26 w 29"/>
                <a:gd name="T49" fmla="*/ 3 h 29"/>
                <a:gd name="T50" fmla="*/ 24 w 29"/>
                <a:gd name="T51" fmla="*/ 4 h 29"/>
                <a:gd name="T52" fmla="*/ 26 w 29"/>
                <a:gd name="T53" fmla="*/ 2 h 29"/>
                <a:gd name="T54" fmla="*/ 23 w 29"/>
                <a:gd name="T55" fmla="*/ 1 h 29"/>
                <a:gd name="T56" fmla="*/ 21 w 29"/>
                <a:gd name="T57" fmla="*/ 1 h 29"/>
                <a:gd name="T58" fmla="*/ 20 w 29"/>
                <a:gd name="T59" fmla="*/ 1 h 29"/>
                <a:gd name="T60" fmla="*/ 16 w 29"/>
                <a:gd name="T61" fmla="*/ 1 h 29"/>
                <a:gd name="T62" fmla="*/ 13 w 29"/>
                <a:gd name="T63" fmla="*/ 2 h 29"/>
                <a:gd name="T64" fmla="*/ 13 w 29"/>
                <a:gd name="T65" fmla="*/ 4 h 29"/>
                <a:gd name="T66" fmla="*/ 9 w 29"/>
                <a:gd name="T67" fmla="*/ 3 h 29"/>
                <a:gd name="T68" fmla="*/ 3 w 29"/>
                <a:gd name="T69" fmla="*/ 6 h 29"/>
                <a:gd name="T70" fmla="*/ 4 w 29"/>
                <a:gd name="T71" fmla="*/ 7 h 29"/>
                <a:gd name="T72" fmla="*/ 1 w 29"/>
                <a:gd name="T73" fmla="*/ 8 h 29"/>
                <a:gd name="T74" fmla="*/ 0 w 29"/>
                <a:gd name="T75" fmla="*/ 9 h 29"/>
                <a:gd name="T76" fmla="*/ 1 w 29"/>
                <a:gd name="T77" fmla="*/ 10 h 29"/>
                <a:gd name="T78" fmla="*/ 2 w 29"/>
                <a:gd name="T79" fmla="*/ 10 h 29"/>
                <a:gd name="T80" fmla="*/ 4 w 29"/>
                <a:gd name="T81" fmla="*/ 10 h 29"/>
                <a:gd name="T82" fmla="*/ 1 w 29"/>
                <a:gd name="T83" fmla="*/ 10 h 29"/>
                <a:gd name="T84" fmla="*/ 3 w 29"/>
                <a:gd name="T85" fmla="*/ 12 h 29"/>
                <a:gd name="T86" fmla="*/ 4 w 29"/>
                <a:gd name="T87" fmla="*/ 11 h 29"/>
                <a:gd name="T88" fmla="*/ 7 w 29"/>
                <a:gd name="T89" fmla="*/ 12 h 29"/>
                <a:gd name="T90" fmla="*/ 7 w 29"/>
                <a:gd name="T91" fmla="*/ 14 h 29"/>
                <a:gd name="T92" fmla="*/ 7 w 29"/>
                <a:gd name="T93" fmla="*/ 16 h 29"/>
                <a:gd name="T94" fmla="*/ 8 w 29"/>
                <a:gd name="T95" fmla="*/ 16 h 29"/>
                <a:gd name="T96" fmla="*/ 7 w 29"/>
                <a:gd name="T97" fmla="*/ 17 h 29"/>
                <a:gd name="T98" fmla="*/ 9 w 29"/>
                <a:gd name="T99" fmla="*/ 19 h 29"/>
                <a:gd name="T100" fmla="*/ 7 w 29"/>
                <a:gd name="T101" fmla="*/ 20 h 29"/>
                <a:gd name="T102" fmla="*/ 7 w 29"/>
                <a:gd name="T103" fmla="*/ 22 h 29"/>
                <a:gd name="T104" fmla="*/ 9 w 29"/>
                <a:gd name="T105" fmla="*/ 28 h 29"/>
                <a:gd name="T106" fmla="*/ 22 w 29"/>
                <a:gd name="T107" fmla="*/ 16 h 29"/>
                <a:gd name="T108" fmla="*/ 22 w 29"/>
                <a:gd name="T109" fmla="*/ 14 h 29"/>
                <a:gd name="T110" fmla="*/ 22 w 29"/>
                <a:gd name="T111" fmla="*/ 16 h 29"/>
                <a:gd name="T112" fmla="*/ 23 w 29"/>
                <a:gd name="T113" fmla="*/ 3 h 29"/>
                <a:gd name="T114" fmla="*/ 22 w 29"/>
                <a:gd name="T115" fmla="*/ 4 h 29"/>
                <a:gd name="T116" fmla="*/ 19 w 29"/>
                <a:gd name="T117" fmla="*/ 4 h 29"/>
                <a:gd name="T118" fmla="*/ 23 w 29"/>
                <a:gd name="T119" fmla="*/ 3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9" h="29">
                  <a:moveTo>
                    <a:pt x="9" y="28"/>
                  </a:moveTo>
                  <a:cubicBezTo>
                    <a:pt x="9" y="28"/>
                    <a:pt x="10" y="28"/>
                    <a:pt x="10" y="28"/>
                  </a:cubicBezTo>
                  <a:cubicBezTo>
                    <a:pt x="11" y="28"/>
                    <a:pt x="11" y="29"/>
                    <a:pt x="11" y="29"/>
                  </a:cubicBezTo>
                  <a:cubicBezTo>
                    <a:pt x="12" y="28"/>
                    <a:pt x="12" y="28"/>
                    <a:pt x="12" y="28"/>
                  </a:cubicBezTo>
                  <a:cubicBezTo>
                    <a:pt x="12" y="26"/>
                    <a:pt x="14" y="26"/>
                    <a:pt x="13" y="24"/>
                  </a:cubicBezTo>
                  <a:cubicBezTo>
                    <a:pt x="14" y="23"/>
                    <a:pt x="14" y="22"/>
                    <a:pt x="14" y="22"/>
                  </a:cubicBezTo>
                  <a:cubicBezTo>
                    <a:pt x="15" y="23"/>
                    <a:pt x="15" y="22"/>
                    <a:pt x="16" y="22"/>
                  </a:cubicBezTo>
                  <a:cubicBezTo>
                    <a:pt x="17" y="22"/>
                    <a:pt x="17" y="22"/>
                    <a:pt x="17" y="21"/>
                  </a:cubicBezTo>
                  <a:cubicBezTo>
                    <a:pt x="18" y="21"/>
                    <a:pt x="19" y="20"/>
                    <a:pt x="20" y="20"/>
                  </a:cubicBezTo>
                  <a:cubicBezTo>
                    <a:pt x="20" y="19"/>
                    <a:pt x="22" y="18"/>
                    <a:pt x="22" y="17"/>
                  </a:cubicBezTo>
                  <a:cubicBezTo>
                    <a:pt x="21" y="18"/>
                    <a:pt x="20" y="17"/>
                    <a:pt x="19" y="17"/>
                  </a:cubicBezTo>
                  <a:cubicBezTo>
                    <a:pt x="20" y="17"/>
                    <a:pt x="20" y="16"/>
                    <a:pt x="20" y="16"/>
                  </a:cubicBezTo>
                  <a:cubicBezTo>
                    <a:pt x="21" y="17"/>
                    <a:pt x="22" y="18"/>
                    <a:pt x="23" y="17"/>
                  </a:cubicBezTo>
                  <a:cubicBezTo>
                    <a:pt x="24" y="17"/>
                    <a:pt x="22" y="16"/>
                    <a:pt x="22" y="16"/>
                  </a:cubicBezTo>
                  <a:cubicBezTo>
                    <a:pt x="23" y="16"/>
                    <a:pt x="23" y="16"/>
                    <a:pt x="23" y="16"/>
                  </a:cubicBezTo>
                  <a:cubicBezTo>
                    <a:pt x="24" y="15"/>
                    <a:pt x="23" y="15"/>
                    <a:pt x="23" y="15"/>
                  </a:cubicBezTo>
                  <a:cubicBezTo>
                    <a:pt x="25" y="15"/>
                    <a:pt x="24" y="12"/>
                    <a:pt x="24" y="10"/>
                  </a:cubicBezTo>
                  <a:cubicBezTo>
                    <a:pt x="24" y="10"/>
                    <a:pt x="25" y="10"/>
                    <a:pt x="26" y="10"/>
                  </a:cubicBezTo>
                  <a:cubicBezTo>
                    <a:pt x="26" y="9"/>
                    <a:pt x="25" y="9"/>
                    <a:pt x="24" y="8"/>
                  </a:cubicBezTo>
                  <a:cubicBezTo>
                    <a:pt x="25" y="9"/>
                    <a:pt x="25" y="8"/>
                    <a:pt x="25" y="8"/>
                  </a:cubicBezTo>
                  <a:cubicBezTo>
                    <a:pt x="26" y="7"/>
                    <a:pt x="25" y="7"/>
                    <a:pt x="25" y="6"/>
                  </a:cubicBezTo>
                  <a:cubicBezTo>
                    <a:pt x="26" y="6"/>
                    <a:pt x="26" y="5"/>
                    <a:pt x="27" y="5"/>
                  </a:cubicBezTo>
                  <a:cubicBezTo>
                    <a:pt x="27" y="5"/>
                    <a:pt x="29" y="6"/>
                    <a:pt x="29" y="5"/>
                  </a:cubicBezTo>
                  <a:cubicBezTo>
                    <a:pt x="29" y="4"/>
                    <a:pt x="28" y="5"/>
                    <a:pt x="27" y="4"/>
                  </a:cubicBezTo>
                  <a:cubicBezTo>
                    <a:pt x="27" y="4"/>
                    <a:pt x="27" y="3"/>
                    <a:pt x="26" y="3"/>
                  </a:cubicBezTo>
                  <a:cubicBezTo>
                    <a:pt x="25" y="3"/>
                    <a:pt x="24" y="4"/>
                    <a:pt x="24" y="4"/>
                  </a:cubicBezTo>
                  <a:cubicBezTo>
                    <a:pt x="24" y="2"/>
                    <a:pt x="26" y="3"/>
                    <a:pt x="26" y="2"/>
                  </a:cubicBezTo>
                  <a:cubicBezTo>
                    <a:pt x="25" y="1"/>
                    <a:pt x="24" y="1"/>
                    <a:pt x="23" y="1"/>
                  </a:cubicBezTo>
                  <a:cubicBezTo>
                    <a:pt x="22" y="1"/>
                    <a:pt x="21" y="0"/>
                    <a:pt x="21" y="1"/>
                  </a:cubicBezTo>
                  <a:cubicBezTo>
                    <a:pt x="21" y="1"/>
                    <a:pt x="20" y="1"/>
                    <a:pt x="20" y="1"/>
                  </a:cubicBezTo>
                  <a:cubicBezTo>
                    <a:pt x="19" y="1"/>
                    <a:pt x="17" y="0"/>
                    <a:pt x="16" y="1"/>
                  </a:cubicBezTo>
                  <a:cubicBezTo>
                    <a:pt x="15" y="1"/>
                    <a:pt x="13" y="1"/>
                    <a:pt x="13" y="2"/>
                  </a:cubicBezTo>
                  <a:cubicBezTo>
                    <a:pt x="13" y="2"/>
                    <a:pt x="13" y="3"/>
                    <a:pt x="13" y="4"/>
                  </a:cubicBezTo>
                  <a:cubicBezTo>
                    <a:pt x="11" y="3"/>
                    <a:pt x="10" y="4"/>
                    <a:pt x="9" y="3"/>
                  </a:cubicBezTo>
                  <a:cubicBezTo>
                    <a:pt x="7" y="4"/>
                    <a:pt x="5" y="5"/>
                    <a:pt x="3" y="6"/>
                  </a:cubicBezTo>
                  <a:cubicBezTo>
                    <a:pt x="3" y="7"/>
                    <a:pt x="4" y="6"/>
                    <a:pt x="4" y="7"/>
                  </a:cubicBezTo>
                  <a:cubicBezTo>
                    <a:pt x="3" y="7"/>
                    <a:pt x="2" y="7"/>
                    <a:pt x="1" y="8"/>
                  </a:cubicBezTo>
                  <a:cubicBezTo>
                    <a:pt x="1" y="8"/>
                    <a:pt x="0" y="8"/>
                    <a:pt x="0" y="9"/>
                  </a:cubicBezTo>
                  <a:cubicBezTo>
                    <a:pt x="0" y="9"/>
                    <a:pt x="0" y="9"/>
                    <a:pt x="1" y="10"/>
                  </a:cubicBezTo>
                  <a:cubicBezTo>
                    <a:pt x="1" y="9"/>
                    <a:pt x="2" y="9"/>
                    <a:pt x="2" y="10"/>
                  </a:cubicBezTo>
                  <a:cubicBezTo>
                    <a:pt x="3" y="9"/>
                    <a:pt x="4" y="8"/>
                    <a:pt x="4" y="10"/>
                  </a:cubicBezTo>
                  <a:cubicBezTo>
                    <a:pt x="3" y="10"/>
                    <a:pt x="1" y="10"/>
                    <a:pt x="1" y="10"/>
                  </a:cubicBezTo>
                  <a:cubicBezTo>
                    <a:pt x="1" y="11"/>
                    <a:pt x="2" y="11"/>
                    <a:pt x="3" y="12"/>
                  </a:cubicBezTo>
                  <a:cubicBezTo>
                    <a:pt x="3" y="12"/>
                    <a:pt x="3" y="11"/>
                    <a:pt x="4" y="11"/>
                  </a:cubicBezTo>
                  <a:cubicBezTo>
                    <a:pt x="4" y="12"/>
                    <a:pt x="5" y="12"/>
                    <a:pt x="7" y="12"/>
                  </a:cubicBezTo>
                  <a:cubicBezTo>
                    <a:pt x="6" y="13"/>
                    <a:pt x="7" y="14"/>
                    <a:pt x="7" y="14"/>
                  </a:cubicBezTo>
                  <a:cubicBezTo>
                    <a:pt x="7" y="15"/>
                    <a:pt x="7" y="16"/>
                    <a:pt x="7" y="16"/>
                  </a:cubicBezTo>
                  <a:cubicBezTo>
                    <a:pt x="8" y="17"/>
                    <a:pt x="8" y="15"/>
                    <a:pt x="8" y="16"/>
                  </a:cubicBezTo>
                  <a:cubicBezTo>
                    <a:pt x="9" y="17"/>
                    <a:pt x="8" y="17"/>
                    <a:pt x="7" y="17"/>
                  </a:cubicBezTo>
                  <a:cubicBezTo>
                    <a:pt x="7" y="18"/>
                    <a:pt x="9" y="18"/>
                    <a:pt x="9" y="19"/>
                  </a:cubicBezTo>
                  <a:cubicBezTo>
                    <a:pt x="9" y="19"/>
                    <a:pt x="8" y="20"/>
                    <a:pt x="7" y="20"/>
                  </a:cubicBezTo>
                  <a:cubicBezTo>
                    <a:pt x="8" y="21"/>
                    <a:pt x="7" y="21"/>
                    <a:pt x="7" y="22"/>
                  </a:cubicBezTo>
                  <a:cubicBezTo>
                    <a:pt x="9" y="23"/>
                    <a:pt x="7" y="26"/>
                    <a:pt x="9" y="28"/>
                  </a:cubicBezTo>
                  <a:close/>
                  <a:moveTo>
                    <a:pt x="22" y="16"/>
                  </a:moveTo>
                  <a:cubicBezTo>
                    <a:pt x="21" y="15"/>
                    <a:pt x="22" y="14"/>
                    <a:pt x="22" y="14"/>
                  </a:cubicBezTo>
                  <a:cubicBezTo>
                    <a:pt x="22" y="15"/>
                    <a:pt x="22" y="15"/>
                    <a:pt x="22" y="16"/>
                  </a:cubicBezTo>
                  <a:close/>
                  <a:moveTo>
                    <a:pt x="23" y="3"/>
                  </a:moveTo>
                  <a:cubicBezTo>
                    <a:pt x="23" y="4"/>
                    <a:pt x="23" y="4"/>
                    <a:pt x="22" y="4"/>
                  </a:cubicBezTo>
                  <a:cubicBezTo>
                    <a:pt x="22" y="4"/>
                    <a:pt x="21" y="3"/>
                    <a:pt x="19" y="4"/>
                  </a:cubicBezTo>
                  <a:cubicBezTo>
                    <a:pt x="20" y="2"/>
                    <a:pt x="22" y="3"/>
                    <a:pt x="2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46" name="Freeform 86"/>
            <p:cNvSpPr>
              <a:spLocks/>
            </p:cNvSpPr>
            <p:nvPr/>
          </p:nvSpPr>
          <p:spPr bwMode="auto">
            <a:xfrm>
              <a:off x="4048335" y="5660947"/>
              <a:ext cx="20602" cy="20602"/>
            </a:xfrm>
            <a:custGeom>
              <a:avLst/>
              <a:gdLst>
                <a:gd name="T0" fmla="*/ 0 w 8"/>
                <a:gd name="T1" fmla="*/ 2 h 8"/>
                <a:gd name="T2" fmla="*/ 1 w 8"/>
                <a:gd name="T3" fmla="*/ 4 h 8"/>
                <a:gd name="T4" fmla="*/ 1 w 8"/>
                <a:gd name="T5" fmla="*/ 5 h 8"/>
                <a:gd name="T6" fmla="*/ 3 w 8"/>
                <a:gd name="T7" fmla="*/ 4 h 8"/>
                <a:gd name="T8" fmla="*/ 2 w 8"/>
                <a:gd name="T9" fmla="*/ 6 h 8"/>
                <a:gd name="T10" fmla="*/ 4 w 8"/>
                <a:gd name="T11" fmla="*/ 7 h 8"/>
                <a:gd name="T12" fmla="*/ 5 w 8"/>
                <a:gd name="T13" fmla="*/ 8 h 8"/>
                <a:gd name="T14" fmla="*/ 5 w 8"/>
                <a:gd name="T15" fmla="*/ 5 h 8"/>
                <a:gd name="T16" fmla="*/ 8 w 8"/>
                <a:gd name="T17" fmla="*/ 6 h 8"/>
                <a:gd name="T18" fmla="*/ 6 w 8"/>
                <a:gd name="T19" fmla="*/ 3 h 8"/>
                <a:gd name="T20" fmla="*/ 5 w 8"/>
                <a:gd name="T21" fmla="*/ 3 h 8"/>
                <a:gd name="T22" fmla="*/ 4 w 8"/>
                <a:gd name="T23" fmla="*/ 2 h 8"/>
                <a:gd name="T24" fmla="*/ 3 w 8"/>
                <a:gd name="T25" fmla="*/ 1 h 8"/>
                <a:gd name="T26" fmla="*/ 3 w 8"/>
                <a:gd name="T27" fmla="*/ 2 h 8"/>
                <a:gd name="T28" fmla="*/ 0 w 8"/>
                <a:gd name="T29" fmla="*/ 2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0" y="2"/>
                  </a:moveTo>
                  <a:cubicBezTo>
                    <a:pt x="0" y="3"/>
                    <a:pt x="1" y="3"/>
                    <a:pt x="1" y="4"/>
                  </a:cubicBezTo>
                  <a:cubicBezTo>
                    <a:pt x="1" y="4"/>
                    <a:pt x="1" y="4"/>
                    <a:pt x="1" y="5"/>
                  </a:cubicBezTo>
                  <a:cubicBezTo>
                    <a:pt x="2" y="5"/>
                    <a:pt x="2" y="4"/>
                    <a:pt x="3" y="4"/>
                  </a:cubicBezTo>
                  <a:cubicBezTo>
                    <a:pt x="3" y="5"/>
                    <a:pt x="2" y="5"/>
                    <a:pt x="2" y="6"/>
                  </a:cubicBezTo>
                  <a:cubicBezTo>
                    <a:pt x="2" y="7"/>
                    <a:pt x="3" y="7"/>
                    <a:pt x="4" y="7"/>
                  </a:cubicBezTo>
                  <a:cubicBezTo>
                    <a:pt x="4" y="8"/>
                    <a:pt x="4" y="8"/>
                    <a:pt x="5" y="8"/>
                  </a:cubicBezTo>
                  <a:cubicBezTo>
                    <a:pt x="5" y="7"/>
                    <a:pt x="5" y="6"/>
                    <a:pt x="5" y="5"/>
                  </a:cubicBezTo>
                  <a:cubicBezTo>
                    <a:pt x="6" y="5"/>
                    <a:pt x="6" y="7"/>
                    <a:pt x="8" y="6"/>
                  </a:cubicBezTo>
                  <a:cubicBezTo>
                    <a:pt x="8" y="4"/>
                    <a:pt x="7" y="4"/>
                    <a:pt x="6" y="3"/>
                  </a:cubicBezTo>
                  <a:cubicBezTo>
                    <a:pt x="6" y="3"/>
                    <a:pt x="6" y="3"/>
                    <a:pt x="5" y="3"/>
                  </a:cubicBezTo>
                  <a:cubicBezTo>
                    <a:pt x="5" y="3"/>
                    <a:pt x="4" y="2"/>
                    <a:pt x="4" y="2"/>
                  </a:cubicBezTo>
                  <a:cubicBezTo>
                    <a:pt x="5" y="1"/>
                    <a:pt x="4" y="0"/>
                    <a:pt x="3" y="1"/>
                  </a:cubicBezTo>
                  <a:cubicBezTo>
                    <a:pt x="2" y="1"/>
                    <a:pt x="3" y="2"/>
                    <a:pt x="3" y="2"/>
                  </a:cubicBezTo>
                  <a:cubicBezTo>
                    <a:pt x="2" y="1"/>
                    <a:pt x="0" y="0"/>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47" name="Freeform 87"/>
            <p:cNvSpPr>
              <a:spLocks/>
            </p:cNvSpPr>
            <p:nvPr/>
          </p:nvSpPr>
          <p:spPr bwMode="auto">
            <a:xfrm>
              <a:off x="4061346" y="5660947"/>
              <a:ext cx="15180" cy="7590"/>
            </a:xfrm>
            <a:custGeom>
              <a:avLst/>
              <a:gdLst>
                <a:gd name="T0" fmla="*/ 5 w 6"/>
                <a:gd name="T1" fmla="*/ 2 h 3"/>
                <a:gd name="T2" fmla="*/ 6 w 6"/>
                <a:gd name="T3" fmla="*/ 1 h 3"/>
                <a:gd name="T4" fmla="*/ 0 w 6"/>
                <a:gd name="T5" fmla="*/ 0 h 3"/>
                <a:gd name="T6" fmla="*/ 0 w 6"/>
                <a:gd name="T7" fmla="*/ 1 h 3"/>
                <a:gd name="T8" fmla="*/ 5 w 6"/>
                <a:gd name="T9" fmla="*/ 2 h 3"/>
              </a:gdLst>
              <a:ahLst/>
              <a:cxnLst>
                <a:cxn ang="0">
                  <a:pos x="T0" y="T1"/>
                </a:cxn>
                <a:cxn ang="0">
                  <a:pos x="T2" y="T3"/>
                </a:cxn>
                <a:cxn ang="0">
                  <a:pos x="T4" y="T5"/>
                </a:cxn>
                <a:cxn ang="0">
                  <a:pos x="T6" y="T7"/>
                </a:cxn>
                <a:cxn ang="0">
                  <a:pos x="T8" y="T9"/>
                </a:cxn>
              </a:cxnLst>
              <a:rect l="0" t="0" r="r" b="b"/>
              <a:pathLst>
                <a:path w="6" h="3">
                  <a:moveTo>
                    <a:pt x="5" y="2"/>
                  </a:moveTo>
                  <a:cubicBezTo>
                    <a:pt x="5" y="1"/>
                    <a:pt x="6" y="2"/>
                    <a:pt x="6" y="1"/>
                  </a:cubicBezTo>
                  <a:cubicBezTo>
                    <a:pt x="4" y="0"/>
                    <a:pt x="2" y="0"/>
                    <a:pt x="0" y="0"/>
                  </a:cubicBezTo>
                  <a:cubicBezTo>
                    <a:pt x="0" y="1"/>
                    <a:pt x="0" y="1"/>
                    <a:pt x="0" y="1"/>
                  </a:cubicBezTo>
                  <a:cubicBezTo>
                    <a:pt x="2" y="2"/>
                    <a:pt x="3" y="3"/>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48" name="Freeform 88"/>
            <p:cNvSpPr>
              <a:spLocks/>
            </p:cNvSpPr>
            <p:nvPr/>
          </p:nvSpPr>
          <p:spPr bwMode="auto">
            <a:xfrm>
              <a:off x="4025565" y="5735762"/>
              <a:ext cx="5422" cy="7590"/>
            </a:xfrm>
            <a:custGeom>
              <a:avLst/>
              <a:gdLst>
                <a:gd name="T0" fmla="*/ 1 w 2"/>
                <a:gd name="T1" fmla="*/ 0 h 3"/>
                <a:gd name="T2" fmla="*/ 0 w 2"/>
                <a:gd name="T3" fmla="*/ 1 h 3"/>
                <a:gd name="T4" fmla="*/ 0 w 2"/>
                <a:gd name="T5" fmla="*/ 3 h 3"/>
                <a:gd name="T6" fmla="*/ 2 w 2"/>
                <a:gd name="T7" fmla="*/ 2 h 3"/>
                <a:gd name="T8" fmla="*/ 2 w 2"/>
                <a:gd name="T9" fmla="*/ 0 h 3"/>
                <a:gd name="T10" fmla="*/ 1 w 2"/>
                <a:gd name="T11" fmla="*/ 0 h 3"/>
              </a:gdLst>
              <a:ahLst/>
              <a:cxnLst>
                <a:cxn ang="0">
                  <a:pos x="T0" y="T1"/>
                </a:cxn>
                <a:cxn ang="0">
                  <a:pos x="T2" y="T3"/>
                </a:cxn>
                <a:cxn ang="0">
                  <a:pos x="T4" y="T5"/>
                </a:cxn>
                <a:cxn ang="0">
                  <a:pos x="T6" y="T7"/>
                </a:cxn>
                <a:cxn ang="0">
                  <a:pos x="T8" y="T9"/>
                </a:cxn>
                <a:cxn ang="0">
                  <a:pos x="T10" y="T11"/>
                </a:cxn>
              </a:cxnLst>
              <a:rect l="0" t="0" r="r" b="b"/>
              <a:pathLst>
                <a:path w="2" h="3">
                  <a:moveTo>
                    <a:pt x="1" y="0"/>
                  </a:moveTo>
                  <a:cubicBezTo>
                    <a:pt x="1" y="1"/>
                    <a:pt x="0" y="0"/>
                    <a:pt x="0" y="1"/>
                  </a:cubicBezTo>
                  <a:cubicBezTo>
                    <a:pt x="0" y="1"/>
                    <a:pt x="0" y="2"/>
                    <a:pt x="0" y="3"/>
                  </a:cubicBezTo>
                  <a:cubicBezTo>
                    <a:pt x="1" y="3"/>
                    <a:pt x="1" y="3"/>
                    <a:pt x="2" y="2"/>
                  </a:cubicBezTo>
                  <a:cubicBezTo>
                    <a:pt x="2" y="1"/>
                    <a:pt x="2" y="1"/>
                    <a:pt x="2"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49" name="Freeform 89"/>
            <p:cNvSpPr>
              <a:spLocks/>
            </p:cNvSpPr>
            <p:nvPr/>
          </p:nvSpPr>
          <p:spPr bwMode="auto">
            <a:xfrm>
              <a:off x="4020144" y="5702150"/>
              <a:ext cx="13011" cy="13011"/>
            </a:xfrm>
            <a:custGeom>
              <a:avLst/>
              <a:gdLst>
                <a:gd name="T0" fmla="*/ 5 w 5"/>
                <a:gd name="T1" fmla="*/ 4 h 5"/>
                <a:gd name="T2" fmla="*/ 5 w 5"/>
                <a:gd name="T3" fmla="*/ 1 h 5"/>
                <a:gd name="T4" fmla="*/ 2 w 5"/>
                <a:gd name="T5" fmla="*/ 2 h 5"/>
                <a:gd name="T6" fmla="*/ 1 w 5"/>
                <a:gd name="T7" fmla="*/ 1 h 5"/>
                <a:gd name="T8" fmla="*/ 0 w 5"/>
                <a:gd name="T9" fmla="*/ 2 h 5"/>
                <a:gd name="T10" fmla="*/ 1 w 5"/>
                <a:gd name="T11" fmla="*/ 2 h 5"/>
                <a:gd name="T12" fmla="*/ 0 w 5"/>
                <a:gd name="T13" fmla="*/ 4 h 5"/>
                <a:gd name="T14" fmla="*/ 2 w 5"/>
                <a:gd name="T15" fmla="*/ 5 h 5"/>
                <a:gd name="T16" fmla="*/ 4 w 5"/>
                <a:gd name="T17" fmla="*/ 5 h 5"/>
                <a:gd name="T18" fmla="*/ 5 w 5"/>
                <a:gd name="T19" fmla="*/ 4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 h="5">
                  <a:moveTo>
                    <a:pt x="5" y="4"/>
                  </a:moveTo>
                  <a:cubicBezTo>
                    <a:pt x="5" y="3"/>
                    <a:pt x="5" y="3"/>
                    <a:pt x="5" y="1"/>
                  </a:cubicBezTo>
                  <a:cubicBezTo>
                    <a:pt x="4" y="2"/>
                    <a:pt x="3" y="1"/>
                    <a:pt x="2" y="2"/>
                  </a:cubicBezTo>
                  <a:cubicBezTo>
                    <a:pt x="2" y="1"/>
                    <a:pt x="2" y="0"/>
                    <a:pt x="1" y="1"/>
                  </a:cubicBezTo>
                  <a:cubicBezTo>
                    <a:pt x="1" y="2"/>
                    <a:pt x="0" y="1"/>
                    <a:pt x="0" y="2"/>
                  </a:cubicBezTo>
                  <a:cubicBezTo>
                    <a:pt x="1" y="3"/>
                    <a:pt x="1" y="2"/>
                    <a:pt x="1" y="2"/>
                  </a:cubicBezTo>
                  <a:cubicBezTo>
                    <a:pt x="1" y="3"/>
                    <a:pt x="0" y="3"/>
                    <a:pt x="0" y="4"/>
                  </a:cubicBezTo>
                  <a:cubicBezTo>
                    <a:pt x="2" y="3"/>
                    <a:pt x="1" y="5"/>
                    <a:pt x="2" y="5"/>
                  </a:cubicBezTo>
                  <a:cubicBezTo>
                    <a:pt x="2" y="4"/>
                    <a:pt x="4" y="5"/>
                    <a:pt x="4" y="5"/>
                  </a:cubicBezTo>
                  <a:cubicBezTo>
                    <a:pt x="4" y="4"/>
                    <a:pt x="5" y="4"/>
                    <a:pt x="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50" name="Freeform 90"/>
            <p:cNvSpPr>
              <a:spLocks/>
            </p:cNvSpPr>
            <p:nvPr/>
          </p:nvSpPr>
          <p:spPr bwMode="auto">
            <a:xfrm>
              <a:off x="4102549" y="5676127"/>
              <a:ext cx="17349" cy="20602"/>
            </a:xfrm>
            <a:custGeom>
              <a:avLst/>
              <a:gdLst>
                <a:gd name="T0" fmla="*/ 1 w 7"/>
                <a:gd name="T1" fmla="*/ 5 h 8"/>
                <a:gd name="T2" fmla="*/ 0 w 7"/>
                <a:gd name="T3" fmla="*/ 6 h 8"/>
                <a:gd name="T4" fmla="*/ 2 w 7"/>
                <a:gd name="T5" fmla="*/ 8 h 8"/>
                <a:gd name="T6" fmla="*/ 3 w 7"/>
                <a:gd name="T7" fmla="*/ 7 h 8"/>
                <a:gd name="T8" fmla="*/ 2 w 7"/>
                <a:gd name="T9" fmla="*/ 4 h 8"/>
                <a:gd name="T10" fmla="*/ 5 w 7"/>
                <a:gd name="T11" fmla="*/ 2 h 8"/>
                <a:gd name="T12" fmla="*/ 7 w 7"/>
                <a:gd name="T13" fmla="*/ 0 h 8"/>
                <a:gd name="T14" fmla="*/ 6 w 7"/>
                <a:gd name="T15" fmla="*/ 0 h 8"/>
                <a:gd name="T16" fmla="*/ 6 w 7"/>
                <a:gd name="T17" fmla="*/ 0 h 8"/>
                <a:gd name="T18" fmla="*/ 2 w 7"/>
                <a:gd name="T19" fmla="*/ 2 h 8"/>
                <a:gd name="T20" fmla="*/ 1 w 7"/>
                <a:gd name="T2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 h="8">
                  <a:moveTo>
                    <a:pt x="1" y="5"/>
                  </a:moveTo>
                  <a:cubicBezTo>
                    <a:pt x="0" y="5"/>
                    <a:pt x="0" y="6"/>
                    <a:pt x="0" y="6"/>
                  </a:cubicBezTo>
                  <a:cubicBezTo>
                    <a:pt x="0" y="7"/>
                    <a:pt x="1" y="8"/>
                    <a:pt x="2" y="8"/>
                  </a:cubicBezTo>
                  <a:cubicBezTo>
                    <a:pt x="2" y="8"/>
                    <a:pt x="2" y="7"/>
                    <a:pt x="3" y="7"/>
                  </a:cubicBezTo>
                  <a:cubicBezTo>
                    <a:pt x="2" y="6"/>
                    <a:pt x="1" y="6"/>
                    <a:pt x="2" y="4"/>
                  </a:cubicBezTo>
                  <a:cubicBezTo>
                    <a:pt x="3" y="4"/>
                    <a:pt x="4" y="2"/>
                    <a:pt x="5" y="2"/>
                  </a:cubicBezTo>
                  <a:cubicBezTo>
                    <a:pt x="7" y="2"/>
                    <a:pt x="7" y="1"/>
                    <a:pt x="7" y="0"/>
                  </a:cubicBezTo>
                  <a:cubicBezTo>
                    <a:pt x="7" y="0"/>
                    <a:pt x="7" y="0"/>
                    <a:pt x="6" y="0"/>
                  </a:cubicBezTo>
                  <a:cubicBezTo>
                    <a:pt x="6" y="0"/>
                    <a:pt x="6" y="0"/>
                    <a:pt x="6" y="0"/>
                  </a:cubicBezTo>
                  <a:cubicBezTo>
                    <a:pt x="4" y="1"/>
                    <a:pt x="3" y="1"/>
                    <a:pt x="2" y="2"/>
                  </a:cubicBezTo>
                  <a:cubicBezTo>
                    <a:pt x="2" y="3"/>
                    <a:pt x="0" y="3"/>
                    <a:pt x="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51" name="Freeform 91"/>
            <p:cNvSpPr>
              <a:spLocks/>
            </p:cNvSpPr>
            <p:nvPr/>
          </p:nvSpPr>
          <p:spPr bwMode="auto">
            <a:xfrm>
              <a:off x="4107971" y="5660947"/>
              <a:ext cx="4337" cy="7590"/>
            </a:xfrm>
            <a:custGeom>
              <a:avLst/>
              <a:gdLst>
                <a:gd name="T0" fmla="*/ 0 w 2"/>
                <a:gd name="T1" fmla="*/ 2 h 3"/>
                <a:gd name="T2" fmla="*/ 2 w 2"/>
                <a:gd name="T3" fmla="*/ 2 h 3"/>
                <a:gd name="T4" fmla="*/ 0 w 2"/>
                <a:gd name="T5" fmla="*/ 2 h 3"/>
              </a:gdLst>
              <a:ahLst/>
              <a:cxnLst>
                <a:cxn ang="0">
                  <a:pos x="T0" y="T1"/>
                </a:cxn>
                <a:cxn ang="0">
                  <a:pos x="T2" y="T3"/>
                </a:cxn>
                <a:cxn ang="0">
                  <a:pos x="T4" y="T5"/>
                </a:cxn>
              </a:cxnLst>
              <a:rect l="0" t="0" r="r" b="b"/>
              <a:pathLst>
                <a:path w="2" h="3">
                  <a:moveTo>
                    <a:pt x="0" y="2"/>
                  </a:moveTo>
                  <a:cubicBezTo>
                    <a:pt x="0" y="3"/>
                    <a:pt x="1" y="2"/>
                    <a:pt x="2" y="2"/>
                  </a:cubicBezTo>
                  <a:cubicBezTo>
                    <a:pt x="2" y="0"/>
                    <a:pt x="0" y="1"/>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52" name="Freeform 92"/>
            <p:cNvSpPr>
              <a:spLocks/>
            </p:cNvSpPr>
            <p:nvPr/>
          </p:nvSpPr>
          <p:spPr bwMode="auto">
            <a:xfrm>
              <a:off x="4145920" y="5663116"/>
              <a:ext cx="10843" cy="8674"/>
            </a:xfrm>
            <a:custGeom>
              <a:avLst/>
              <a:gdLst>
                <a:gd name="T0" fmla="*/ 2 w 4"/>
                <a:gd name="T1" fmla="*/ 0 h 3"/>
                <a:gd name="T2" fmla="*/ 0 w 4"/>
                <a:gd name="T3" fmla="*/ 1 h 3"/>
                <a:gd name="T4" fmla="*/ 0 w 4"/>
                <a:gd name="T5" fmla="*/ 2 h 3"/>
                <a:gd name="T6" fmla="*/ 4 w 4"/>
                <a:gd name="T7" fmla="*/ 2 h 3"/>
                <a:gd name="T8" fmla="*/ 4 w 4"/>
                <a:gd name="T9" fmla="*/ 2 h 3"/>
                <a:gd name="T10" fmla="*/ 2 w 4"/>
                <a:gd name="T11" fmla="*/ 0 h 3"/>
              </a:gdLst>
              <a:ahLst/>
              <a:cxnLst>
                <a:cxn ang="0">
                  <a:pos x="T0" y="T1"/>
                </a:cxn>
                <a:cxn ang="0">
                  <a:pos x="T2" y="T3"/>
                </a:cxn>
                <a:cxn ang="0">
                  <a:pos x="T4" y="T5"/>
                </a:cxn>
                <a:cxn ang="0">
                  <a:pos x="T6" y="T7"/>
                </a:cxn>
                <a:cxn ang="0">
                  <a:pos x="T8" y="T9"/>
                </a:cxn>
                <a:cxn ang="0">
                  <a:pos x="T10" y="T11"/>
                </a:cxn>
              </a:cxnLst>
              <a:rect l="0" t="0" r="r" b="b"/>
              <a:pathLst>
                <a:path w="4" h="3">
                  <a:moveTo>
                    <a:pt x="2" y="0"/>
                  </a:moveTo>
                  <a:cubicBezTo>
                    <a:pt x="1" y="0"/>
                    <a:pt x="1" y="0"/>
                    <a:pt x="0" y="1"/>
                  </a:cubicBezTo>
                  <a:cubicBezTo>
                    <a:pt x="0" y="1"/>
                    <a:pt x="0" y="2"/>
                    <a:pt x="0" y="2"/>
                  </a:cubicBezTo>
                  <a:cubicBezTo>
                    <a:pt x="2" y="2"/>
                    <a:pt x="3" y="3"/>
                    <a:pt x="4" y="2"/>
                  </a:cubicBezTo>
                  <a:cubicBezTo>
                    <a:pt x="4" y="2"/>
                    <a:pt x="4" y="2"/>
                    <a:pt x="4" y="2"/>
                  </a:cubicBezTo>
                  <a:cubicBezTo>
                    <a:pt x="4" y="1"/>
                    <a:pt x="3"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53" name="Freeform 93"/>
            <p:cNvSpPr>
              <a:spLocks/>
            </p:cNvSpPr>
            <p:nvPr/>
          </p:nvSpPr>
          <p:spPr bwMode="auto">
            <a:xfrm>
              <a:off x="3938823" y="5709740"/>
              <a:ext cx="9759" cy="9759"/>
            </a:xfrm>
            <a:custGeom>
              <a:avLst/>
              <a:gdLst>
                <a:gd name="T0" fmla="*/ 2 w 4"/>
                <a:gd name="T1" fmla="*/ 0 h 4"/>
                <a:gd name="T2" fmla="*/ 0 w 4"/>
                <a:gd name="T3" fmla="*/ 2 h 4"/>
                <a:gd name="T4" fmla="*/ 2 w 4"/>
                <a:gd name="T5" fmla="*/ 3 h 4"/>
                <a:gd name="T6" fmla="*/ 4 w 4"/>
                <a:gd name="T7" fmla="*/ 2 h 4"/>
                <a:gd name="T8" fmla="*/ 3 w 4"/>
                <a:gd name="T9" fmla="*/ 1 h 4"/>
                <a:gd name="T10" fmla="*/ 2 w 4"/>
                <a:gd name="T11" fmla="*/ 0 h 4"/>
              </a:gdLst>
              <a:ahLst/>
              <a:cxnLst>
                <a:cxn ang="0">
                  <a:pos x="T0" y="T1"/>
                </a:cxn>
                <a:cxn ang="0">
                  <a:pos x="T2" y="T3"/>
                </a:cxn>
                <a:cxn ang="0">
                  <a:pos x="T4" y="T5"/>
                </a:cxn>
                <a:cxn ang="0">
                  <a:pos x="T6" y="T7"/>
                </a:cxn>
                <a:cxn ang="0">
                  <a:pos x="T8" y="T9"/>
                </a:cxn>
                <a:cxn ang="0">
                  <a:pos x="T10" y="T11"/>
                </a:cxn>
              </a:cxnLst>
              <a:rect l="0" t="0" r="r" b="b"/>
              <a:pathLst>
                <a:path w="4" h="4">
                  <a:moveTo>
                    <a:pt x="2" y="0"/>
                  </a:moveTo>
                  <a:cubicBezTo>
                    <a:pt x="1" y="1"/>
                    <a:pt x="1" y="2"/>
                    <a:pt x="0" y="2"/>
                  </a:cubicBezTo>
                  <a:cubicBezTo>
                    <a:pt x="0" y="3"/>
                    <a:pt x="1" y="3"/>
                    <a:pt x="2" y="3"/>
                  </a:cubicBezTo>
                  <a:cubicBezTo>
                    <a:pt x="2" y="1"/>
                    <a:pt x="4" y="4"/>
                    <a:pt x="4" y="2"/>
                  </a:cubicBezTo>
                  <a:cubicBezTo>
                    <a:pt x="3" y="2"/>
                    <a:pt x="4" y="1"/>
                    <a:pt x="3" y="1"/>
                  </a:cubicBezTo>
                  <a:cubicBezTo>
                    <a:pt x="2" y="1"/>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54" name="Freeform 94"/>
            <p:cNvSpPr>
              <a:spLocks/>
            </p:cNvSpPr>
            <p:nvPr/>
          </p:nvSpPr>
          <p:spPr bwMode="auto">
            <a:xfrm>
              <a:off x="3954003" y="5812747"/>
              <a:ext cx="4337" cy="4337"/>
            </a:xfrm>
            <a:custGeom>
              <a:avLst/>
              <a:gdLst>
                <a:gd name="T0" fmla="*/ 0 w 2"/>
                <a:gd name="T1" fmla="*/ 2 h 2"/>
                <a:gd name="T2" fmla="*/ 2 w 2"/>
                <a:gd name="T3" fmla="*/ 0 h 2"/>
                <a:gd name="T4" fmla="*/ 0 w 2"/>
                <a:gd name="T5" fmla="*/ 0 h 2"/>
                <a:gd name="T6" fmla="*/ 0 w 2"/>
                <a:gd name="T7" fmla="*/ 2 h 2"/>
              </a:gdLst>
              <a:ahLst/>
              <a:cxnLst>
                <a:cxn ang="0">
                  <a:pos x="T0" y="T1"/>
                </a:cxn>
                <a:cxn ang="0">
                  <a:pos x="T2" y="T3"/>
                </a:cxn>
                <a:cxn ang="0">
                  <a:pos x="T4" y="T5"/>
                </a:cxn>
                <a:cxn ang="0">
                  <a:pos x="T6" y="T7"/>
                </a:cxn>
              </a:cxnLst>
              <a:rect l="0" t="0" r="r" b="b"/>
              <a:pathLst>
                <a:path w="2" h="2">
                  <a:moveTo>
                    <a:pt x="0" y="2"/>
                  </a:moveTo>
                  <a:cubicBezTo>
                    <a:pt x="1" y="2"/>
                    <a:pt x="2" y="2"/>
                    <a:pt x="2" y="0"/>
                  </a:cubicBezTo>
                  <a:cubicBezTo>
                    <a:pt x="1" y="0"/>
                    <a:pt x="1" y="0"/>
                    <a:pt x="0" y="0"/>
                  </a:cubicBezTo>
                  <a:cubicBezTo>
                    <a:pt x="0" y="1"/>
                    <a:pt x="0" y="1"/>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55" name="Freeform 95"/>
            <p:cNvSpPr>
              <a:spLocks/>
            </p:cNvSpPr>
            <p:nvPr/>
          </p:nvSpPr>
          <p:spPr bwMode="auto">
            <a:xfrm>
              <a:off x="3930148" y="5804073"/>
              <a:ext cx="23854" cy="13011"/>
            </a:xfrm>
            <a:custGeom>
              <a:avLst/>
              <a:gdLst>
                <a:gd name="T0" fmla="*/ 6 w 9"/>
                <a:gd name="T1" fmla="*/ 4 h 5"/>
                <a:gd name="T2" fmla="*/ 7 w 9"/>
                <a:gd name="T3" fmla="*/ 5 h 5"/>
                <a:gd name="T4" fmla="*/ 9 w 9"/>
                <a:gd name="T5" fmla="*/ 4 h 5"/>
                <a:gd name="T6" fmla="*/ 6 w 9"/>
                <a:gd name="T7" fmla="*/ 2 h 5"/>
                <a:gd name="T8" fmla="*/ 5 w 9"/>
                <a:gd name="T9" fmla="*/ 1 h 5"/>
                <a:gd name="T10" fmla="*/ 4 w 9"/>
                <a:gd name="T11" fmla="*/ 0 h 5"/>
                <a:gd name="T12" fmla="*/ 1 w 9"/>
                <a:gd name="T13" fmla="*/ 0 h 5"/>
                <a:gd name="T14" fmla="*/ 0 w 9"/>
                <a:gd name="T15" fmla="*/ 2 h 5"/>
                <a:gd name="T16" fmla="*/ 2 w 9"/>
                <a:gd name="T17" fmla="*/ 1 h 5"/>
                <a:gd name="T18" fmla="*/ 4 w 9"/>
                <a:gd name="T19" fmla="*/ 3 h 5"/>
                <a:gd name="T20" fmla="*/ 6 w 9"/>
                <a:gd name="T21" fmla="*/ 3 h 5"/>
                <a:gd name="T22" fmla="*/ 6 w 9"/>
                <a:gd name="T23" fmla="*/ 4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 h="5">
                  <a:moveTo>
                    <a:pt x="6" y="4"/>
                  </a:moveTo>
                  <a:cubicBezTo>
                    <a:pt x="7" y="4"/>
                    <a:pt x="7" y="4"/>
                    <a:pt x="7" y="5"/>
                  </a:cubicBezTo>
                  <a:cubicBezTo>
                    <a:pt x="7" y="4"/>
                    <a:pt x="8" y="4"/>
                    <a:pt x="9" y="4"/>
                  </a:cubicBezTo>
                  <a:cubicBezTo>
                    <a:pt x="9" y="2"/>
                    <a:pt x="7" y="2"/>
                    <a:pt x="6" y="2"/>
                  </a:cubicBezTo>
                  <a:cubicBezTo>
                    <a:pt x="6" y="2"/>
                    <a:pt x="6" y="2"/>
                    <a:pt x="5" y="1"/>
                  </a:cubicBezTo>
                  <a:cubicBezTo>
                    <a:pt x="5" y="1"/>
                    <a:pt x="4" y="1"/>
                    <a:pt x="4" y="0"/>
                  </a:cubicBezTo>
                  <a:cubicBezTo>
                    <a:pt x="3" y="0"/>
                    <a:pt x="2" y="0"/>
                    <a:pt x="1" y="0"/>
                  </a:cubicBezTo>
                  <a:cubicBezTo>
                    <a:pt x="0" y="1"/>
                    <a:pt x="0" y="1"/>
                    <a:pt x="0" y="2"/>
                  </a:cubicBezTo>
                  <a:cubicBezTo>
                    <a:pt x="1" y="2"/>
                    <a:pt x="1" y="1"/>
                    <a:pt x="2" y="1"/>
                  </a:cubicBezTo>
                  <a:cubicBezTo>
                    <a:pt x="3" y="1"/>
                    <a:pt x="3" y="2"/>
                    <a:pt x="4" y="3"/>
                  </a:cubicBezTo>
                  <a:cubicBezTo>
                    <a:pt x="5" y="3"/>
                    <a:pt x="6" y="2"/>
                    <a:pt x="6" y="3"/>
                  </a:cubicBezTo>
                  <a:cubicBezTo>
                    <a:pt x="5" y="3"/>
                    <a:pt x="6" y="3"/>
                    <a:pt x="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56" name="Freeform 96"/>
            <p:cNvSpPr>
              <a:spLocks/>
            </p:cNvSpPr>
            <p:nvPr/>
          </p:nvSpPr>
          <p:spPr bwMode="auto">
            <a:xfrm>
              <a:off x="3938823" y="5812747"/>
              <a:ext cx="4337" cy="4337"/>
            </a:xfrm>
            <a:custGeom>
              <a:avLst/>
              <a:gdLst>
                <a:gd name="T0" fmla="*/ 0 w 2"/>
                <a:gd name="T1" fmla="*/ 0 h 2"/>
                <a:gd name="T2" fmla="*/ 0 w 2"/>
                <a:gd name="T3" fmla="*/ 2 h 2"/>
                <a:gd name="T4" fmla="*/ 2 w 2"/>
                <a:gd name="T5" fmla="*/ 1 h 2"/>
                <a:gd name="T6" fmla="*/ 0 w 2"/>
                <a:gd name="T7" fmla="*/ 0 h 2"/>
              </a:gdLst>
              <a:ahLst/>
              <a:cxnLst>
                <a:cxn ang="0">
                  <a:pos x="T0" y="T1"/>
                </a:cxn>
                <a:cxn ang="0">
                  <a:pos x="T2" y="T3"/>
                </a:cxn>
                <a:cxn ang="0">
                  <a:pos x="T4" y="T5"/>
                </a:cxn>
                <a:cxn ang="0">
                  <a:pos x="T6" y="T7"/>
                </a:cxn>
              </a:cxnLst>
              <a:rect l="0" t="0" r="r" b="b"/>
              <a:pathLst>
                <a:path w="2" h="2">
                  <a:moveTo>
                    <a:pt x="0" y="0"/>
                  </a:moveTo>
                  <a:cubicBezTo>
                    <a:pt x="0" y="1"/>
                    <a:pt x="0" y="1"/>
                    <a:pt x="0" y="2"/>
                  </a:cubicBezTo>
                  <a:cubicBezTo>
                    <a:pt x="1" y="1"/>
                    <a:pt x="1" y="2"/>
                    <a:pt x="2" y="1"/>
                  </a:cubicBezTo>
                  <a:cubicBezTo>
                    <a:pt x="2" y="0"/>
                    <a:pt x="1"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57" name="Freeform 97"/>
            <p:cNvSpPr>
              <a:spLocks/>
            </p:cNvSpPr>
            <p:nvPr/>
          </p:nvSpPr>
          <p:spPr bwMode="auto">
            <a:xfrm>
              <a:off x="3938823" y="5801904"/>
              <a:ext cx="2169" cy="2169"/>
            </a:xfrm>
            <a:custGeom>
              <a:avLst/>
              <a:gdLst>
                <a:gd name="T0" fmla="*/ 0 w 1"/>
                <a:gd name="T1" fmla="*/ 0 h 1"/>
                <a:gd name="T2" fmla="*/ 0 w 1"/>
                <a:gd name="T3" fmla="*/ 1 h 1"/>
                <a:gd name="T4" fmla="*/ 1 w 1"/>
                <a:gd name="T5" fmla="*/ 1 h 1"/>
                <a:gd name="T6" fmla="*/ 0 w 1"/>
                <a:gd name="T7" fmla="*/ 0 h 1"/>
              </a:gdLst>
              <a:ahLst/>
              <a:cxnLst>
                <a:cxn ang="0">
                  <a:pos x="T0" y="T1"/>
                </a:cxn>
                <a:cxn ang="0">
                  <a:pos x="T2" y="T3"/>
                </a:cxn>
                <a:cxn ang="0">
                  <a:pos x="T4" y="T5"/>
                </a:cxn>
                <a:cxn ang="0">
                  <a:pos x="T6" y="T7"/>
                </a:cxn>
              </a:cxnLst>
              <a:rect l="0" t="0" r="r" b="b"/>
              <a:pathLst>
                <a:path w="1" h="1">
                  <a:moveTo>
                    <a:pt x="0" y="0"/>
                  </a:moveTo>
                  <a:cubicBezTo>
                    <a:pt x="0" y="0"/>
                    <a:pt x="0" y="0"/>
                    <a:pt x="0" y="1"/>
                  </a:cubicBezTo>
                  <a:cubicBezTo>
                    <a:pt x="1" y="1"/>
                    <a:pt x="1" y="1"/>
                    <a:pt x="1" y="1"/>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58" name="Freeform 98"/>
            <p:cNvSpPr>
              <a:spLocks/>
            </p:cNvSpPr>
            <p:nvPr/>
          </p:nvSpPr>
          <p:spPr bwMode="auto">
            <a:xfrm>
              <a:off x="3943160" y="5801904"/>
              <a:ext cx="3253" cy="2169"/>
            </a:xfrm>
            <a:custGeom>
              <a:avLst/>
              <a:gdLst>
                <a:gd name="T0" fmla="*/ 1 w 1"/>
                <a:gd name="T1" fmla="*/ 0 h 1"/>
                <a:gd name="T2" fmla="*/ 0 w 1"/>
                <a:gd name="T3" fmla="*/ 0 h 1"/>
                <a:gd name="T4" fmla="*/ 1 w 1"/>
                <a:gd name="T5" fmla="*/ 1 h 1"/>
                <a:gd name="T6" fmla="*/ 1 w 1"/>
                <a:gd name="T7" fmla="*/ 0 h 1"/>
              </a:gdLst>
              <a:ahLst/>
              <a:cxnLst>
                <a:cxn ang="0">
                  <a:pos x="T0" y="T1"/>
                </a:cxn>
                <a:cxn ang="0">
                  <a:pos x="T2" y="T3"/>
                </a:cxn>
                <a:cxn ang="0">
                  <a:pos x="T4" y="T5"/>
                </a:cxn>
                <a:cxn ang="0">
                  <a:pos x="T6" y="T7"/>
                </a:cxn>
              </a:cxnLst>
              <a:rect l="0" t="0" r="r" b="b"/>
              <a:pathLst>
                <a:path w="1" h="1">
                  <a:moveTo>
                    <a:pt x="1" y="0"/>
                  </a:moveTo>
                  <a:cubicBezTo>
                    <a:pt x="0" y="0"/>
                    <a:pt x="0" y="0"/>
                    <a:pt x="0" y="0"/>
                  </a:cubicBezTo>
                  <a:cubicBezTo>
                    <a:pt x="0" y="0"/>
                    <a:pt x="0" y="1"/>
                    <a:pt x="1" y="1"/>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59" name="Freeform 99"/>
            <p:cNvSpPr>
              <a:spLocks/>
            </p:cNvSpPr>
            <p:nvPr/>
          </p:nvSpPr>
          <p:spPr bwMode="auto">
            <a:xfrm>
              <a:off x="3946412" y="5804073"/>
              <a:ext cx="2169" cy="3253"/>
            </a:xfrm>
            <a:custGeom>
              <a:avLst/>
              <a:gdLst>
                <a:gd name="T0" fmla="*/ 0 w 1"/>
                <a:gd name="T1" fmla="*/ 0 h 1"/>
                <a:gd name="T2" fmla="*/ 0 w 1"/>
                <a:gd name="T3" fmla="*/ 1 h 1"/>
                <a:gd name="T4" fmla="*/ 1 w 1"/>
                <a:gd name="T5" fmla="*/ 1 h 1"/>
                <a:gd name="T6" fmla="*/ 0 w 1"/>
                <a:gd name="T7" fmla="*/ 0 h 1"/>
              </a:gdLst>
              <a:ahLst/>
              <a:cxnLst>
                <a:cxn ang="0">
                  <a:pos x="T0" y="T1"/>
                </a:cxn>
                <a:cxn ang="0">
                  <a:pos x="T2" y="T3"/>
                </a:cxn>
                <a:cxn ang="0">
                  <a:pos x="T4" y="T5"/>
                </a:cxn>
                <a:cxn ang="0">
                  <a:pos x="T6" y="T7"/>
                </a:cxn>
              </a:cxnLst>
              <a:rect l="0" t="0" r="r" b="b"/>
              <a:pathLst>
                <a:path w="1" h="1">
                  <a:moveTo>
                    <a:pt x="0" y="0"/>
                  </a:moveTo>
                  <a:cubicBezTo>
                    <a:pt x="0" y="0"/>
                    <a:pt x="0" y="1"/>
                    <a:pt x="0" y="1"/>
                  </a:cubicBezTo>
                  <a:cubicBezTo>
                    <a:pt x="1" y="1"/>
                    <a:pt x="1" y="1"/>
                    <a:pt x="1" y="1"/>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60" name="Freeform 100"/>
            <p:cNvSpPr>
              <a:spLocks/>
            </p:cNvSpPr>
            <p:nvPr/>
          </p:nvSpPr>
          <p:spPr bwMode="auto">
            <a:xfrm>
              <a:off x="3948581" y="5807325"/>
              <a:ext cx="2169" cy="2169"/>
            </a:xfrm>
            <a:custGeom>
              <a:avLst/>
              <a:gdLst>
                <a:gd name="T0" fmla="*/ 1 w 1"/>
                <a:gd name="T1" fmla="*/ 0 h 1"/>
                <a:gd name="T2" fmla="*/ 0 w 1"/>
                <a:gd name="T3" fmla="*/ 0 h 1"/>
                <a:gd name="T4" fmla="*/ 1 w 1"/>
                <a:gd name="T5" fmla="*/ 0 h 1"/>
              </a:gdLst>
              <a:ahLst/>
              <a:cxnLst>
                <a:cxn ang="0">
                  <a:pos x="T0" y="T1"/>
                </a:cxn>
                <a:cxn ang="0">
                  <a:pos x="T2" y="T3"/>
                </a:cxn>
                <a:cxn ang="0">
                  <a:pos x="T4" y="T5"/>
                </a:cxn>
              </a:cxnLst>
              <a:rect l="0" t="0" r="r" b="b"/>
              <a:pathLst>
                <a:path w="1" h="1">
                  <a:moveTo>
                    <a:pt x="1" y="0"/>
                  </a:moveTo>
                  <a:cubicBezTo>
                    <a:pt x="1" y="0"/>
                    <a:pt x="0" y="0"/>
                    <a:pt x="0" y="0"/>
                  </a:cubicBezTo>
                  <a:cubicBezTo>
                    <a:pt x="0" y="1"/>
                    <a:pt x="1"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61" name="Freeform 101"/>
            <p:cNvSpPr>
              <a:spLocks/>
            </p:cNvSpPr>
            <p:nvPr/>
          </p:nvSpPr>
          <p:spPr bwMode="auto">
            <a:xfrm>
              <a:off x="4222905" y="5848528"/>
              <a:ext cx="15180" cy="15180"/>
            </a:xfrm>
            <a:custGeom>
              <a:avLst/>
              <a:gdLst>
                <a:gd name="T0" fmla="*/ 4 w 6"/>
                <a:gd name="T1" fmla="*/ 6 h 6"/>
                <a:gd name="T2" fmla="*/ 6 w 6"/>
                <a:gd name="T3" fmla="*/ 1 h 6"/>
                <a:gd name="T4" fmla="*/ 4 w 6"/>
                <a:gd name="T5" fmla="*/ 0 h 6"/>
                <a:gd name="T6" fmla="*/ 4 w 6"/>
                <a:gd name="T7" fmla="*/ 0 h 6"/>
                <a:gd name="T8" fmla="*/ 3 w 6"/>
                <a:gd name="T9" fmla="*/ 0 h 6"/>
                <a:gd name="T10" fmla="*/ 2 w 6"/>
                <a:gd name="T11" fmla="*/ 1 h 6"/>
                <a:gd name="T12" fmla="*/ 1 w 6"/>
                <a:gd name="T13" fmla="*/ 1 h 6"/>
                <a:gd name="T14" fmla="*/ 0 w 6"/>
                <a:gd name="T15" fmla="*/ 2 h 6"/>
                <a:gd name="T16" fmla="*/ 1 w 6"/>
                <a:gd name="T17" fmla="*/ 2 h 6"/>
                <a:gd name="T18" fmla="*/ 3 w 6"/>
                <a:gd name="T19" fmla="*/ 4 h 6"/>
                <a:gd name="T20" fmla="*/ 4 w 6"/>
                <a:gd name="T21" fmla="*/ 5 h 6"/>
                <a:gd name="T22" fmla="*/ 4 w 6"/>
                <a:gd name="T23" fmla="*/ 6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 h="6">
                  <a:moveTo>
                    <a:pt x="4" y="6"/>
                  </a:moveTo>
                  <a:cubicBezTo>
                    <a:pt x="5" y="5"/>
                    <a:pt x="5" y="3"/>
                    <a:pt x="6" y="1"/>
                  </a:cubicBezTo>
                  <a:cubicBezTo>
                    <a:pt x="5" y="1"/>
                    <a:pt x="5" y="1"/>
                    <a:pt x="4" y="0"/>
                  </a:cubicBezTo>
                  <a:cubicBezTo>
                    <a:pt x="4" y="0"/>
                    <a:pt x="4" y="0"/>
                    <a:pt x="4" y="0"/>
                  </a:cubicBezTo>
                  <a:cubicBezTo>
                    <a:pt x="4" y="0"/>
                    <a:pt x="3" y="0"/>
                    <a:pt x="3" y="0"/>
                  </a:cubicBezTo>
                  <a:cubicBezTo>
                    <a:pt x="3" y="1"/>
                    <a:pt x="2" y="1"/>
                    <a:pt x="2" y="1"/>
                  </a:cubicBezTo>
                  <a:cubicBezTo>
                    <a:pt x="1" y="1"/>
                    <a:pt x="1" y="1"/>
                    <a:pt x="1" y="1"/>
                  </a:cubicBezTo>
                  <a:cubicBezTo>
                    <a:pt x="1" y="1"/>
                    <a:pt x="0" y="1"/>
                    <a:pt x="0" y="2"/>
                  </a:cubicBezTo>
                  <a:cubicBezTo>
                    <a:pt x="0" y="2"/>
                    <a:pt x="1" y="1"/>
                    <a:pt x="1" y="2"/>
                  </a:cubicBezTo>
                  <a:cubicBezTo>
                    <a:pt x="2" y="2"/>
                    <a:pt x="3" y="3"/>
                    <a:pt x="3" y="4"/>
                  </a:cubicBezTo>
                  <a:cubicBezTo>
                    <a:pt x="4" y="4"/>
                    <a:pt x="4" y="4"/>
                    <a:pt x="4" y="5"/>
                  </a:cubicBezTo>
                  <a:cubicBezTo>
                    <a:pt x="4" y="5"/>
                    <a:pt x="4" y="6"/>
                    <a:pt x="4"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62" name="Freeform 102"/>
            <p:cNvSpPr>
              <a:spLocks/>
            </p:cNvSpPr>
            <p:nvPr/>
          </p:nvSpPr>
          <p:spPr bwMode="auto">
            <a:xfrm>
              <a:off x="3950749" y="5681548"/>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63" name="Freeform 103"/>
            <p:cNvSpPr>
              <a:spLocks/>
            </p:cNvSpPr>
            <p:nvPr/>
          </p:nvSpPr>
          <p:spPr bwMode="auto">
            <a:xfrm>
              <a:off x="4200135" y="5771544"/>
              <a:ext cx="4337" cy="4337"/>
            </a:xfrm>
            <a:custGeom>
              <a:avLst/>
              <a:gdLst>
                <a:gd name="T0" fmla="*/ 2 w 2"/>
                <a:gd name="T1" fmla="*/ 0 h 2"/>
                <a:gd name="T2" fmla="*/ 0 w 2"/>
                <a:gd name="T3" fmla="*/ 1 h 2"/>
                <a:gd name="T4" fmla="*/ 2 w 2"/>
                <a:gd name="T5" fmla="*/ 1 h 2"/>
                <a:gd name="T6" fmla="*/ 2 w 2"/>
                <a:gd name="T7" fmla="*/ 0 h 2"/>
              </a:gdLst>
              <a:ahLst/>
              <a:cxnLst>
                <a:cxn ang="0">
                  <a:pos x="T0" y="T1"/>
                </a:cxn>
                <a:cxn ang="0">
                  <a:pos x="T2" y="T3"/>
                </a:cxn>
                <a:cxn ang="0">
                  <a:pos x="T4" y="T5"/>
                </a:cxn>
                <a:cxn ang="0">
                  <a:pos x="T6" y="T7"/>
                </a:cxn>
              </a:cxnLst>
              <a:rect l="0" t="0" r="r" b="b"/>
              <a:pathLst>
                <a:path w="2" h="2">
                  <a:moveTo>
                    <a:pt x="2" y="0"/>
                  </a:moveTo>
                  <a:cubicBezTo>
                    <a:pt x="1" y="0"/>
                    <a:pt x="0" y="0"/>
                    <a:pt x="0" y="1"/>
                  </a:cubicBezTo>
                  <a:cubicBezTo>
                    <a:pt x="1" y="1"/>
                    <a:pt x="1" y="2"/>
                    <a:pt x="2" y="1"/>
                  </a:cubicBezTo>
                  <a:cubicBezTo>
                    <a:pt x="1" y="1"/>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64" name="Freeform 104"/>
            <p:cNvSpPr>
              <a:spLocks/>
            </p:cNvSpPr>
            <p:nvPr/>
          </p:nvSpPr>
          <p:spPr bwMode="auto">
            <a:xfrm>
              <a:off x="4168691" y="5686970"/>
              <a:ext cx="3253" cy="0"/>
            </a:xfrm>
            <a:custGeom>
              <a:avLst/>
              <a:gdLst>
                <a:gd name="T0" fmla="*/ 0 w 1"/>
                <a:gd name="T1" fmla="*/ 0 w 1"/>
                <a:gd name="T2" fmla="*/ 0 w 1"/>
              </a:gdLst>
              <a:ahLst/>
              <a:cxnLst>
                <a:cxn ang="0">
                  <a:pos x="T0" y="0"/>
                </a:cxn>
                <a:cxn ang="0">
                  <a:pos x="T1" y="0"/>
                </a:cxn>
                <a:cxn ang="0">
                  <a:pos x="T2" y="0"/>
                </a:cxn>
              </a:cxnLst>
              <a:rect l="0" t="0" r="r" b="b"/>
              <a:pathLst>
                <a:path w="1">
                  <a:moveTo>
                    <a:pt x="0" y="0"/>
                  </a:moveTo>
                  <a:cubicBezTo>
                    <a:pt x="0" y="0"/>
                    <a:pt x="1"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65" name="Freeform 105"/>
            <p:cNvSpPr>
              <a:spLocks/>
            </p:cNvSpPr>
            <p:nvPr/>
          </p:nvSpPr>
          <p:spPr bwMode="auto">
            <a:xfrm>
              <a:off x="4171943" y="5686970"/>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66" name="Freeform 106"/>
            <p:cNvSpPr>
              <a:spLocks/>
            </p:cNvSpPr>
            <p:nvPr/>
          </p:nvSpPr>
          <p:spPr bwMode="auto">
            <a:xfrm>
              <a:off x="4130741" y="5696728"/>
              <a:ext cx="2169" cy="3253"/>
            </a:xfrm>
            <a:custGeom>
              <a:avLst/>
              <a:gdLst>
                <a:gd name="T0" fmla="*/ 0 w 1"/>
                <a:gd name="T1" fmla="*/ 0 h 1"/>
                <a:gd name="T2" fmla="*/ 1 w 1"/>
                <a:gd name="T3" fmla="*/ 1 h 1"/>
                <a:gd name="T4" fmla="*/ 0 w 1"/>
                <a:gd name="T5" fmla="*/ 0 h 1"/>
              </a:gdLst>
              <a:ahLst/>
              <a:cxnLst>
                <a:cxn ang="0">
                  <a:pos x="T0" y="T1"/>
                </a:cxn>
                <a:cxn ang="0">
                  <a:pos x="T2" y="T3"/>
                </a:cxn>
                <a:cxn ang="0">
                  <a:pos x="T4" y="T5"/>
                </a:cxn>
              </a:cxnLst>
              <a:rect l="0" t="0" r="r" b="b"/>
              <a:pathLst>
                <a:path w="1" h="1">
                  <a:moveTo>
                    <a:pt x="0" y="0"/>
                  </a:moveTo>
                  <a:cubicBezTo>
                    <a:pt x="0" y="1"/>
                    <a:pt x="0" y="1"/>
                    <a:pt x="1" y="1"/>
                  </a:cubicBezTo>
                  <a:cubicBezTo>
                    <a:pt x="1" y="0"/>
                    <a:pt x="0"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67" name="Freeform 107"/>
            <p:cNvSpPr>
              <a:spLocks/>
            </p:cNvSpPr>
            <p:nvPr/>
          </p:nvSpPr>
          <p:spPr bwMode="auto">
            <a:xfrm>
              <a:off x="3894367" y="5796482"/>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68" name="Freeform 108"/>
            <p:cNvSpPr>
              <a:spLocks/>
            </p:cNvSpPr>
            <p:nvPr/>
          </p:nvSpPr>
          <p:spPr bwMode="auto">
            <a:xfrm>
              <a:off x="4051588" y="5763954"/>
              <a:ext cx="2169" cy="2169"/>
            </a:xfrm>
            <a:custGeom>
              <a:avLst/>
              <a:gdLst>
                <a:gd name="T0" fmla="*/ 1 w 1"/>
                <a:gd name="T1" fmla="*/ 1 h 1"/>
                <a:gd name="T2" fmla="*/ 1 w 1"/>
                <a:gd name="T3" fmla="*/ 0 h 1"/>
                <a:gd name="T4" fmla="*/ 1 w 1"/>
                <a:gd name="T5" fmla="*/ 1 h 1"/>
              </a:gdLst>
              <a:ahLst/>
              <a:cxnLst>
                <a:cxn ang="0">
                  <a:pos x="T0" y="T1"/>
                </a:cxn>
                <a:cxn ang="0">
                  <a:pos x="T2" y="T3"/>
                </a:cxn>
                <a:cxn ang="0">
                  <a:pos x="T4" y="T5"/>
                </a:cxn>
              </a:cxnLst>
              <a:rect l="0" t="0" r="r" b="b"/>
              <a:pathLst>
                <a:path w="1" h="1">
                  <a:moveTo>
                    <a:pt x="1" y="1"/>
                  </a:moveTo>
                  <a:cubicBezTo>
                    <a:pt x="1" y="0"/>
                    <a:pt x="1" y="0"/>
                    <a:pt x="1" y="0"/>
                  </a:cubicBezTo>
                  <a:cubicBezTo>
                    <a:pt x="0" y="0"/>
                    <a:pt x="1" y="1"/>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69" name="Freeform 109"/>
            <p:cNvSpPr>
              <a:spLocks/>
            </p:cNvSpPr>
            <p:nvPr/>
          </p:nvSpPr>
          <p:spPr bwMode="auto">
            <a:xfrm>
              <a:off x="4053757" y="5707571"/>
              <a:ext cx="15180" cy="30360"/>
            </a:xfrm>
            <a:custGeom>
              <a:avLst/>
              <a:gdLst>
                <a:gd name="T0" fmla="*/ 6 w 6"/>
                <a:gd name="T1" fmla="*/ 0 h 12"/>
                <a:gd name="T2" fmla="*/ 3 w 6"/>
                <a:gd name="T3" fmla="*/ 6 h 12"/>
                <a:gd name="T4" fmla="*/ 4 w 6"/>
                <a:gd name="T5" fmla="*/ 7 h 12"/>
                <a:gd name="T6" fmla="*/ 2 w 6"/>
                <a:gd name="T7" fmla="*/ 11 h 12"/>
                <a:gd name="T8" fmla="*/ 0 w 6"/>
                <a:gd name="T9" fmla="*/ 8 h 12"/>
                <a:gd name="T10" fmla="*/ 0 w 6"/>
                <a:gd name="T11" fmla="*/ 11 h 12"/>
                <a:gd name="T12" fmla="*/ 0 w 6"/>
                <a:gd name="T13" fmla="*/ 12 h 12"/>
                <a:gd name="T14" fmla="*/ 1 w 6"/>
                <a:gd name="T15" fmla="*/ 12 h 12"/>
                <a:gd name="T16" fmla="*/ 3 w 6"/>
                <a:gd name="T17" fmla="*/ 11 h 12"/>
                <a:gd name="T18" fmla="*/ 4 w 6"/>
                <a:gd name="T19" fmla="*/ 11 h 12"/>
                <a:gd name="T20" fmla="*/ 5 w 6"/>
                <a:gd name="T21" fmla="*/ 8 h 12"/>
                <a:gd name="T22" fmla="*/ 6 w 6"/>
                <a:gd name="T23" fmla="*/ 9 h 12"/>
                <a:gd name="T24" fmla="*/ 6 w 6"/>
                <a:gd name="T25" fmla="*/ 6 h 12"/>
                <a:gd name="T26" fmla="*/ 4 w 6"/>
                <a:gd name="T27" fmla="*/ 5 h 12"/>
                <a:gd name="T28" fmla="*/ 6 w 6"/>
                <a:gd name="T29" fmla="*/ 1 h 12"/>
                <a:gd name="T30" fmla="*/ 6 w 6"/>
                <a:gd name="T31"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 h="12">
                  <a:moveTo>
                    <a:pt x="6" y="0"/>
                  </a:moveTo>
                  <a:cubicBezTo>
                    <a:pt x="5" y="2"/>
                    <a:pt x="3" y="3"/>
                    <a:pt x="3" y="6"/>
                  </a:cubicBezTo>
                  <a:cubicBezTo>
                    <a:pt x="3" y="6"/>
                    <a:pt x="4" y="7"/>
                    <a:pt x="4" y="7"/>
                  </a:cubicBezTo>
                  <a:cubicBezTo>
                    <a:pt x="3" y="8"/>
                    <a:pt x="3" y="10"/>
                    <a:pt x="2" y="11"/>
                  </a:cubicBezTo>
                  <a:cubicBezTo>
                    <a:pt x="0" y="12"/>
                    <a:pt x="1" y="8"/>
                    <a:pt x="0" y="8"/>
                  </a:cubicBezTo>
                  <a:cubicBezTo>
                    <a:pt x="0" y="9"/>
                    <a:pt x="0" y="10"/>
                    <a:pt x="0" y="11"/>
                  </a:cubicBezTo>
                  <a:cubicBezTo>
                    <a:pt x="0" y="11"/>
                    <a:pt x="0" y="12"/>
                    <a:pt x="0" y="12"/>
                  </a:cubicBezTo>
                  <a:cubicBezTo>
                    <a:pt x="0" y="11"/>
                    <a:pt x="1" y="12"/>
                    <a:pt x="1" y="12"/>
                  </a:cubicBezTo>
                  <a:cubicBezTo>
                    <a:pt x="2" y="12"/>
                    <a:pt x="2" y="11"/>
                    <a:pt x="3" y="11"/>
                  </a:cubicBezTo>
                  <a:cubicBezTo>
                    <a:pt x="3" y="11"/>
                    <a:pt x="4" y="11"/>
                    <a:pt x="4" y="11"/>
                  </a:cubicBezTo>
                  <a:cubicBezTo>
                    <a:pt x="5" y="10"/>
                    <a:pt x="5" y="8"/>
                    <a:pt x="5" y="8"/>
                  </a:cubicBezTo>
                  <a:cubicBezTo>
                    <a:pt x="6" y="7"/>
                    <a:pt x="6" y="9"/>
                    <a:pt x="6" y="9"/>
                  </a:cubicBezTo>
                  <a:cubicBezTo>
                    <a:pt x="6" y="8"/>
                    <a:pt x="6" y="7"/>
                    <a:pt x="6" y="6"/>
                  </a:cubicBezTo>
                  <a:cubicBezTo>
                    <a:pt x="6" y="6"/>
                    <a:pt x="5" y="5"/>
                    <a:pt x="4" y="5"/>
                  </a:cubicBezTo>
                  <a:cubicBezTo>
                    <a:pt x="4" y="2"/>
                    <a:pt x="6" y="3"/>
                    <a:pt x="6" y="1"/>
                  </a:cubicBezTo>
                  <a:cubicBezTo>
                    <a:pt x="6" y="0"/>
                    <a:pt x="6" y="0"/>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70" name="Freeform 110"/>
            <p:cNvSpPr>
              <a:spLocks/>
            </p:cNvSpPr>
            <p:nvPr/>
          </p:nvSpPr>
          <p:spPr bwMode="auto">
            <a:xfrm>
              <a:off x="3971351" y="5740099"/>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71" name="Freeform 111"/>
            <p:cNvSpPr>
              <a:spLocks/>
            </p:cNvSpPr>
            <p:nvPr/>
          </p:nvSpPr>
          <p:spPr bwMode="auto">
            <a:xfrm>
              <a:off x="4187123" y="5809494"/>
              <a:ext cx="5422" cy="7590"/>
            </a:xfrm>
            <a:custGeom>
              <a:avLst/>
              <a:gdLst>
                <a:gd name="T0" fmla="*/ 1 w 2"/>
                <a:gd name="T1" fmla="*/ 0 h 3"/>
                <a:gd name="T2" fmla="*/ 1 w 2"/>
                <a:gd name="T3" fmla="*/ 2 h 3"/>
                <a:gd name="T4" fmla="*/ 2 w 2"/>
                <a:gd name="T5" fmla="*/ 3 h 3"/>
                <a:gd name="T6" fmla="*/ 2 w 2"/>
                <a:gd name="T7" fmla="*/ 1 h 3"/>
                <a:gd name="T8" fmla="*/ 1 w 2"/>
                <a:gd name="T9" fmla="*/ 0 h 3"/>
              </a:gdLst>
              <a:ahLst/>
              <a:cxnLst>
                <a:cxn ang="0">
                  <a:pos x="T0" y="T1"/>
                </a:cxn>
                <a:cxn ang="0">
                  <a:pos x="T2" y="T3"/>
                </a:cxn>
                <a:cxn ang="0">
                  <a:pos x="T4" y="T5"/>
                </a:cxn>
                <a:cxn ang="0">
                  <a:pos x="T6" y="T7"/>
                </a:cxn>
                <a:cxn ang="0">
                  <a:pos x="T8" y="T9"/>
                </a:cxn>
              </a:cxnLst>
              <a:rect l="0" t="0" r="r" b="b"/>
              <a:pathLst>
                <a:path w="2" h="3">
                  <a:moveTo>
                    <a:pt x="1" y="0"/>
                  </a:moveTo>
                  <a:cubicBezTo>
                    <a:pt x="0" y="1"/>
                    <a:pt x="1" y="1"/>
                    <a:pt x="1" y="2"/>
                  </a:cubicBezTo>
                  <a:cubicBezTo>
                    <a:pt x="1" y="3"/>
                    <a:pt x="2" y="3"/>
                    <a:pt x="2" y="3"/>
                  </a:cubicBezTo>
                  <a:cubicBezTo>
                    <a:pt x="2" y="1"/>
                    <a:pt x="2" y="2"/>
                    <a:pt x="2" y="1"/>
                  </a:cubicBezTo>
                  <a:cubicBezTo>
                    <a:pt x="1" y="1"/>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72" name="Freeform 112"/>
            <p:cNvSpPr>
              <a:spLocks/>
            </p:cNvSpPr>
            <p:nvPr/>
          </p:nvSpPr>
          <p:spPr bwMode="auto">
            <a:xfrm>
              <a:off x="4081948" y="5704318"/>
              <a:ext cx="7590" cy="7590"/>
            </a:xfrm>
            <a:custGeom>
              <a:avLst/>
              <a:gdLst>
                <a:gd name="T0" fmla="*/ 0 w 3"/>
                <a:gd name="T1" fmla="*/ 0 h 3"/>
                <a:gd name="T2" fmla="*/ 2 w 3"/>
                <a:gd name="T3" fmla="*/ 3 h 3"/>
                <a:gd name="T4" fmla="*/ 2 w 3"/>
                <a:gd name="T5" fmla="*/ 2 h 3"/>
                <a:gd name="T6" fmla="*/ 3 w 3"/>
                <a:gd name="T7" fmla="*/ 1 h 3"/>
                <a:gd name="T8" fmla="*/ 0 w 3"/>
                <a:gd name="T9" fmla="*/ 0 h 3"/>
              </a:gdLst>
              <a:ahLst/>
              <a:cxnLst>
                <a:cxn ang="0">
                  <a:pos x="T0" y="T1"/>
                </a:cxn>
                <a:cxn ang="0">
                  <a:pos x="T2" y="T3"/>
                </a:cxn>
                <a:cxn ang="0">
                  <a:pos x="T4" y="T5"/>
                </a:cxn>
                <a:cxn ang="0">
                  <a:pos x="T6" y="T7"/>
                </a:cxn>
                <a:cxn ang="0">
                  <a:pos x="T8" y="T9"/>
                </a:cxn>
              </a:cxnLst>
              <a:rect l="0" t="0" r="r" b="b"/>
              <a:pathLst>
                <a:path w="3" h="3">
                  <a:moveTo>
                    <a:pt x="0" y="0"/>
                  </a:moveTo>
                  <a:cubicBezTo>
                    <a:pt x="0" y="1"/>
                    <a:pt x="0" y="3"/>
                    <a:pt x="2" y="3"/>
                  </a:cubicBezTo>
                  <a:cubicBezTo>
                    <a:pt x="2" y="3"/>
                    <a:pt x="1" y="2"/>
                    <a:pt x="2" y="2"/>
                  </a:cubicBezTo>
                  <a:cubicBezTo>
                    <a:pt x="2" y="1"/>
                    <a:pt x="3" y="2"/>
                    <a:pt x="3" y="1"/>
                  </a:cubicBezTo>
                  <a:cubicBezTo>
                    <a:pt x="3" y="0"/>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73" name="Freeform 113"/>
            <p:cNvSpPr>
              <a:spLocks/>
            </p:cNvSpPr>
            <p:nvPr/>
          </p:nvSpPr>
          <p:spPr bwMode="auto">
            <a:xfrm>
              <a:off x="4076526" y="5696728"/>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74" name="Freeform 114"/>
            <p:cNvSpPr>
              <a:spLocks/>
            </p:cNvSpPr>
            <p:nvPr/>
          </p:nvSpPr>
          <p:spPr bwMode="auto">
            <a:xfrm>
              <a:off x="4087369" y="5796482"/>
              <a:ext cx="0" cy="3253"/>
            </a:xfrm>
            <a:custGeom>
              <a:avLst/>
              <a:gdLst>
                <a:gd name="T0" fmla="*/ 0 h 1"/>
                <a:gd name="T1" fmla="*/ 0 h 1"/>
                <a:gd name="T2" fmla="*/ 0 h 1"/>
              </a:gdLst>
              <a:ahLst/>
              <a:cxnLst>
                <a:cxn ang="0">
                  <a:pos x="0" y="T0"/>
                </a:cxn>
                <a:cxn ang="0">
                  <a:pos x="0" y="T1"/>
                </a:cxn>
                <a:cxn ang="0">
                  <a:pos x="0" y="T2"/>
                </a:cxn>
              </a:cxnLst>
              <a:rect l="0" t="0" r="r" b="b"/>
              <a:pathLst>
                <a:path h="1">
                  <a:moveTo>
                    <a:pt x="0" y="0"/>
                  </a:moveTo>
                  <a:cubicBezTo>
                    <a:pt x="0" y="1"/>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75" name="Freeform 115"/>
            <p:cNvSpPr>
              <a:spLocks/>
            </p:cNvSpPr>
            <p:nvPr/>
          </p:nvSpPr>
          <p:spPr bwMode="auto">
            <a:xfrm>
              <a:off x="4087369" y="5709740"/>
              <a:ext cx="2169" cy="2169"/>
            </a:xfrm>
            <a:custGeom>
              <a:avLst/>
              <a:gdLst>
                <a:gd name="T0" fmla="*/ 0 w 1"/>
                <a:gd name="T1" fmla="*/ 1 h 1"/>
                <a:gd name="T2" fmla="*/ 1 w 1"/>
                <a:gd name="T3" fmla="*/ 0 h 1"/>
                <a:gd name="T4" fmla="*/ 0 w 1"/>
                <a:gd name="T5" fmla="*/ 1 h 1"/>
              </a:gdLst>
              <a:ahLst/>
              <a:cxnLst>
                <a:cxn ang="0">
                  <a:pos x="T0" y="T1"/>
                </a:cxn>
                <a:cxn ang="0">
                  <a:pos x="T2" y="T3"/>
                </a:cxn>
                <a:cxn ang="0">
                  <a:pos x="T4" y="T5"/>
                </a:cxn>
              </a:cxnLst>
              <a:rect l="0" t="0" r="r" b="b"/>
              <a:pathLst>
                <a:path w="1" h="1">
                  <a:moveTo>
                    <a:pt x="0" y="1"/>
                  </a:moveTo>
                  <a:cubicBezTo>
                    <a:pt x="0" y="1"/>
                    <a:pt x="1" y="0"/>
                    <a:pt x="1" y="0"/>
                  </a:cubicBezTo>
                  <a:cubicBezTo>
                    <a:pt x="1" y="0"/>
                    <a:pt x="0" y="0"/>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76" name="Freeform 116"/>
            <p:cNvSpPr>
              <a:spLocks/>
            </p:cNvSpPr>
            <p:nvPr/>
          </p:nvSpPr>
          <p:spPr bwMode="auto">
            <a:xfrm>
              <a:off x="4128572" y="5694560"/>
              <a:ext cx="2169" cy="2169"/>
            </a:xfrm>
            <a:custGeom>
              <a:avLst/>
              <a:gdLst>
                <a:gd name="T0" fmla="*/ 1 w 1"/>
                <a:gd name="T1" fmla="*/ 1 h 1"/>
                <a:gd name="T2" fmla="*/ 1 w 1"/>
                <a:gd name="T3" fmla="*/ 1 h 1"/>
              </a:gdLst>
              <a:ahLst/>
              <a:cxnLst>
                <a:cxn ang="0">
                  <a:pos x="T0" y="T1"/>
                </a:cxn>
                <a:cxn ang="0">
                  <a:pos x="T2" y="T3"/>
                </a:cxn>
              </a:cxnLst>
              <a:rect l="0" t="0" r="r" b="b"/>
              <a:pathLst>
                <a:path w="1" h="1">
                  <a:moveTo>
                    <a:pt x="1" y="1"/>
                  </a:moveTo>
                  <a:cubicBezTo>
                    <a:pt x="1" y="0"/>
                    <a:pt x="0" y="1"/>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77" name="Freeform 117"/>
            <p:cNvSpPr>
              <a:spLocks/>
            </p:cNvSpPr>
            <p:nvPr/>
          </p:nvSpPr>
          <p:spPr bwMode="auto">
            <a:xfrm>
              <a:off x="4072189" y="5722751"/>
              <a:ext cx="2169" cy="2169"/>
            </a:xfrm>
            <a:custGeom>
              <a:avLst/>
              <a:gdLst>
                <a:gd name="T0" fmla="*/ 0 w 1"/>
                <a:gd name="T1" fmla="*/ 1 h 1"/>
                <a:gd name="T2" fmla="*/ 1 w 1"/>
                <a:gd name="T3" fmla="*/ 0 h 1"/>
                <a:gd name="T4" fmla="*/ 0 w 1"/>
                <a:gd name="T5" fmla="*/ 1 h 1"/>
              </a:gdLst>
              <a:ahLst/>
              <a:cxnLst>
                <a:cxn ang="0">
                  <a:pos x="T0" y="T1"/>
                </a:cxn>
                <a:cxn ang="0">
                  <a:pos x="T2" y="T3"/>
                </a:cxn>
                <a:cxn ang="0">
                  <a:pos x="T4" y="T5"/>
                </a:cxn>
              </a:cxnLst>
              <a:rect l="0" t="0" r="r" b="b"/>
              <a:pathLst>
                <a:path w="1" h="1">
                  <a:moveTo>
                    <a:pt x="0" y="1"/>
                  </a:moveTo>
                  <a:cubicBezTo>
                    <a:pt x="1" y="1"/>
                    <a:pt x="1" y="1"/>
                    <a:pt x="1" y="0"/>
                  </a:cubicBezTo>
                  <a:cubicBezTo>
                    <a:pt x="1" y="0"/>
                    <a:pt x="0" y="0"/>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78" name="Freeform 118"/>
            <p:cNvSpPr>
              <a:spLocks/>
            </p:cNvSpPr>
            <p:nvPr/>
          </p:nvSpPr>
          <p:spPr bwMode="auto">
            <a:xfrm>
              <a:off x="4171943" y="5683717"/>
              <a:ext cx="2169" cy="0"/>
            </a:xfrm>
            <a:custGeom>
              <a:avLst/>
              <a:gdLst>
                <a:gd name="T0" fmla="*/ 1 w 1"/>
                <a:gd name="T1" fmla="*/ 1 w 1"/>
                <a:gd name="T2" fmla="*/ 1 w 1"/>
              </a:gdLst>
              <a:ahLst/>
              <a:cxnLst>
                <a:cxn ang="0">
                  <a:pos x="T0" y="0"/>
                </a:cxn>
                <a:cxn ang="0">
                  <a:pos x="T1" y="0"/>
                </a:cxn>
                <a:cxn ang="0">
                  <a:pos x="T2" y="0"/>
                </a:cxn>
              </a:cxnLst>
              <a:rect l="0" t="0" r="r" b="b"/>
              <a:pathLst>
                <a:path w="1">
                  <a:moveTo>
                    <a:pt x="1" y="0"/>
                  </a:moveTo>
                  <a:cubicBezTo>
                    <a:pt x="1" y="0"/>
                    <a:pt x="1" y="0"/>
                    <a:pt x="1" y="0"/>
                  </a:cubicBezTo>
                  <a:cubicBezTo>
                    <a:pt x="1" y="0"/>
                    <a:pt x="0"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79" name="Freeform 119"/>
            <p:cNvSpPr>
              <a:spLocks/>
            </p:cNvSpPr>
            <p:nvPr/>
          </p:nvSpPr>
          <p:spPr bwMode="auto">
            <a:xfrm>
              <a:off x="4012554" y="5655525"/>
              <a:ext cx="10843" cy="5422"/>
            </a:xfrm>
            <a:custGeom>
              <a:avLst/>
              <a:gdLst>
                <a:gd name="T0" fmla="*/ 4 w 4"/>
                <a:gd name="T1" fmla="*/ 1 h 2"/>
                <a:gd name="T2" fmla="*/ 0 w 4"/>
                <a:gd name="T3" fmla="*/ 2 h 2"/>
                <a:gd name="T4" fmla="*/ 3 w 4"/>
                <a:gd name="T5" fmla="*/ 2 h 2"/>
                <a:gd name="T6" fmla="*/ 4 w 4"/>
                <a:gd name="T7" fmla="*/ 1 h 2"/>
              </a:gdLst>
              <a:ahLst/>
              <a:cxnLst>
                <a:cxn ang="0">
                  <a:pos x="T0" y="T1"/>
                </a:cxn>
                <a:cxn ang="0">
                  <a:pos x="T2" y="T3"/>
                </a:cxn>
                <a:cxn ang="0">
                  <a:pos x="T4" y="T5"/>
                </a:cxn>
                <a:cxn ang="0">
                  <a:pos x="T6" y="T7"/>
                </a:cxn>
              </a:cxnLst>
              <a:rect l="0" t="0" r="r" b="b"/>
              <a:pathLst>
                <a:path w="4" h="2">
                  <a:moveTo>
                    <a:pt x="4" y="1"/>
                  </a:moveTo>
                  <a:cubicBezTo>
                    <a:pt x="3" y="1"/>
                    <a:pt x="1" y="0"/>
                    <a:pt x="0" y="2"/>
                  </a:cubicBezTo>
                  <a:cubicBezTo>
                    <a:pt x="2" y="1"/>
                    <a:pt x="3" y="2"/>
                    <a:pt x="3" y="2"/>
                  </a:cubicBezTo>
                  <a:cubicBezTo>
                    <a:pt x="4" y="2"/>
                    <a:pt x="4"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80" name="Freeform 120"/>
            <p:cNvSpPr>
              <a:spLocks/>
            </p:cNvSpPr>
            <p:nvPr/>
          </p:nvSpPr>
          <p:spPr bwMode="auto">
            <a:xfrm>
              <a:off x="4017975" y="5686970"/>
              <a:ext cx="2169" cy="4337"/>
            </a:xfrm>
            <a:custGeom>
              <a:avLst/>
              <a:gdLst>
                <a:gd name="T0" fmla="*/ 1 w 1"/>
                <a:gd name="T1" fmla="*/ 2 h 2"/>
                <a:gd name="T2" fmla="*/ 1 w 1"/>
                <a:gd name="T3" fmla="*/ 0 h 2"/>
                <a:gd name="T4" fmla="*/ 1 w 1"/>
                <a:gd name="T5" fmla="*/ 2 h 2"/>
              </a:gdLst>
              <a:ahLst/>
              <a:cxnLst>
                <a:cxn ang="0">
                  <a:pos x="T0" y="T1"/>
                </a:cxn>
                <a:cxn ang="0">
                  <a:pos x="T2" y="T3"/>
                </a:cxn>
                <a:cxn ang="0">
                  <a:pos x="T4" y="T5"/>
                </a:cxn>
              </a:cxnLst>
              <a:rect l="0" t="0" r="r" b="b"/>
              <a:pathLst>
                <a:path w="1" h="2">
                  <a:moveTo>
                    <a:pt x="1" y="2"/>
                  </a:moveTo>
                  <a:cubicBezTo>
                    <a:pt x="1" y="1"/>
                    <a:pt x="1" y="1"/>
                    <a:pt x="1" y="0"/>
                  </a:cubicBezTo>
                  <a:cubicBezTo>
                    <a:pt x="1" y="0"/>
                    <a:pt x="0" y="1"/>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81" name="Freeform 121"/>
            <p:cNvSpPr>
              <a:spLocks/>
            </p:cNvSpPr>
            <p:nvPr/>
          </p:nvSpPr>
          <p:spPr bwMode="auto">
            <a:xfrm>
              <a:off x="3892198" y="5792145"/>
              <a:ext cx="2169" cy="4337"/>
            </a:xfrm>
            <a:custGeom>
              <a:avLst/>
              <a:gdLst>
                <a:gd name="T0" fmla="*/ 0 w 1"/>
                <a:gd name="T1" fmla="*/ 0 h 2"/>
                <a:gd name="T2" fmla="*/ 1 w 1"/>
                <a:gd name="T3" fmla="*/ 1 h 2"/>
                <a:gd name="T4" fmla="*/ 0 w 1"/>
                <a:gd name="T5" fmla="*/ 0 h 2"/>
              </a:gdLst>
              <a:ahLst/>
              <a:cxnLst>
                <a:cxn ang="0">
                  <a:pos x="T0" y="T1"/>
                </a:cxn>
                <a:cxn ang="0">
                  <a:pos x="T2" y="T3"/>
                </a:cxn>
                <a:cxn ang="0">
                  <a:pos x="T4" y="T5"/>
                </a:cxn>
              </a:cxnLst>
              <a:rect l="0" t="0" r="r" b="b"/>
              <a:pathLst>
                <a:path w="1" h="2">
                  <a:moveTo>
                    <a:pt x="0" y="0"/>
                  </a:moveTo>
                  <a:cubicBezTo>
                    <a:pt x="0" y="1"/>
                    <a:pt x="1" y="2"/>
                    <a:pt x="1" y="1"/>
                  </a:cubicBezTo>
                  <a:cubicBezTo>
                    <a:pt x="1" y="1"/>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82" name="Freeform 122"/>
            <p:cNvSpPr>
              <a:spLocks/>
            </p:cNvSpPr>
            <p:nvPr/>
          </p:nvSpPr>
          <p:spPr bwMode="auto">
            <a:xfrm>
              <a:off x="3892198" y="5788893"/>
              <a:ext cx="0" cy="3253"/>
            </a:xfrm>
            <a:custGeom>
              <a:avLst/>
              <a:gdLst>
                <a:gd name="T0" fmla="*/ 1 h 1"/>
                <a:gd name="T1" fmla="*/ 1 h 1"/>
                <a:gd name="T2" fmla="*/ 1 h 1"/>
              </a:gdLst>
              <a:ahLst/>
              <a:cxnLst>
                <a:cxn ang="0">
                  <a:pos x="0" y="T0"/>
                </a:cxn>
                <a:cxn ang="0">
                  <a:pos x="0" y="T1"/>
                </a:cxn>
                <a:cxn ang="0">
                  <a:pos x="0" y="T2"/>
                </a:cxn>
              </a:cxnLst>
              <a:rect l="0" t="0" r="r" b="b"/>
              <a:pathLst>
                <a:path h="1">
                  <a:moveTo>
                    <a:pt x="0" y="1"/>
                  </a:moveTo>
                  <a:cubicBezTo>
                    <a:pt x="0" y="1"/>
                    <a:pt x="0" y="1"/>
                    <a:pt x="0" y="1"/>
                  </a:cubicBezTo>
                  <a:cubicBezTo>
                    <a:pt x="0" y="1"/>
                    <a:pt x="0" y="0"/>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grpSp>
      <p:grpSp>
        <p:nvGrpSpPr>
          <p:cNvPr id="83" name="原创设计师QQ598969553          _9"/>
          <p:cNvGrpSpPr/>
          <p:nvPr/>
        </p:nvGrpSpPr>
        <p:grpSpPr>
          <a:xfrm>
            <a:off x="4403552" y="1589498"/>
            <a:ext cx="329990" cy="282944"/>
            <a:chOff x="5964264" y="5437584"/>
            <a:chExt cx="532384" cy="456484"/>
          </a:xfrm>
          <a:solidFill>
            <a:schemeClr val="accent1"/>
          </a:solidFill>
        </p:grpSpPr>
        <p:sp>
          <p:nvSpPr>
            <p:cNvPr id="84" name="Freeform 212"/>
            <p:cNvSpPr>
              <a:spLocks noEditPoints="1"/>
            </p:cNvSpPr>
            <p:nvPr/>
          </p:nvSpPr>
          <p:spPr bwMode="auto">
            <a:xfrm>
              <a:off x="6141003" y="5437584"/>
              <a:ext cx="355645" cy="315527"/>
            </a:xfrm>
            <a:custGeom>
              <a:avLst/>
              <a:gdLst>
                <a:gd name="T0" fmla="*/ 8 w 139"/>
                <a:gd name="T1" fmla="*/ 123 h 123"/>
                <a:gd name="T2" fmla="*/ 20 w 139"/>
                <a:gd name="T3" fmla="*/ 90 h 123"/>
                <a:gd name="T4" fmla="*/ 0 w 139"/>
                <a:gd name="T5" fmla="*/ 53 h 123"/>
                <a:gd name="T6" fmla="*/ 69 w 139"/>
                <a:gd name="T7" fmla="*/ 0 h 123"/>
                <a:gd name="T8" fmla="*/ 139 w 139"/>
                <a:gd name="T9" fmla="*/ 53 h 123"/>
                <a:gd name="T10" fmla="*/ 69 w 139"/>
                <a:gd name="T11" fmla="*/ 106 h 123"/>
                <a:gd name="T12" fmla="*/ 45 w 139"/>
                <a:gd name="T13" fmla="*/ 103 h 123"/>
                <a:gd name="T14" fmla="*/ 22 w 139"/>
                <a:gd name="T15" fmla="*/ 115 h 123"/>
                <a:gd name="T16" fmla="*/ 8 w 139"/>
                <a:gd name="T17" fmla="*/ 123 h 123"/>
                <a:gd name="T18" fmla="*/ 69 w 139"/>
                <a:gd name="T19" fmla="*/ 12 h 123"/>
                <a:gd name="T20" fmla="*/ 12 w 139"/>
                <a:gd name="T21" fmla="*/ 53 h 123"/>
                <a:gd name="T22" fmla="*/ 30 w 139"/>
                <a:gd name="T23" fmla="*/ 83 h 123"/>
                <a:gd name="T24" fmla="*/ 34 w 139"/>
                <a:gd name="T25" fmla="*/ 85 h 123"/>
                <a:gd name="T26" fmla="*/ 30 w 139"/>
                <a:gd name="T27" fmla="*/ 97 h 123"/>
                <a:gd name="T28" fmla="*/ 45 w 139"/>
                <a:gd name="T29" fmla="*/ 91 h 123"/>
                <a:gd name="T30" fmla="*/ 46 w 139"/>
                <a:gd name="T31" fmla="*/ 91 h 123"/>
                <a:gd name="T32" fmla="*/ 47 w 139"/>
                <a:gd name="T33" fmla="*/ 91 h 123"/>
                <a:gd name="T34" fmla="*/ 69 w 139"/>
                <a:gd name="T35" fmla="*/ 94 h 123"/>
                <a:gd name="T36" fmla="*/ 127 w 139"/>
                <a:gd name="T37" fmla="*/ 53 h 123"/>
                <a:gd name="T38" fmla="*/ 69 w 139"/>
                <a:gd name="T39" fmla="*/ 12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9" h="123">
                  <a:moveTo>
                    <a:pt x="8" y="123"/>
                  </a:moveTo>
                  <a:cubicBezTo>
                    <a:pt x="20" y="90"/>
                    <a:pt x="20" y="90"/>
                    <a:pt x="20" y="90"/>
                  </a:cubicBezTo>
                  <a:cubicBezTo>
                    <a:pt x="7" y="80"/>
                    <a:pt x="0" y="67"/>
                    <a:pt x="0" y="53"/>
                  </a:cubicBezTo>
                  <a:cubicBezTo>
                    <a:pt x="0" y="24"/>
                    <a:pt x="31" y="0"/>
                    <a:pt x="69" y="0"/>
                  </a:cubicBezTo>
                  <a:cubicBezTo>
                    <a:pt x="108" y="0"/>
                    <a:pt x="139" y="24"/>
                    <a:pt x="139" y="53"/>
                  </a:cubicBezTo>
                  <a:cubicBezTo>
                    <a:pt x="139" y="82"/>
                    <a:pt x="108" y="106"/>
                    <a:pt x="69" y="106"/>
                  </a:cubicBezTo>
                  <a:cubicBezTo>
                    <a:pt x="61" y="106"/>
                    <a:pt x="53" y="105"/>
                    <a:pt x="45" y="103"/>
                  </a:cubicBezTo>
                  <a:cubicBezTo>
                    <a:pt x="42" y="104"/>
                    <a:pt x="31" y="110"/>
                    <a:pt x="22" y="115"/>
                  </a:cubicBezTo>
                  <a:cubicBezTo>
                    <a:pt x="8" y="123"/>
                    <a:pt x="8" y="123"/>
                    <a:pt x="8" y="123"/>
                  </a:cubicBezTo>
                  <a:close/>
                  <a:moveTo>
                    <a:pt x="69" y="12"/>
                  </a:moveTo>
                  <a:cubicBezTo>
                    <a:pt x="38" y="12"/>
                    <a:pt x="12" y="30"/>
                    <a:pt x="12" y="53"/>
                  </a:cubicBezTo>
                  <a:cubicBezTo>
                    <a:pt x="12" y="64"/>
                    <a:pt x="18" y="75"/>
                    <a:pt x="30" y="83"/>
                  </a:cubicBezTo>
                  <a:cubicBezTo>
                    <a:pt x="34" y="85"/>
                    <a:pt x="34" y="85"/>
                    <a:pt x="34" y="85"/>
                  </a:cubicBezTo>
                  <a:cubicBezTo>
                    <a:pt x="30" y="97"/>
                    <a:pt x="30" y="97"/>
                    <a:pt x="30" y="97"/>
                  </a:cubicBezTo>
                  <a:cubicBezTo>
                    <a:pt x="42" y="91"/>
                    <a:pt x="44" y="91"/>
                    <a:pt x="45" y="91"/>
                  </a:cubicBezTo>
                  <a:cubicBezTo>
                    <a:pt x="46" y="91"/>
                    <a:pt x="46" y="91"/>
                    <a:pt x="46" y="91"/>
                  </a:cubicBezTo>
                  <a:cubicBezTo>
                    <a:pt x="47" y="91"/>
                    <a:pt x="47" y="91"/>
                    <a:pt x="47" y="91"/>
                  </a:cubicBezTo>
                  <a:cubicBezTo>
                    <a:pt x="54" y="93"/>
                    <a:pt x="62" y="94"/>
                    <a:pt x="69" y="94"/>
                  </a:cubicBezTo>
                  <a:cubicBezTo>
                    <a:pt x="101" y="94"/>
                    <a:pt x="127" y="76"/>
                    <a:pt x="127" y="53"/>
                  </a:cubicBezTo>
                  <a:cubicBezTo>
                    <a:pt x="127" y="30"/>
                    <a:pt x="101" y="12"/>
                    <a:pt x="69"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85" name="Freeform 213"/>
            <p:cNvSpPr>
              <a:spLocks/>
            </p:cNvSpPr>
            <p:nvPr/>
          </p:nvSpPr>
          <p:spPr bwMode="auto">
            <a:xfrm>
              <a:off x="6238588" y="5529748"/>
              <a:ext cx="169148" cy="16265"/>
            </a:xfrm>
            <a:custGeom>
              <a:avLst/>
              <a:gdLst>
                <a:gd name="T0" fmla="*/ 156 w 156"/>
                <a:gd name="T1" fmla="*/ 15 h 15"/>
                <a:gd name="T2" fmla="*/ 0 w 156"/>
                <a:gd name="T3" fmla="*/ 15 h 15"/>
                <a:gd name="T4" fmla="*/ 0 w 156"/>
                <a:gd name="T5" fmla="*/ 0 h 15"/>
                <a:gd name="T6" fmla="*/ 156 w 156"/>
                <a:gd name="T7" fmla="*/ 0 h 15"/>
                <a:gd name="T8" fmla="*/ 156 w 156"/>
                <a:gd name="T9" fmla="*/ 15 h 15"/>
                <a:gd name="T10" fmla="*/ 156 w 156"/>
                <a:gd name="T11" fmla="*/ 15 h 15"/>
              </a:gdLst>
              <a:ahLst/>
              <a:cxnLst>
                <a:cxn ang="0">
                  <a:pos x="T0" y="T1"/>
                </a:cxn>
                <a:cxn ang="0">
                  <a:pos x="T2" y="T3"/>
                </a:cxn>
                <a:cxn ang="0">
                  <a:pos x="T4" y="T5"/>
                </a:cxn>
                <a:cxn ang="0">
                  <a:pos x="T6" y="T7"/>
                </a:cxn>
                <a:cxn ang="0">
                  <a:pos x="T8" y="T9"/>
                </a:cxn>
                <a:cxn ang="0">
                  <a:pos x="T10" y="T11"/>
                </a:cxn>
              </a:cxnLst>
              <a:rect l="0" t="0" r="r" b="b"/>
              <a:pathLst>
                <a:path w="156" h="15">
                  <a:moveTo>
                    <a:pt x="156" y="15"/>
                  </a:moveTo>
                  <a:lnTo>
                    <a:pt x="0" y="15"/>
                  </a:lnTo>
                  <a:lnTo>
                    <a:pt x="0" y="0"/>
                  </a:lnTo>
                  <a:lnTo>
                    <a:pt x="156" y="0"/>
                  </a:lnTo>
                  <a:lnTo>
                    <a:pt x="156" y="15"/>
                  </a:lnTo>
                  <a:lnTo>
                    <a:pt x="156"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86" name="Freeform 214"/>
            <p:cNvSpPr>
              <a:spLocks/>
            </p:cNvSpPr>
            <p:nvPr/>
          </p:nvSpPr>
          <p:spPr bwMode="auto">
            <a:xfrm>
              <a:off x="6238588" y="5561192"/>
              <a:ext cx="169148" cy="15180"/>
            </a:xfrm>
            <a:custGeom>
              <a:avLst/>
              <a:gdLst>
                <a:gd name="T0" fmla="*/ 156 w 156"/>
                <a:gd name="T1" fmla="*/ 14 h 14"/>
                <a:gd name="T2" fmla="*/ 0 w 156"/>
                <a:gd name="T3" fmla="*/ 14 h 14"/>
                <a:gd name="T4" fmla="*/ 0 w 156"/>
                <a:gd name="T5" fmla="*/ 0 h 14"/>
                <a:gd name="T6" fmla="*/ 156 w 156"/>
                <a:gd name="T7" fmla="*/ 0 h 14"/>
                <a:gd name="T8" fmla="*/ 156 w 156"/>
                <a:gd name="T9" fmla="*/ 14 h 14"/>
                <a:gd name="T10" fmla="*/ 156 w 156"/>
                <a:gd name="T11" fmla="*/ 14 h 14"/>
              </a:gdLst>
              <a:ahLst/>
              <a:cxnLst>
                <a:cxn ang="0">
                  <a:pos x="T0" y="T1"/>
                </a:cxn>
                <a:cxn ang="0">
                  <a:pos x="T2" y="T3"/>
                </a:cxn>
                <a:cxn ang="0">
                  <a:pos x="T4" y="T5"/>
                </a:cxn>
                <a:cxn ang="0">
                  <a:pos x="T6" y="T7"/>
                </a:cxn>
                <a:cxn ang="0">
                  <a:pos x="T8" y="T9"/>
                </a:cxn>
                <a:cxn ang="0">
                  <a:pos x="T10" y="T11"/>
                </a:cxn>
              </a:cxnLst>
              <a:rect l="0" t="0" r="r" b="b"/>
              <a:pathLst>
                <a:path w="156" h="14">
                  <a:moveTo>
                    <a:pt x="156" y="14"/>
                  </a:moveTo>
                  <a:lnTo>
                    <a:pt x="0" y="14"/>
                  </a:lnTo>
                  <a:lnTo>
                    <a:pt x="0" y="0"/>
                  </a:lnTo>
                  <a:lnTo>
                    <a:pt x="156" y="0"/>
                  </a:lnTo>
                  <a:lnTo>
                    <a:pt x="156" y="14"/>
                  </a:lnTo>
                  <a:lnTo>
                    <a:pt x="156"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87" name="Freeform 215"/>
            <p:cNvSpPr>
              <a:spLocks/>
            </p:cNvSpPr>
            <p:nvPr/>
          </p:nvSpPr>
          <p:spPr bwMode="auto">
            <a:xfrm>
              <a:off x="6238588" y="5591552"/>
              <a:ext cx="169148" cy="18433"/>
            </a:xfrm>
            <a:custGeom>
              <a:avLst/>
              <a:gdLst>
                <a:gd name="T0" fmla="*/ 156 w 156"/>
                <a:gd name="T1" fmla="*/ 17 h 17"/>
                <a:gd name="T2" fmla="*/ 0 w 156"/>
                <a:gd name="T3" fmla="*/ 17 h 17"/>
                <a:gd name="T4" fmla="*/ 0 w 156"/>
                <a:gd name="T5" fmla="*/ 0 h 17"/>
                <a:gd name="T6" fmla="*/ 156 w 156"/>
                <a:gd name="T7" fmla="*/ 0 h 17"/>
                <a:gd name="T8" fmla="*/ 156 w 156"/>
                <a:gd name="T9" fmla="*/ 17 h 17"/>
                <a:gd name="T10" fmla="*/ 156 w 156"/>
                <a:gd name="T11" fmla="*/ 17 h 17"/>
              </a:gdLst>
              <a:ahLst/>
              <a:cxnLst>
                <a:cxn ang="0">
                  <a:pos x="T0" y="T1"/>
                </a:cxn>
                <a:cxn ang="0">
                  <a:pos x="T2" y="T3"/>
                </a:cxn>
                <a:cxn ang="0">
                  <a:pos x="T4" y="T5"/>
                </a:cxn>
                <a:cxn ang="0">
                  <a:pos x="T6" y="T7"/>
                </a:cxn>
                <a:cxn ang="0">
                  <a:pos x="T8" y="T9"/>
                </a:cxn>
                <a:cxn ang="0">
                  <a:pos x="T10" y="T11"/>
                </a:cxn>
              </a:cxnLst>
              <a:rect l="0" t="0" r="r" b="b"/>
              <a:pathLst>
                <a:path w="156" h="17">
                  <a:moveTo>
                    <a:pt x="156" y="17"/>
                  </a:moveTo>
                  <a:lnTo>
                    <a:pt x="0" y="17"/>
                  </a:lnTo>
                  <a:lnTo>
                    <a:pt x="0" y="0"/>
                  </a:lnTo>
                  <a:lnTo>
                    <a:pt x="156" y="0"/>
                  </a:lnTo>
                  <a:lnTo>
                    <a:pt x="156" y="17"/>
                  </a:lnTo>
                  <a:lnTo>
                    <a:pt x="156"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88" name="Freeform 216"/>
            <p:cNvSpPr>
              <a:spLocks/>
            </p:cNvSpPr>
            <p:nvPr/>
          </p:nvSpPr>
          <p:spPr bwMode="auto">
            <a:xfrm>
              <a:off x="5964264" y="5622997"/>
              <a:ext cx="250470" cy="271071"/>
            </a:xfrm>
            <a:custGeom>
              <a:avLst/>
              <a:gdLst>
                <a:gd name="T0" fmla="*/ 92 w 98"/>
                <a:gd name="T1" fmla="*/ 73 h 106"/>
                <a:gd name="T2" fmla="*/ 61 w 98"/>
                <a:gd name="T3" fmla="*/ 64 h 106"/>
                <a:gd name="T4" fmla="*/ 62 w 98"/>
                <a:gd name="T5" fmla="*/ 57 h 106"/>
                <a:gd name="T6" fmla="*/ 66 w 98"/>
                <a:gd name="T7" fmla="*/ 51 h 106"/>
                <a:gd name="T8" fmla="*/ 67 w 98"/>
                <a:gd name="T9" fmla="*/ 44 h 106"/>
                <a:gd name="T10" fmla="*/ 69 w 98"/>
                <a:gd name="T11" fmla="*/ 45 h 106"/>
                <a:gd name="T12" fmla="*/ 71 w 98"/>
                <a:gd name="T13" fmla="*/ 43 h 106"/>
                <a:gd name="T14" fmla="*/ 72 w 98"/>
                <a:gd name="T15" fmla="*/ 32 h 106"/>
                <a:gd name="T16" fmla="*/ 70 w 98"/>
                <a:gd name="T17" fmla="*/ 29 h 106"/>
                <a:gd name="T18" fmla="*/ 69 w 98"/>
                <a:gd name="T19" fmla="*/ 30 h 106"/>
                <a:gd name="T20" fmla="*/ 70 w 98"/>
                <a:gd name="T21" fmla="*/ 23 h 106"/>
                <a:gd name="T22" fmla="*/ 66 w 98"/>
                <a:gd name="T23" fmla="*/ 8 h 106"/>
                <a:gd name="T24" fmla="*/ 32 w 98"/>
                <a:gd name="T25" fmla="*/ 8 h 106"/>
                <a:gd name="T26" fmla="*/ 28 w 98"/>
                <a:gd name="T27" fmla="*/ 23 h 106"/>
                <a:gd name="T28" fmla="*/ 29 w 98"/>
                <a:gd name="T29" fmla="*/ 30 h 106"/>
                <a:gd name="T30" fmla="*/ 28 w 98"/>
                <a:gd name="T31" fmla="*/ 29 h 106"/>
                <a:gd name="T32" fmla="*/ 26 w 98"/>
                <a:gd name="T33" fmla="*/ 32 h 106"/>
                <a:gd name="T34" fmla="*/ 27 w 98"/>
                <a:gd name="T35" fmla="*/ 43 h 106"/>
                <a:gd name="T36" fmla="*/ 29 w 98"/>
                <a:gd name="T37" fmla="*/ 45 h 106"/>
                <a:gd name="T38" fmla="*/ 31 w 98"/>
                <a:gd name="T39" fmla="*/ 44 h 106"/>
                <a:gd name="T40" fmla="*/ 31 w 98"/>
                <a:gd name="T41" fmla="*/ 51 h 106"/>
                <a:gd name="T42" fmla="*/ 36 w 98"/>
                <a:gd name="T43" fmla="*/ 57 h 106"/>
                <a:gd name="T44" fmla="*/ 37 w 98"/>
                <a:gd name="T45" fmla="*/ 64 h 106"/>
                <a:gd name="T46" fmla="*/ 5 w 98"/>
                <a:gd name="T47" fmla="*/ 73 h 106"/>
                <a:gd name="T48" fmla="*/ 0 w 98"/>
                <a:gd name="T49" fmla="*/ 83 h 106"/>
                <a:gd name="T50" fmla="*/ 1 w 98"/>
                <a:gd name="T51" fmla="*/ 94 h 106"/>
                <a:gd name="T52" fmla="*/ 8 w 98"/>
                <a:gd name="T53" fmla="*/ 102 h 106"/>
                <a:gd name="T54" fmla="*/ 90 w 98"/>
                <a:gd name="T55" fmla="*/ 102 h 106"/>
                <a:gd name="T56" fmla="*/ 96 w 98"/>
                <a:gd name="T57" fmla="*/ 94 h 106"/>
                <a:gd name="T58" fmla="*/ 98 w 98"/>
                <a:gd name="T59" fmla="*/ 83 h 106"/>
                <a:gd name="T60" fmla="*/ 92 w 98"/>
                <a:gd name="T61" fmla="*/ 73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8" h="106">
                  <a:moveTo>
                    <a:pt x="92" y="73"/>
                  </a:moveTo>
                  <a:cubicBezTo>
                    <a:pt x="82" y="69"/>
                    <a:pt x="72" y="66"/>
                    <a:pt x="61" y="64"/>
                  </a:cubicBezTo>
                  <a:cubicBezTo>
                    <a:pt x="61" y="62"/>
                    <a:pt x="62" y="59"/>
                    <a:pt x="62" y="57"/>
                  </a:cubicBezTo>
                  <a:cubicBezTo>
                    <a:pt x="65" y="55"/>
                    <a:pt x="66" y="53"/>
                    <a:pt x="66" y="51"/>
                  </a:cubicBezTo>
                  <a:cubicBezTo>
                    <a:pt x="67" y="49"/>
                    <a:pt x="67" y="46"/>
                    <a:pt x="67" y="44"/>
                  </a:cubicBezTo>
                  <a:cubicBezTo>
                    <a:pt x="68" y="44"/>
                    <a:pt x="68" y="44"/>
                    <a:pt x="69" y="45"/>
                  </a:cubicBezTo>
                  <a:cubicBezTo>
                    <a:pt x="70" y="45"/>
                    <a:pt x="71" y="44"/>
                    <a:pt x="71" y="43"/>
                  </a:cubicBezTo>
                  <a:cubicBezTo>
                    <a:pt x="72" y="32"/>
                    <a:pt x="72" y="32"/>
                    <a:pt x="72" y="32"/>
                  </a:cubicBezTo>
                  <a:cubicBezTo>
                    <a:pt x="72" y="31"/>
                    <a:pt x="71" y="30"/>
                    <a:pt x="70" y="29"/>
                  </a:cubicBezTo>
                  <a:cubicBezTo>
                    <a:pt x="70" y="29"/>
                    <a:pt x="69" y="29"/>
                    <a:pt x="69" y="30"/>
                  </a:cubicBezTo>
                  <a:cubicBezTo>
                    <a:pt x="69" y="28"/>
                    <a:pt x="69" y="25"/>
                    <a:pt x="70" y="23"/>
                  </a:cubicBezTo>
                  <a:cubicBezTo>
                    <a:pt x="70" y="20"/>
                    <a:pt x="71" y="13"/>
                    <a:pt x="66" y="8"/>
                  </a:cubicBezTo>
                  <a:cubicBezTo>
                    <a:pt x="58" y="0"/>
                    <a:pt x="40" y="0"/>
                    <a:pt x="32" y="8"/>
                  </a:cubicBezTo>
                  <a:cubicBezTo>
                    <a:pt x="27" y="13"/>
                    <a:pt x="28" y="20"/>
                    <a:pt x="28" y="23"/>
                  </a:cubicBezTo>
                  <a:cubicBezTo>
                    <a:pt x="28" y="25"/>
                    <a:pt x="29" y="28"/>
                    <a:pt x="29" y="30"/>
                  </a:cubicBezTo>
                  <a:cubicBezTo>
                    <a:pt x="29" y="29"/>
                    <a:pt x="28" y="29"/>
                    <a:pt x="28" y="29"/>
                  </a:cubicBezTo>
                  <a:cubicBezTo>
                    <a:pt x="27" y="30"/>
                    <a:pt x="26" y="31"/>
                    <a:pt x="26" y="32"/>
                  </a:cubicBezTo>
                  <a:cubicBezTo>
                    <a:pt x="27" y="43"/>
                    <a:pt x="27" y="43"/>
                    <a:pt x="27" y="43"/>
                  </a:cubicBezTo>
                  <a:cubicBezTo>
                    <a:pt x="27" y="44"/>
                    <a:pt x="28" y="45"/>
                    <a:pt x="29" y="45"/>
                  </a:cubicBezTo>
                  <a:cubicBezTo>
                    <a:pt x="30" y="44"/>
                    <a:pt x="30" y="44"/>
                    <a:pt x="31" y="44"/>
                  </a:cubicBezTo>
                  <a:cubicBezTo>
                    <a:pt x="31" y="46"/>
                    <a:pt x="31" y="49"/>
                    <a:pt x="31" y="51"/>
                  </a:cubicBezTo>
                  <a:cubicBezTo>
                    <a:pt x="32" y="53"/>
                    <a:pt x="33" y="55"/>
                    <a:pt x="36" y="57"/>
                  </a:cubicBezTo>
                  <a:cubicBezTo>
                    <a:pt x="36" y="59"/>
                    <a:pt x="36" y="62"/>
                    <a:pt x="37" y="64"/>
                  </a:cubicBezTo>
                  <a:cubicBezTo>
                    <a:pt x="26" y="66"/>
                    <a:pt x="15" y="69"/>
                    <a:pt x="5" y="73"/>
                  </a:cubicBezTo>
                  <a:cubicBezTo>
                    <a:pt x="2" y="75"/>
                    <a:pt x="0" y="80"/>
                    <a:pt x="0" y="83"/>
                  </a:cubicBezTo>
                  <a:cubicBezTo>
                    <a:pt x="1" y="87"/>
                    <a:pt x="1" y="91"/>
                    <a:pt x="1" y="94"/>
                  </a:cubicBezTo>
                  <a:cubicBezTo>
                    <a:pt x="2" y="98"/>
                    <a:pt x="5" y="101"/>
                    <a:pt x="8" y="102"/>
                  </a:cubicBezTo>
                  <a:cubicBezTo>
                    <a:pt x="35" y="106"/>
                    <a:pt x="63" y="106"/>
                    <a:pt x="90" y="102"/>
                  </a:cubicBezTo>
                  <a:cubicBezTo>
                    <a:pt x="93" y="101"/>
                    <a:pt x="96" y="98"/>
                    <a:pt x="96" y="94"/>
                  </a:cubicBezTo>
                  <a:cubicBezTo>
                    <a:pt x="97" y="91"/>
                    <a:pt x="97" y="87"/>
                    <a:pt x="98" y="83"/>
                  </a:cubicBezTo>
                  <a:cubicBezTo>
                    <a:pt x="98" y="80"/>
                    <a:pt x="96" y="75"/>
                    <a:pt x="92"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grpSp>
      <p:grpSp>
        <p:nvGrpSpPr>
          <p:cNvPr id="89" name="原创设计师QQ598969553          _10"/>
          <p:cNvGrpSpPr/>
          <p:nvPr/>
        </p:nvGrpSpPr>
        <p:grpSpPr>
          <a:xfrm>
            <a:off x="6797340" y="1598571"/>
            <a:ext cx="266815" cy="264799"/>
            <a:chOff x="7078908" y="5461438"/>
            <a:chExt cx="430461" cy="427208"/>
          </a:xfrm>
          <a:solidFill>
            <a:schemeClr val="accent2"/>
          </a:solidFill>
        </p:grpSpPr>
        <p:sp>
          <p:nvSpPr>
            <p:cNvPr id="90" name="Freeform 236"/>
            <p:cNvSpPr>
              <a:spLocks/>
            </p:cNvSpPr>
            <p:nvPr/>
          </p:nvSpPr>
          <p:spPr bwMode="auto">
            <a:xfrm>
              <a:off x="7078908" y="5461438"/>
              <a:ext cx="418534" cy="417450"/>
            </a:xfrm>
            <a:custGeom>
              <a:avLst/>
              <a:gdLst>
                <a:gd name="T0" fmla="*/ 84 w 163"/>
                <a:gd name="T1" fmla="*/ 129 h 163"/>
                <a:gd name="T2" fmla="*/ 46 w 163"/>
                <a:gd name="T3" fmla="*/ 50 h 163"/>
                <a:gd name="T4" fmla="*/ 81 w 163"/>
                <a:gd name="T5" fmla="*/ 34 h 163"/>
                <a:gd name="T6" fmla="*/ 127 w 163"/>
                <a:gd name="T7" fmla="*/ 89 h 163"/>
                <a:gd name="T8" fmla="*/ 147 w 163"/>
                <a:gd name="T9" fmla="*/ 94 h 163"/>
                <a:gd name="T10" fmla="*/ 162 w 163"/>
                <a:gd name="T11" fmla="*/ 86 h 163"/>
                <a:gd name="T12" fmla="*/ 162 w 163"/>
                <a:gd name="T13" fmla="*/ 70 h 163"/>
                <a:gd name="T14" fmla="*/ 144 w 163"/>
                <a:gd name="T15" fmla="*/ 59 h 163"/>
                <a:gd name="T16" fmla="*/ 154 w 163"/>
                <a:gd name="T17" fmla="*/ 45 h 163"/>
                <a:gd name="T18" fmla="*/ 145 w 163"/>
                <a:gd name="T19" fmla="*/ 32 h 163"/>
                <a:gd name="T20" fmla="*/ 125 w 163"/>
                <a:gd name="T21" fmla="*/ 30 h 163"/>
                <a:gd name="T22" fmla="*/ 126 w 163"/>
                <a:gd name="T23" fmla="*/ 13 h 163"/>
                <a:gd name="T24" fmla="*/ 112 w 163"/>
                <a:gd name="T25" fmla="*/ 6 h 163"/>
                <a:gd name="T26" fmla="*/ 93 w 163"/>
                <a:gd name="T27" fmla="*/ 15 h 163"/>
                <a:gd name="T28" fmla="*/ 86 w 163"/>
                <a:gd name="T29" fmla="*/ 0 h 163"/>
                <a:gd name="T30" fmla="*/ 70 w 163"/>
                <a:gd name="T31" fmla="*/ 1 h 163"/>
                <a:gd name="T32" fmla="*/ 58 w 163"/>
                <a:gd name="T33" fmla="*/ 18 h 163"/>
                <a:gd name="T34" fmla="*/ 44 w 163"/>
                <a:gd name="T35" fmla="*/ 9 h 163"/>
                <a:gd name="T36" fmla="*/ 31 w 163"/>
                <a:gd name="T37" fmla="*/ 17 h 163"/>
                <a:gd name="T38" fmla="*/ 31 w 163"/>
                <a:gd name="T39" fmla="*/ 36 h 163"/>
                <a:gd name="T40" fmla="*/ 15 w 163"/>
                <a:gd name="T41" fmla="*/ 33 h 163"/>
                <a:gd name="T42" fmla="*/ 8 w 163"/>
                <a:gd name="T43" fmla="*/ 47 h 163"/>
                <a:gd name="T44" fmla="*/ 18 w 163"/>
                <a:gd name="T45" fmla="*/ 59 h 163"/>
                <a:gd name="T46" fmla="*/ 0 w 163"/>
                <a:gd name="T47" fmla="*/ 73 h 163"/>
                <a:gd name="T48" fmla="*/ 0 w 163"/>
                <a:gd name="T49" fmla="*/ 88 h 163"/>
                <a:gd name="T50" fmla="*/ 15 w 163"/>
                <a:gd name="T51" fmla="*/ 94 h 163"/>
                <a:gd name="T52" fmla="*/ 6 w 163"/>
                <a:gd name="T53" fmla="*/ 114 h 163"/>
                <a:gd name="T54" fmla="*/ 15 w 163"/>
                <a:gd name="T55" fmla="*/ 128 h 163"/>
                <a:gd name="T56" fmla="*/ 30 w 163"/>
                <a:gd name="T57" fmla="*/ 125 h 163"/>
                <a:gd name="T58" fmla="*/ 33 w 163"/>
                <a:gd name="T59" fmla="*/ 148 h 163"/>
                <a:gd name="T60" fmla="*/ 47 w 163"/>
                <a:gd name="T61" fmla="*/ 155 h 163"/>
                <a:gd name="T62" fmla="*/ 59 w 163"/>
                <a:gd name="T63" fmla="*/ 145 h 163"/>
                <a:gd name="T64" fmla="*/ 72 w 163"/>
                <a:gd name="T65" fmla="*/ 163 h 163"/>
                <a:gd name="T66" fmla="*/ 88 w 163"/>
                <a:gd name="T67" fmla="*/ 162 h 163"/>
                <a:gd name="T68" fmla="*/ 94 w 163"/>
                <a:gd name="T69" fmla="*/ 148 h 163"/>
                <a:gd name="T70" fmla="*/ 89 w 163"/>
                <a:gd name="T71" fmla="*/ 128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3" h="163">
                  <a:moveTo>
                    <a:pt x="89" y="128"/>
                  </a:moveTo>
                  <a:cubicBezTo>
                    <a:pt x="88" y="128"/>
                    <a:pt x="86" y="129"/>
                    <a:pt x="84" y="129"/>
                  </a:cubicBezTo>
                  <a:cubicBezTo>
                    <a:pt x="58" y="130"/>
                    <a:pt x="36" y="110"/>
                    <a:pt x="35" y="84"/>
                  </a:cubicBezTo>
                  <a:cubicBezTo>
                    <a:pt x="34" y="71"/>
                    <a:pt x="38" y="59"/>
                    <a:pt x="46" y="50"/>
                  </a:cubicBezTo>
                  <a:cubicBezTo>
                    <a:pt x="55" y="40"/>
                    <a:pt x="66" y="35"/>
                    <a:pt x="79" y="34"/>
                  </a:cubicBezTo>
                  <a:cubicBezTo>
                    <a:pt x="79" y="34"/>
                    <a:pt x="80" y="34"/>
                    <a:pt x="81" y="34"/>
                  </a:cubicBezTo>
                  <a:cubicBezTo>
                    <a:pt x="106" y="34"/>
                    <a:pt x="127" y="54"/>
                    <a:pt x="128" y="79"/>
                  </a:cubicBezTo>
                  <a:cubicBezTo>
                    <a:pt x="128" y="82"/>
                    <a:pt x="128" y="85"/>
                    <a:pt x="127" y="89"/>
                  </a:cubicBezTo>
                  <a:cubicBezTo>
                    <a:pt x="144" y="105"/>
                    <a:pt x="144" y="105"/>
                    <a:pt x="144" y="105"/>
                  </a:cubicBezTo>
                  <a:cubicBezTo>
                    <a:pt x="145" y="101"/>
                    <a:pt x="146" y="97"/>
                    <a:pt x="147" y="94"/>
                  </a:cubicBezTo>
                  <a:cubicBezTo>
                    <a:pt x="163" y="90"/>
                    <a:pt x="163" y="90"/>
                    <a:pt x="163" y="90"/>
                  </a:cubicBezTo>
                  <a:cubicBezTo>
                    <a:pt x="162" y="86"/>
                    <a:pt x="162" y="86"/>
                    <a:pt x="162" y="86"/>
                  </a:cubicBezTo>
                  <a:cubicBezTo>
                    <a:pt x="162" y="75"/>
                    <a:pt x="162" y="75"/>
                    <a:pt x="162" y="75"/>
                  </a:cubicBezTo>
                  <a:cubicBezTo>
                    <a:pt x="162" y="70"/>
                    <a:pt x="162" y="70"/>
                    <a:pt x="162" y="70"/>
                  </a:cubicBezTo>
                  <a:cubicBezTo>
                    <a:pt x="147" y="69"/>
                    <a:pt x="147" y="69"/>
                    <a:pt x="147" y="69"/>
                  </a:cubicBezTo>
                  <a:cubicBezTo>
                    <a:pt x="146" y="66"/>
                    <a:pt x="145" y="62"/>
                    <a:pt x="144" y="59"/>
                  </a:cubicBezTo>
                  <a:cubicBezTo>
                    <a:pt x="156" y="48"/>
                    <a:pt x="156" y="48"/>
                    <a:pt x="156" y="48"/>
                  </a:cubicBezTo>
                  <a:cubicBezTo>
                    <a:pt x="154" y="45"/>
                    <a:pt x="154" y="45"/>
                    <a:pt x="154" y="45"/>
                  </a:cubicBezTo>
                  <a:cubicBezTo>
                    <a:pt x="148" y="35"/>
                    <a:pt x="148" y="35"/>
                    <a:pt x="148" y="35"/>
                  </a:cubicBezTo>
                  <a:cubicBezTo>
                    <a:pt x="145" y="32"/>
                    <a:pt x="145" y="32"/>
                    <a:pt x="145" y="32"/>
                  </a:cubicBezTo>
                  <a:cubicBezTo>
                    <a:pt x="132" y="38"/>
                    <a:pt x="132" y="38"/>
                    <a:pt x="132" y="38"/>
                  </a:cubicBezTo>
                  <a:cubicBezTo>
                    <a:pt x="130" y="35"/>
                    <a:pt x="127" y="32"/>
                    <a:pt x="125" y="30"/>
                  </a:cubicBezTo>
                  <a:cubicBezTo>
                    <a:pt x="130" y="15"/>
                    <a:pt x="130" y="15"/>
                    <a:pt x="130" y="15"/>
                  </a:cubicBezTo>
                  <a:cubicBezTo>
                    <a:pt x="126" y="13"/>
                    <a:pt x="126" y="13"/>
                    <a:pt x="126" y="13"/>
                  </a:cubicBezTo>
                  <a:cubicBezTo>
                    <a:pt x="116" y="8"/>
                    <a:pt x="116" y="8"/>
                    <a:pt x="116" y="8"/>
                  </a:cubicBezTo>
                  <a:cubicBezTo>
                    <a:pt x="112" y="6"/>
                    <a:pt x="112" y="6"/>
                    <a:pt x="112" y="6"/>
                  </a:cubicBezTo>
                  <a:cubicBezTo>
                    <a:pt x="104" y="18"/>
                    <a:pt x="104" y="18"/>
                    <a:pt x="104" y="18"/>
                  </a:cubicBezTo>
                  <a:cubicBezTo>
                    <a:pt x="100" y="17"/>
                    <a:pt x="97" y="16"/>
                    <a:pt x="93" y="15"/>
                  </a:cubicBezTo>
                  <a:cubicBezTo>
                    <a:pt x="90" y="0"/>
                    <a:pt x="90" y="0"/>
                    <a:pt x="90" y="0"/>
                  </a:cubicBezTo>
                  <a:cubicBezTo>
                    <a:pt x="86" y="0"/>
                    <a:pt x="86" y="0"/>
                    <a:pt x="86" y="0"/>
                  </a:cubicBezTo>
                  <a:cubicBezTo>
                    <a:pt x="75" y="1"/>
                    <a:pt x="75" y="1"/>
                    <a:pt x="75" y="1"/>
                  </a:cubicBezTo>
                  <a:cubicBezTo>
                    <a:pt x="70" y="1"/>
                    <a:pt x="70" y="1"/>
                    <a:pt x="70" y="1"/>
                  </a:cubicBezTo>
                  <a:cubicBezTo>
                    <a:pt x="69" y="15"/>
                    <a:pt x="69" y="15"/>
                    <a:pt x="69" y="15"/>
                  </a:cubicBezTo>
                  <a:cubicBezTo>
                    <a:pt x="65" y="16"/>
                    <a:pt x="62" y="17"/>
                    <a:pt x="58" y="18"/>
                  </a:cubicBezTo>
                  <a:cubicBezTo>
                    <a:pt x="48" y="6"/>
                    <a:pt x="48" y="6"/>
                    <a:pt x="48" y="6"/>
                  </a:cubicBezTo>
                  <a:cubicBezTo>
                    <a:pt x="44" y="9"/>
                    <a:pt x="44" y="9"/>
                    <a:pt x="44" y="9"/>
                  </a:cubicBezTo>
                  <a:cubicBezTo>
                    <a:pt x="35" y="15"/>
                    <a:pt x="35" y="15"/>
                    <a:pt x="35" y="15"/>
                  </a:cubicBezTo>
                  <a:cubicBezTo>
                    <a:pt x="31" y="17"/>
                    <a:pt x="31" y="17"/>
                    <a:pt x="31" y="17"/>
                  </a:cubicBezTo>
                  <a:cubicBezTo>
                    <a:pt x="37" y="30"/>
                    <a:pt x="37" y="30"/>
                    <a:pt x="37" y="30"/>
                  </a:cubicBezTo>
                  <a:cubicBezTo>
                    <a:pt x="35" y="32"/>
                    <a:pt x="33" y="34"/>
                    <a:pt x="31" y="36"/>
                  </a:cubicBezTo>
                  <a:cubicBezTo>
                    <a:pt x="31" y="37"/>
                    <a:pt x="30" y="37"/>
                    <a:pt x="30" y="38"/>
                  </a:cubicBezTo>
                  <a:cubicBezTo>
                    <a:pt x="15" y="33"/>
                    <a:pt x="15" y="33"/>
                    <a:pt x="15" y="33"/>
                  </a:cubicBezTo>
                  <a:cubicBezTo>
                    <a:pt x="13" y="37"/>
                    <a:pt x="13" y="37"/>
                    <a:pt x="13" y="37"/>
                  </a:cubicBezTo>
                  <a:cubicBezTo>
                    <a:pt x="8" y="47"/>
                    <a:pt x="8" y="47"/>
                    <a:pt x="8" y="47"/>
                  </a:cubicBezTo>
                  <a:cubicBezTo>
                    <a:pt x="6" y="51"/>
                    <a:pt x="6" y="51"/>
                    <a:pt x="6" y="51"/>
                  </a:cubicBezTo>
                  <a:cubicBezTo>
                    <a:pt x="18" y="59"/>
                    <a:pt x="18" y="59"/>
                    <a:pt x="18" y="59"/>
                  </a:cubicBezTo>
                  <a:cubicBezTo>
                    <a:pt x="17" y="63"/>
                    <a:pt x="16" y="66"/>
                    <a:pt x="15" y="69"/>
                  </a:cubicBezTo>
                  <a:cubicBezTo>
                    <a:pt x="0" y="73"/>
                    <a:pt x="0" y="73"/>
                    <a:pt x="0" y="73"/>
                  </a:cubicBezTo>
                  <a:cubicBezTo>
                    <a:pt x="0" y="77"/>
                    <a:pt x="0" y="77"/>
                    <a:pt x="0" y="77"/>
                  </a:cubicBezTo>
                  <a:cubicBezTo>
                    <a:pt x="0" y="88"/>
                    <a:pt x="0" y="88"/>
                    <a:pt x="0" y="88"/>
                  </a:cubicBezTo>
                  <a:cubicBezTo>
                    <a:pt x="1" y="92"/>
                    <a:pt x="1" y="92"/>
                    <a:pt x="1" y="92"/>
                  </a:cubicBezTo>
                  <a:cubicBezTo>
                    <a:pt x="15" y="94"/>
                    <a:pt x="15" y="94"/>
                    <a:pt x="15" y="94"/>
                  </a:cubicBezTo>
                  <a:cubicBezTo>
                    <a:pt x="16" y="97"/>
                    <a:pt x="17" y="101"/>
                    <a:pt x="18" y="104"/>
                  </a:cubicBezTo>
                  <a:cubicBezTo>
                    <a:pt x="6" y="114"/>
                    <a:pt x="6" y="114"/>
                    <a:pt x="6" y="114"/>
                  </a:cubicBezTo>
                  <a:cubicBezTo>
                    <a:pt x="9" y="118"/>
                    <a:pt x="9" y="118"/>
                    <a:pt x="9" y="118"/>
                  </a:cubicBezTo>
                  <a:cubicBezTo>
                    <a:pt x="15" y="128"/>
                    <a:pt x="15" y="128"/>
                    <a:pt x="15" y="128"/>
                  </a:cubicBezTo>
                  <a:cubicBezTo>
                    <a:pt x="17" y="131"/>
                    <a:pt x="17" y="131"/>
                    <a:pt x="17" y="131"/>
                  </a:cubicBezTo>
                  <a:cubicBezTo>
                    <a:pt x="30" y="125"/>
                    <a:pt x="30" y="125"/>
                    <a:pt x="30" y="125"/>
                  </a:cubicBezTo>
                  <a:cubicBezTo>
                    <a:pt x="33" y="128"/>
                    <a:pt x="35" y="130"/>
                    <a:pt x="38" y="133"/>
                  </a:cubicBezTo>
                  <a:cubicBezTo>
                    <a:pt x="33" y="148"/>
                    <a:pt x="33" y="148"/>
                    <a:pt x="33" y="148"/>
                  </a:cubicBezTo>
                  <a:cubicBezTo>
                    <a:pt x="37" y="150"/>
                    <a:pt x="37" y="150"/>
                    <a:pt x="37" y="150"/>
                  </a:cubicBezTo>
                  <a:cubicBezTo>
                    <a:pt x="47" y="155"/>
                    <a:pt x="47" y="155"/>
                    <a:pt x="47" y="155"/>
                  </a:cubicBezTo>
                  <a:cubicBezTo>
                    <a:pt x="51" y="157"/>
                    <a:pt x="51" y="157"/>
                    <a:pt x="51" y="157"/>
                  </a:cubicBezTo>
                  <a:cubicBezTo>
                    <a:pt x="59" y="145"/>
                    <a:pt x="59" y="145"/>
                    <a:pt x="59" y="145"/>
                  </a:cubicBezTo>
                  <a:cubicBezTo>
                    <a:pt x="62" y="146"/>
                    <a:pt x="66" y="147"/>
                    <a:pt x="69" y="148"/>
                  </a:cubicBezTo>
                  <a:cubicBezTo>
                    <a:pt x="72" y="163"/>
                    <a:pt x="72" y="163"/>
                    <a:pt x="72" y="163"/>
                  </a:cubicBezTo>
                  <a:cubicBezTo>
                    <a:pt x="77" y="163"/>
                    <a:pt x="77" y="163"/>
                    <a:pt x="77" y="163"/>
                  </a:cubicBezTo>
                  <a:cubicBezTo>
                    <a:pt x="88" y="162"/>
                    <a:pt x="88" y="162"/>
                    <a:pt x="88" y="162"/>
                  </a:cubicBezTo>
                  <a:cubicBezTo>
                    <a:pt x="92" y="162"/>
                    <a:pt x="92" y="162"/>
                    <a:pt x="92" y="162"/>
                  </a:cubicBezTo>
                  <a:cubicBezTo>
                    <a:pt x="94" y="148"/>
                    <a:pt x="94" y="148"/>
                    <a:pt x="94" y="148"/>
                  </a:cubicBezTo>
                  <a:cubicBezTo>
                    <a:pt x="98" y="147"/>
                    <a:pt x="102" y="146"/>
                    <a:pt x="105" y="144"/>
                  </a:cubicBezTo>
                  <a:lnTo>
                    <a:pt x="89" y="1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91" name="Freeform 237"/>
            <p:cNvSpPr>
              <a:spLocks/>
            </p:cNvSpPr>
            <p:nvPr/>
          </p:nvSpPr>
          <p:spPr bwMode="auto">
            <a:xfrm>
              <a:off x="7197095" y="5576372"/>
              <a:ext cx="312274" cy="312274"/>
            </a:xfrm>
            <a:custGeom>
              <a:avLst/>
              <a:gdLst>
                <a:gd name="T0" fmla="*/ 122 w 122"/>
                <a:gd name="T1" fmla="*/ 101 h 122"/>
                <a:gd name="T2" fmla="*/ 119 w 122"/>
                <a:gd name="T3" fmla="*/ 94 h 122"/>
                <a:gd name="T4" fmla="*/ 67 w 122"/>
                <a:gd name="T5" fmla="*/ 43 h 122"/>
                <a:gd name="T6" fmla="*/ 58 w 122"/>
                <a:gd name="T7" fmla="*/ 12 h 122"/>
                <a:gd name="T8" fmla="*/ 23 w 122"/>
                <a:gd name="T9" fmla="*/ 5 h 122"/>
                <a:gd name="T10" fmla="*/ 41 w 122"/>
                <a:gd name="T11" fmla="*/ 23 h 122"/>
                <a:gd name="T12" fmla="*/ 41 w 122"/>
                <a:gd name="T13" fmla="*/ 29 h 122"/>
                <a:gd name="T14" fmla="*/ 29 w 122"/>
                <a:gd name="T15" fmla="*/ 41 h 122"/>
                <a:gd name="T16" fmla="*/ 23 w 122"/>
                <a:gd name="T17" fmla="*/ 41 h 122"/>
                <a:gd name="T18" fmla="*/ 5 w 122"/>
                <a:gd name="T19" fmla="*/ 23 h 122"/>
                <a:gd name="T20" fmla="*/ 12 w 122"/>
                <a:gd name="T21" fmla="*/ 58 h 122"/>
                <a:gd name="T22" fmla="*/ 43 w 122"/>
                <a:gd name="T23" fmla="*/ 67 h 122"/>
                <a:gd name="T24" fmla="*/ 94 w 122"/>
                <a:gd name="T25" fmla="*/ 119 h 122"/>
                <a:gd name="T26" fmla="*/ 101 w 122"/>
                <a:gd name="T27" fmla="*/ 122 h 122"/>
                <a:gd name="T28" fmla="*/ 122 w 122"/>
                <a:gd name="T29" fmla="*/ 101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2" h="122">
                  <a:moveTo>
                    <a:pt x="122" y="101"/>
                  </a:moveTo>
                  <a:cubicBezTo>
                    <a:pt x="122" y="99"/>
                    <a:pt x="121" y="95"/>
                    <a:pt x="119" y="94"/>
                  </a:cubicBezTo>
                  <a:cubicBezTo>
                    <a:pt x="102" y="77"/>
                    <a:pt x="84" y="60"/>
                    <a:pt x="67" y="43"/>
                  </a:cubicBezTo>
                  <a:cubicBezTo>
                    <a:pt x="69" y="32"/>
                    <a:pt x="66" y="21"/>
                    <a:pt x="58" y="12"/>
                  </a:cubicBezTo>
                  <a:cubicBezTo>
                    <a:pt x="49" y="3"/>
                    <a:pt x="35" y="0"/>
                    <a:pt x="23" y="5"/>
                  </a:cubicBezTo>
                  <a:cubicBezTo>
                    <a:pt x="41" y="23"/>
                    <a:pt x="41" y="23"/>
                    <a:pt x="41" y="23"/>
                  </a:cubicBezTo>
                  <a:cubicBezTo>
                    <a:pt x="42" y="25"/>
                    <a:pt x="42" y="27"/>
                    <a:pt x="41" y="29"/>
                  </a:cubicBezTo>
                  <a:cubicBezTo>
                    <a:pt x="29" y="41"/>
                    <a:pt x="29" y="41"/>
                    <a:pt x="29" y="41"/>
                  </a:cubicBezTo>
                  <a:cubicBezTo>
                    <a:pt x="27" y="43"/>
                    <a:pt x="25" y="43"/>
                    <a:pt x="23" y="41"/>
                  </a:cubicBezTo>
                  <a:cubicBezTo>
                    <a:pt x="5" y="23"/>
                    <a:pt x="5" y="23"/>
                    <a:pt x="5" y="23"/>
                  </a:cubicBezTo>
                  <a:cubicBezTo>
                    <a:pt x="0" y="35"/>
                    <a:pt x="3" y="49"/>
                    <a:pt x="12" y="58"/>
                  </a:cubicBezTo>
                  <a:cubicBezTo>
                    <a:pt x="20" y="66"/>
                    <a:pt x="32" y="69"/>
                    <a:pt x="43" y="67"/>
                  </a:cubicBezTo>
                  <a:cubicBezTo>
                    <a:pt x="60" y="84"/>
                    <a:pt x="77" y="102"/>
                    <a:pt x="94" y="119"/>
                  </a:cubicBezTo>
                  <a:cubicBezTo>
                    <a:pt x="95" y="121"/>
                    <a:pt x="98" y="122"/>
                    <a:pt x="101" y="122"/>
                  </a:cubicBezTo>
                  <a:cubicBezTo>
                    <a:pt x="111" y="120"/>
                    <a:pt x="120" y="112"/>
                    <a:pt x="122" y="1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grpSp>
      <p:sp>
        <p:nvSpPr>
          <p:cNvPr id="92" name="原创设计师QQ598969553          _11"/>
          <p:cNvSpPr>
            <a:spLocks noEditPoints="1"/>
          </p:cNvSpPr>
          <p:nvPr/>
        </p:nvSpPr>
        <p:spPr bwMode="auto">
          <a:xfrm>
            <a:off x="2082349" y="3169964"/>
            <a:ext cx="247997" cy="227162"/>
          </a:xfrm>
          <a:custGeom>
            <a:avLst/>
            <a:gdLst>
              <a:gd name="T0" fmla="*/ 139 w 156"/>
              <a:gd name="T1" fmla="*/ 26 h 143"/>
              <a:gd name="T2" fmla="*/ 117 w 156"/>
              <a:gd name="T3" fmla="*/ 26 h 143"/>
              <a:gd name="T4" fmla="*/ 117 w 156"/>
              <a:gd name="T5" fmla="*/ 23 h 143"/>
              <a:gd name="T6" fmla="*/ 94 w 156"/>
              <a:gd name="T7" fmla="*/ 0 h 143"/>
              <a:gd name="T8" fmla="*/ 62 w 156"/>
              <a:gd name="T9" fmla="*/ 0 h 143"/>
              <a:gd name="T10" fmla="*/ 39 w 156"/>
              <a:gd name="T11" fmla="*/ 23 h 143"/>
              <a:gd name="T12" fmla="*/ 39 w 156"/>
              <a:gd name="T13" fmla="*/ 26 h 143"/>
              <a:gd name="T14" fmla="*/ 16 w 156"/>
              <a:gd name="T15" fmla="*/ 26 h 143"/>
              <a:gd name="T16" fmla="*/ 0 w 156"/>
              <a:gd name="T17" fmla="*/ 42 h 143"/>
              <a:gd name="T18" fmla="*/ 0 w 156"/>
              <a:gd name="T19" fmla="*/ 121 h 143"/>
              <a:gd name="T20" fmla="*/ 15 w 156"/>
              <a:gd name="T21" fmla="*/ 137 h 143"/>
              <a:gd name="T22" fmla="*/ 14 w 156"/>
              <a:gd name="T23" fmla="*/ 139 h 143"/>
              <a:gd name="T24" fmla="*/ 19 w 156"/>
              <a:gd name="T25" fmla="*/ 143 h 143"/>
              <a:gd name="T26" fmla="*/ 27 w 156"/>
              <a:gd name="T27" fmla="*/ 143 h 143"/>
              <a:gd name="T28" fmla="*/ 31 w 156"/>
              <a:gd name="T29" fmla="*/ 139 h 143"/>
              <a:gd name="T30" fmla="*/ 31 w 156"/>
              <a:gd name="T31" fmla="*/ 138 h 143"/>
              <a:gd name="T32" fmla="*/ 125 w 156"/>
              <a:gd name="T33" fmla="*/ 138 h 143"/>
              <a:gd name="T34" fmla="*/ 124 w 156"/>
              <a:gd name="T35" fmla="*/ 139 h 143"/>
              <a:gd name="T36" fmla="*/ 129 w 156"/>
              <a:gd name="T37" fmla="*/ 143 h 143"/>
              <a:gd name="T38" fmla="*/ 137 w 156"/>
              <a:gd name="T39" fmla="*/ 143 h 143"/>
              <a:gd name="T40" fmla="*/ 141 w 156"/>
              <a:gd name="T41" fmla="*/ 139 h 143"/>
              <a:gd name="T42" fmla="*/ 141 w 156"/>
              <a:gd name="T43" fmla="*/ 137 h 143"/>
              <a:gd name="T44" fmla="*/ 156 w 156"/>
              <a:gd name="T45" fmla="*/ 121 h 143"/>
              <a:gd name="T46" fmla="*/ 156 w 156"/>
              <a:gd name="T47" fmla="*/ 42 h 143"/>
              <a:gd name="T48" fmla="*/ 139 w 156"/>
              <a:gd name="T49" fmla="*/ 26 h 143"/>
              <a:gd name="T50" fmla="*/ 126 w 156"/>
              <a:gd name="T51" fmla="*/ 31 h 143"/>
              <a:gd name="T52" fmla="*/ 134 w 156"/>
              <a:gd name="T53" fmla="*/ 31 h 143"/>
              <a:gd name="T54" fmla="*/ 134 w 156"/>
              <a:gd name="T55" fmla="*/ 130 h 143"/>
              <a:gd name="T56" fmla="*/ 126 w 156"/>
              <a:gd name="T57" fmla="*/ 130 h 143"/>
              <a:gd name="T58" fmla="*/ 126 w 156"/>
              <a:gd name="T59" fmla="*/ 31 h 143"/>
              <a:gd name="T60" fmla="*/ 52 w 156"/>
              <a:gd name="T61" fmla="*/ 23 h 143"/>
              <a:gd name="T62" fmla="*/ 62 w 156"/>
              <a:gd name="T63" fmla="*/ 13 h 143"/>
              <a:gd name="T64" fmla="*/ 94 w 156"/>
              <a:gd name="T65" fmla="*/ 13 h 143"/>
              <a:gd name="T66" fmla="*/ 104 w 156"/>
              <a:gd name="T67" fmla="*/ 23 h 143"/>
              <a:gd name="T68" fmla="*/ 104 w 156"/>
              <a:gd name="T69" fmla="*/ 26 h 143"/>
              <a:gd name="T70" fmla="*/ 52 w 156"/>
              <a:gd name="T71" fmla="*/ 26 h 143"/>
              <a:gd name="T72" fmla="*/ 52 w 156"/>
              <a:gd name="T73" fmla="*/ 23 h 143"/>
              <a:gd name="T74" fmla="*/ 22 w 156"/>
              <a:gd name="T75" fmla="*/ 31 h 143"/>
              <a:gd name="T76" fmla="*/ 30 w 156"/>
              <a:gd name="T77" fmla="*/ 31 h 143"/>
              <a:gd name="T78" fmla="*/ 30 w 156"/>
              <a:gd name="T79" fmla="*/ 130 h 143"/>
              <a:gd name="T80" fmla="*/ 22 w 156"/>
              <a:gd name="T81" fmla="*/ 130 h 143"/>
              <a:gd name="T82" fmla="*/ 22 w 156"/>
              <a:gd name="T83" fmla="*/ 31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6" h="143">
                <a:moveTo>
                  <a:pt x="139" y="26"/>
                </a:moveTo>
                <a:cubicBezTo>
                  <a:pt x="117" y="26"/>
                  <a:pt x="117" y="26"/>
                  <a:pt x="117" y="26"/>
                </a:cubicBezTo>
                <a:cubicBezTo>
                  <a:pt x="117" y="23"/>
                  <a:pt x="117" y="23"/>
                  <a:pt x="117" y="23"/>
                </a:cubicBezTo>
                <a:cubicBezTo>
                  <a:pt x="117" y="10"/>
                  <a:pt x="106" y="0"/>
                  <a:pt x="94" y="0"/>
                </a:cubicBezTo>
                <a:cubicBezTo>
                  <a:pt x="62" y="0"/>
                  <a:pt x="62" y="0"/>
                  <a:pt x="62" y="0"/>
                </a:cubicBezTo>
                <a:cubicBezTo>
                  <a:pt x="49" y="0"/>
                  <a:pt x="39" y="10"/>
                  <a:pt x="39" y="23"/>
                </a:cubicBezTo>
                <a:cubicBezTo>
                  <a:pt x="39" y="26"/>
                  <a:pt x="39" y="26"/>
                  <a:pt x="39" y="26"/>
                </a:cubicBezTo>
                <a:cubicBezTo>
                  <a:pt x="16" y="26"/>
                  <a:pt x="16" y="26"/>
                  <a:pt x="16" y="26"/>
                </a:cubicBezTo>
                <a:cubicBezTo>
                  <a:pt x="7" y="26"/>
                  <a:pt x="0" y="33"/>
                  <a:pt x="0" y="42"/>
                </a:cubicBezTo>
                <a:cubicBezTo>
                  <a:pt x="0" y="121"/>
                  <a:pt x="0" y="121"/>
                  <a:pt x="0" y="121"/>
                </a:cubicBezTo>
                <a:cubicBezTo>
                  <a:pt x="0" y="130"/>
                  <a:pt x="6" y="137"/>
                  <a:pt x="15" y="137"/>
                </a:cubicBezTo>
                <a:cubicBezTo>
                  <a:pt x="14" y="138"/>
                  <a:pt x="14" y="138"/>
                  <a:pt x="14" y="139"/>
                </a:cubicBezTo>
                <a:cubicBezTo>
                  <a:pt x="14" y="141"/>
                  <a:pt x="16" y="143"/>
                  <a:pt x="19" y="143"/>
                </a:cubicBezTo>
                <a:cubicBezTo>
                  <a:pt x="27" y="143"/>
                  <a:pt x="27" y="143"/>
                  <a:pt x="27" y="143"/>
                </a:cubicBezTo>
                <a:cubicBezTo>
                  <a:pt x="29" y="143"/>
                  <a:pt x="31" y="141"/>
                  <a:pt x="31" y="139"/>
                </a:cubicBezTo>
                <a:cubicBezTo>
                  <a:pt x="31" y="138"/>
                  <a:pt x="31" y="138"/>
                  <a:pt x="31" y="138"/>
                </a:cubicBezTo>
                <a:cubicBezTo>
                  <a:pt x="125" y="138"/>
                  <a:pt x="125" y="138"/>
                  <a:pt x="125" y="138"/>
                </a:cubicBezTo>
                <a:cubicBezTo>
                  <a:pt x="125" y="138"/>
                  <a:pt x="124" y="138"/>
                  <a:pt x="124" y="139"/>
                </a:cubicBezTo>
                <a:cubicBezTo>
                  <a:pt x="124" y="141"/>
                  <a:pt x="127" y="143"/>
                  <a:pt x="129" y="143"/>
                </a:cubicBezTo>
                <a:cubicBezTo>
                  <a:pt x="137" y="143"/>
                  <a:pt x="137" y="143"/>
                  <a:pt x="137" y="143"/>
                </a:cubicBezTo>
                <a:cubicBezTo>
                  <a:pt x="139" y="143"/>
                  <a:pt x="141" y="141"/>
                  <a:pt x="141" y="139"/>
                </a:cubicBezTo>
                <a:cubicBezTo>
                  <a:pt x="141" y="138"/>
                  <a:pt x="141" y="138"/>
                  <a:pt x="141" y="137"/>
                </a:cubicBezTo>
                <a:cubicBezTo>
                  <a:pt x="149" y="137"/>
                  <a:pt x="156" y="130"/>
                  <a:pt x="156" y="121"/>
                </a:cubicBezTo>
                <a:cubicBezTo>
                  <a:pt x="156" y="42"/>
                  <a:pt x="156" y="42"/>
                  <a:pt x="156" y="42"/>
                </a:cubicBezTo>
                <a:cubicBezTo>
                  <a:pt x="156" y="33"/>
                  <a:pt x="148" y="26"/>
                  <a:pt x="139" y="26"/>
                </a:cubicBezTo>
                <a:close/>
                <a:moveTo>
                  <a:pt x="126" y="31"/>
                </a:moveTo>
                <a:cubicBezTo>
                  <a:pt x="134" y="31"/>
                  <a:pt x="134" y="31"/>
                  <a:pt x="134" y="31"/>
                </a:cubicBezTo>
                <a:cubicBezTo>
                  <a:pt x="134" y="130"/>
                  <a:pt x="134" y="130"/>
                  <a:pt x="134" y="130"/>
                </a:cubicBezTo>
                <a:cubicBezTo>
                  <a:pt x="126" y="130"/>
                  <a:pt x="126" y="130"/>
                  <a:pt x="126" y="130"/>
                </a:cubicBezTo>
                <a:lnTo>
                  <a:pt x="126" y="31"/>
                </a:lnTo>
                <a:close/>
                <a:moveTo>
                  <a:pt x="52" y="23"/>
                </a:moveTo>
                <a:cubicBezTo>
                  <a:pt x="52" y="17"/>
                  <a:pt x="56" y="13"/>
                  <a:pt x="62" y="13"/>
                </a:cubicBezTo>
                <a:cubicBezTo>
                  <a:pt x="94" y="13"/>
                  <a:pt x="94" y="13"/>
                  <a:pt x="94" y="13"/>
                </a:cubicBezTo>
                <a:cubicBezTo>
                  <a:pt x="99" y="13"/>
                  <a:pt x="104" y="17"/>
                  <a:pt x="104" y="23"/>
                </a:cubicBezTo>
                <a:cubicBezTo>
                  <a:pt x="104" y="26"/>
                  <a:pt x="104" y="26"/>
                  <a:pt x="104" y="26"/>
                </a:cubicBezTo>
                <a:cubicBezTo>
                  <a:pt x="52" y="26"/>
                  <a:pt x="52" y="26"/>
                  <a:pt x="52" y="26"/>
                </a:cubicBezTo>
                <a:lnTo>
                  <a:pt x="52" y="23"/>
                </a:lnTo>
                <a:close/>
                <a:moveTo>
                  <a:pt x="22" y="31"/>
                </a:moveTo>
                <a:cubicBezTo>
                  <a:pt x="30" y="31"/>
                  <a:pt x="30" y="31"/>
                  <a:pt x="30" y="31"/>
                </a:cubicBezTo>
                <a:cubicBezTo>
                  <a:pt x="30" y="130"/>
                  <a:pt x="30" y="130"/>
                  <a:pt x="30" y="130"/>
                </a:cubicBezTo>
                <a:cubicBezTo>
                  <a:pt x="22" y="130"/>
                  <a:pt x="22" y="130"/>
                  <a:pt x="22" y="130"/>
                </a:cubicBezTo>
                <a:lnTo>
                  <a:pt x="22" y="31"/>
                </a:lnTo>
                <a:close/>
              </a:path>
            </a:pathLst>
          </a:custGeom>
          <a:solidFill>
            <a:schemeClr val="accent1"/>
          </a:solidFill>
          <a:ln>
            <a:noFill/>
          </a:ln>
        </p:spPr>
        <p:txBody>
          <a:bodyPr vert="horz" wrap="square" lIns="68580" tIns="34290" rIns="68580" bIns="34290" numCol="1" anchor="t" anchorCtr="0" compatLnSpc="1">
            <a:prstTxWarp prst="textNoShape">
              <a:avLst/>
            </a:prstTxWarp>
          </a:bodyPr>
          <a:lstStyle/>
          <a:p>
            <a:endParaRPr lang="zh-CN" altLang="en-US">
              <a:solidFill>
                <a:srgbClr val="000000"/>
              </a:solidFill>
              <a:latin typeface="+mn-ea"/>
            </a:endParaRPr>
          </a:p>
        </p:txBody>
      </p:sp>
      <p:grpSp>
        <p:nvGrpSpPr>
          <p:cNvPr id="93" name="原创设计师QQ598969553          _12"/>
          <p:cNvGrpSpPr/>
          <p:nvPr/>
        </p:nvGrpSpPr>
        <p:grpSpPr>
          <a:xfrm>
            <a:off x="4414641" y="3118885"/>
            <a:ext cx="307812" cy="329318"/>
            <a:chOff x="4895160" y="5416983"/>
            <a:chExt cx="496602" cy="531299"/>
          </a:xfrm>
          <a:solidFill>
            <a:schemeClr val="accent2"/>
          </a:solidFill>
        </p:grpSpPr>
        <p:sp>
          <p:nvSpPr>
            <p:cNvPr id="94" name="Freeform 836"/>
            <p:cNvSpPr>
              <a:spLocks/>
            </p:cNvSpPr>
            <p:nvPr/>
          </p:nvSpPr>
          <p:spPr bwMode="auto">
            <a:xfrm>
              <a:off x="5135871" y="5416983"/>
              <a:ext cx="28191" cy="74816"/>
            </a:xfrm>
            <a:custGeom>
              <a:avLst/>
              <a:gdLst>
                <a:gd name="T0" fmla="*/ 6 w 11"/>
                <a:gd name="T1" fmla="*/ 29 h 29"/>
                <a:gd name="T2" fmla="*/ 0 w 11"/>
                <a:gd name="T3" fmla="*/ 24 h 29"/>
                <a:gd name="T4" fmla="*/ 0 w 11"/>
                <a:gd name="T5" fmla="*/ 6 h 29"/>
                <a:gd name="T6" fmla="*/ 6 w 11"/>
                <a:gd name="T7" fmla="*/ 0 h 29"/>
                <a:gd name="T8" fmla="*/ 11 w 11"/>
                <a:gd name="T9" fmla="*/ 6 h 29"/>
                <a:gd name="T10" fmla="*/ 11 w 11"/>
                <a:gd name="T11" fmla="*/ 24 h 29"/>
                <a:gd name="T12" fmla="*/ 6 w 11"/>
                <a:gd name="T13" fmla="*/ 29 h 29"/>
              </a:gdLst>
              <a:ahLst/>
              <a:cxnLst>
                <a:cxn ang="0">
                  <a:pos x="T0" y="T1"/>
                </a:cxn>
                <a:cxn ang="0">
                  <a:pos x="T2" y="T3"/>
                </a:cxn>
                <a:cxn ang="0">
                  <a:pos x="T4" y="T5"/>
                </a:cxn>
                <a:cxn ang="0">
                  <a:pos x="T6" y="T7"/>
                </a:cxn>
                <a:cxn ang="0">
                  <a:pos x="T8" y="T9"/>
                </a:cxn>
                <a:cxn ang="0">
                  <a:pos x="T10" y="T11"/>
                </a:cxn>
                <a:cxn ang="0">
                  <a:pos x="T12" y="T13"/>
                </a:cxn>
              </a:cxnLst>
              <a:rect l="0" t="0" r="r" b="b"/>
              <a:pathLst>
                <a:path w="11" h="29">
                  <a:moveTo>
                    <a:pt x="6" y="29"/>
                  </a:moveTo>
                  <a:cubicBezTo>
                    <a:pt x="3" y="29"/>
                    <a:pt x="0" y="27"/>
                    <a:pt x="0" y="24"/>
                  </a:cubicBezTo>
                  <a:cubicBezTo>
                    <a:pt x="0" y="6"/>
                    <a:pt x="0" y="6"/>
                    <a:pt x="0" y="6"/>
                  </a:cubicBezTo>
                  <a:cubicBezTo>
                    <a:pt x="0" y="3"/>
                    <a:pt x="3" y="0"/>
                    <a:pt x="6" y="0"/>
                  </a:cubicBezTo>
                  <a:cubicBezTo>
                    <a:pt x="9" y="0"/>
                    <a:pt x="11" y="3"/>
                    <a:pt x="11" y="6"/>
                  </a:cubicBezTo>
                  <a:cubicBezTo>
                    <a:pt x="11" y="24"/>
                    <a:pt x="11" y="24"/>
                    <a:pt x="11" y="24"/>
                  </a:cubicBezTo>
                  <a:cubicBezTo>
                    <a:pt x="11" y="27"/>
                    <a:pt x="9" y="29"/>
                    <a:pt x="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95" name="Freeform 837"/>
            <p:cNvSpPr>
              <a:spLocks/>
            </p:cNvSpPr>
            <p:nvPr/>
          </p:nvSpPr>
          <p:spPr bwMode="auto">
            <a:xfrm>
              <a:off x="5015516" y="5443006"/>
              <a:ext cx="56383" cy="71563"/>
            </a:xfrm>
            <a:custGeom>
              <a:avLst/>
              <a:gdLst>
                <a:gd name="T0" fmla="*/ 16 w 22"/>
                <a:gd name="T1" fmla="*/ 28 h 28"/>
                <a:gd name="T2" fmla="*/ 11 w 22"/>
                <a:gd name="T3" fmla="*/ 25 h 28"/>
                <a:gd name="T4" fmla="*/ 2 w 22"/>
                <a:gd name="T5" fmla="*/ 10 h 28"/>
                <a:gd name="T6" fmla="*/ 4 w 22"/>
                <a:gd name="T7" fmla="*/ 2 h 28"/>
                <a:gd name="T8" fmla="*/ 11 w 22"/>
                <a:gd name="T9" fmla="*/ 4 h 28"/>
                <a:gd name="T10" fmla="*/ 20 w 22"/>
                <a:gd name="T11" fmla="*/ 19 h 28"/>
                <a:gd name="T12" fmla="*/ 18 w 22"/>
                <a:gd name="T13" fmla="*/ 27 h 28"/>
                <a:gd name="T14" fmla="*/ 16 w 22"/>
                <a:gd name="T15" fmla="*/ 28 h 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28">
                  <a:moveTo>
                    <a:pt x="16" y="28"/>
                  </a:moveTo>
                  <a:cubicBezTo>
                    <a:pt x="14" y="28"/>
                    <a:pt x="12" y="27"/>
                    <a:pt x="11" y="25"/>
                  </a:cubicBezTo>
                  <a:cubicBezTo>
                    <a:pt x="2" y="10"/>
                    <a:pt x="2" y="10"/>
                    <a:pt x="2" y="10"/>
                  </a:cubicBezTo>
                  <a:cubicBezTo>
                    <a:pt x="0" y="7"/>
                    <a:pt x="1" y="3"/>
                    <a:pt x="4" y="2"/>
                  </a:cubicBezTo>
                  <a:cubicBezTo>
                    <a:pt x="7" y="0"/>
                    <a:pt x="10" y="1"/>
                    <a:pt x="11" y="4"/>
                  </a:cubicBezTo>
                  <a:cubicBezTo>
                    <a:pt x="20" y="19"/>
                    <a:pt x="20" y="19"/>
                    <a:pt x="20" y="19"/>
                  </a:cubicBezTo>
                  <a:cubicBezTo>
                    <a:pt x="22" y="22"/>
                    <a:pt x="21" y="26"/>
                    <a:pt x="18" y="27"/>
                  </a:cubicBezTo>
                  <a:cubicBezTo>
                    <a:pt x="17" y="28"/>
                    <a:pt x="17" y="28"/>
                    <a:pt x="16"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96" name="Freeform 838"/>
            <p:cNvSpPr>
              <a:spLocks/>
            </p:cNvSpPr>
            <p:nvPr/>
          </p:nvSpPr>
          <p:spPr bwMode="auto">
            <a:xfrm>
              <a:off x="4927689" y="5527580"/>
              <a:ext cx="72647" cy="54214"/>
            </a:xfrm>
            <a:custGeom>
              <a:avLst/>
              <a:gdLst>
                <a:gd name="T0" fmla="*/ 22 w 28"/>
                <a:gd name="T1" fmla="*/ 21 h 21"/>
                <a:gd name="T2" fmla="*/ 19 w 28"/>
                <a:gd name="T3" fmla="*/ 20 h 21"/>
                <a:gd name="T4" fmla="*/ 3 w 28"/>
                <a:gd name="T5" fmla="*/ 11 h 21"/>
                <a:gd name="T6" fmla="*/ 1 w 28"/>
                <a:gd name="T7" fmla="*/ 3 h 21"/>
                <a:gd name="T8" fmla="*/ 9 w 28"/>
                <a:gd name="T9" fmla="*/ 1 h 21"/>
                <a:gd name="T10" fmla="*/ 24 w 28"/>
                <a:gd name="T11" fmla="*/ 10 h 21"/>
                <a:gd name="T12" fmla="*/ 26 w 28"/>
                <a:gd name="T13" fmla="*/ 18 h 21"/>
                <a:gd name="T14" fmla="*/ 22 w 28"/>
                <a:gd name="T15" fmla="*/ 2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 h="21">
                  <a:moveTo>
                    <a:pt x="22" y="21"/>
                  </a:moveTo>
                  <a:cubicBezTo>
                    <a:pt x="21" y="21"/>
                    <a:pt x="20" y="20"/>
                    <a:pt x="19" y="20"/>
                  </a:cubicBezTo>
                  <a:cubicBezTo>
                    <a:pt x="3" y="11"/>
                    <a:pt x="3" y="11"/>
                    <a:pt x="3" y="11"/>
                  </a:cubicBezTo>
                  <a:cubicBezTo>
                    <a:pt x="1" y="9"/>
                    <a:pt x="0" y="6"/>
                    <a:pt x="1" y="3"/>
                  </a:cubicBezTo>
                  <a:cubicBezTo>
                    <a:pt x="3" y="1"/>
                    <a:pt x="6" y="0"/>
                    <a:pt x="9" y="1"/>
                  </a:cubicBezTo>
                  <a:cubicBezTo>
                    <a:pt x="24" y="10"/>
                    <a:pt x="24" y="10"/>
                    <a:pt x="24" y="10"/>
                  </a:cubicBezTo>
                  <a:cubicBezTo>
                    <a:pt x="27" y="12"/>
                    <a:pt x="28" y="15"/>
                    <a:pt x="26" y="18"/>
                  </a:cubicBezTo>
                  <a:cubicBezTo>
                    <a:pt x="25" y="20"/>
                    <a:pt x="24" y="21"/>
                    <a:pt x="22"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97" name="Freeform 839"/>
            <p:cNvSpPr>
              <a:spLocks/>
            </p:cNvSpPr>
            <p:nvPr/>
          </p:nvSpPr>
          <p:spPr bwMode="auto">
            <a:xfrm>
              <a:off x="4895160" y="5645766"/>
              <a:ext cx="73731" cy="28191"/>
            </a:xfrm>
            <a:custGeom>
              <a:avLst/>
              <a:gdLst>
                <a:gd name="T0" fmla="*/ 23 w 29"/>
                <a:gd name="T1" fmla="*/ 11 h 11"/>
                <a:gd name="T2" fmla="*/ 6 w 29"/>
                <a:gd name="T3" fmla="*/ 11 h 11"/>
                <a:gd name="T4" fmla="*/ 0 w 29"/>
                <a:gd name="T5" fmla="*/ 5 h 11"/>
                <a:gd name="T6" fmla="*/ 6 w 29"/>
                <a:gd name="T7" fmla="*/ 0 h 11"/>
                <a:gd name="T8" fmla="*/ 23 w 29"/>
                <a:gd name="T9" fmla="*/ 0 h 11"/>
                <a:gd name="T10" fmla="*/ 29 w 29"/>
                <a:gd name="T11" fmla="*/ 5 h 11"/>
                <a:gd name="T12" fmla="*/ 23 w 29"/>
                <a:gd name="T13" fmla="*/ 11 h 11"/>
              </a:gdLst>
              <a:ahLst/>
              <a:cxnLst>
                <a:cxn ang="0">
                  <a:pos x="T0" y="T1"/>
                </a:cxn>
                <a:cxn ang="0">
                  <a:pos x="T2" y="T3"/>
                </a:cxn>
                <a:cxn ang="0">
                  <a:pos x="T4" y="T5"/>
                </a:cxn>
                <a:cxn ang="0">
                  <a:pos x="T6" y="T7"/>
                </a:cxn>
                <a:cxn ang="0">
                  <a:pos x="T8" y="T9"/>
                </a:cxn>
                <a:cxn ang="0">
                  <a:pos x="T10" y="T11"/>
                </a:cxn>
                <a:cxn ang="0">
                  <a:pos x="T12" y="T13"/>
                </a:cxn>
              </a:cxnLst>
              <a:rect l="0" t="0" r="r" b="b"/>
              <a:pathLst>
                <a:path w="29" h="11">
                  <a:moveTo>
                    <a:pt x="23" y="11"/>
                  </a:moveTo>
                  <a:cubicBezTo>
                    <a:pt x="6" y="11"/>
                    <a:pt x="6" y="11"/>
                    <a:pt x="6" y="11"/>
                  </a:cubicBezTo>
                  <a:cubicBezTo>
                    <a:pt x="2" y="11"/>
                    <a:pt x="0" y="8"/>
                    <a:pt x="0" y="5"/>
                  </a:cubicBezTo>
                  <a:cubicBezTo>
                    <a:pt x="0" y="2"/>
                    <a:pt x="2" y="0"/>
                    <a:pt x="6" y="0"/>
                  </a:cubicBezTo>
                  <a:cubicBezTo>
                    <a:pt x="23" y="0"/>
                    <a:pt x="23" y="0"/>
                    <a:pt x="23" y="0"/>
                  </a:cubicBezTo>
                  <a:cubicBezTo>
                    <a:pt x="27" y="0"/>
                    <a:pt x="29" y="2"/>
                    <a:pt x="29" y="5"/>
                  </a:cubicBezTo>
                  <a:cubicBezTo>
                    <a:pt x="29" y="8"/>
                    <a:pt x="27" y="11"/>
                    <a:pt x="23"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98" name="Freeform 840"/>
            <p:cNvSpPr>
              <a:spLocks/>
            </p:cNvSpPr>
            <p:nvPr/>
          </p:nvSpPr>
          <p:spPr bwMode="auto">
            <a:xfrm>
              <a:off x="4920099" y="5737931"/>
              <a:ext cx="71563" cy="54214"/>
            </a:xfrm>
            <a:custGeom>
              <a:avLst/>
              <a:gdLst>
                <a:gd name="T0" fmla="*/ 6 w 28"/>
                <a:gd name="T1" fmla="*/ 21 h 21"/>
                <a:gd name="T2" fmla="*/ 2 w 28"/>
                <a:gd name="T3" fmla="*/ 18 h 21"/>
                <a:gd name="T4" fmla="*/ 4 w 28"/>
                <a:gd name="T5" fmla="*/ 11 h 21"/>
                <a:gd name="T6" fmla="*/ 19 w 28"/>
                <a:gd name="T7" fmla="*/ 2 h 21"/>
                <a:gd name="T8" fmla="*/ 27 w 28"/>
                <a:gd name="T9" fmla="*/ 4 h 21"/>
                <a:gd name="T10" fmla="*/ 25 w 28"/>
                <a:gd name="T11" fmla="*/ 11 h 21"/>
                <a:gd name="T12" fmla="*/ 9 w 28"/>
                <a:gd name="T13" fmla="*/ 20 h 21"/>
                <a:gd name="T14" fmla="*/ 6 w 28"/>
                <a:gd name="T15" fmla="*/ 2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 h="21">
                  <a:moveTo>
                    <a:pt x="6" y="21"/>
                  </a:moveTo>
                  <a:cubicBezTo>
                    <a:pt x="4" y="21"/>
                    <a:pt x="3" y="20"/>
                    <a:pt x="2" y="18"/>
                  </a:cubicBezTo>
                  <a:cubicBezTo>
                    <a:pt x="0" y="16"/>
                    <a:pt x="1" y="12"/>
                    <a:pt x="4" y="11"/>
                  </a:cubicBezTo>
                  <a:cubicBezTo>
                    <a:pt x="19" y="2"/>
                    <a:pt x="19" y="2"/>
                    <a:pt x="19" y="2"/>
                  </a:cubicBezTo>
                  <a:cubicBezTo>
                    <a:pt x="22" y="0"/>
                    <a:pt x="25" y="1"/>
                    <a:pt x="27" y="4"/>
                  </a:cubicBezTo>
                  <a:cubicBezTo>
                    <a:pt x="28" y="6"/>
                    <a:pt x="27" y="10"/>
                    <a:pt x="25" y="11"/>
                  </a:cubicBezTo>
                  <a:cubicBezTo>
                    <a:pt x="9" y="20"/>
                    <a:pt x="9" y="20"/>
                    <a:pt x="9" y="20"/>
                  </a:cubicBezTo>
                  <a:cubicBezTo>
                    <a:pt x="8" y="21"/>
                    <a:pt x="7" y="21"/>
                    <a:pt x="6"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99" name="Freeform 841"/>
            <p:cNvSpPr>
              <a:spLocks/>
            </p:cNvSpPr>
            <p:nvPr/>
          </p:nvSpPr>
          <p:spPr bwMode="auto">
            <a:xfrm>
              <a:off x="5286587" y="5750942"/>
              <a:ext cx="72647" cy="53130"/>
            </a:xfrm>
            <a:custGeom>
              <a:avLst/>
              <a:gdLst>
                <a:gd name="T0" fmla="*/ 21 w 28"/>
                <a:gd name="T1" fmla="*/ 21 h 21"/>
                <a:gd name="T2" fmla="*/ 19 w 28"/>
                <a:gd name="T3" fmla="*/ 20 h 21"/>
                <a:gd name="T4" fmla="*/ 3 w 28"/>
                <a:gd name="T5" fmla="*/ 11 h 21"/>
                <a:gd name="T6" fmla="*/ 1 w 28"/>
                <a:gd name="T7" fmla="*/ 4 h 21"/>
                <a:gd name="T8" fmla="*/ 9 w 28"/>
                <a:gd name="T9" fmla="*/ 2 h 21"/>
                <a:gd name="T10" fmla="*/ 24 w 28"/>
                <a:gd name="T11" fmla="*/ 11 h 21"/>
                <a:gd name="T12" fmla="*/ 26 w 28"/>
                <a:gd name="T13" fmla="*/ 18 h 21"/>
                <a:gd name="T14" fmla="*/ 21 w 28"/>
                <a:gd name="T15" fmla="*/ 2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 h="21">
                  <a:moveTo>
                    <a:pt x="21" y="21"/>
                  </a:moveTo>
                  <a:cubicBezTo>
                    <a:pt x="21" y="21"/>
                    <a:pt x="20" y="21"/>
                    <a:pt x="19" y="20"/>
                  </a:cubicBezTo>
                  <a:cubicBezTo>
                    <a:pt x="3" y="11"/>
                    <a:pt x="3" y="11"/>
                    <a:pt x="3" y="11"/>
                  </a:cubicBezTo>
                  <a:cubicBezTo>
                    <a:pt x="1" y="10"/>
                    <a:pt x="0" y="6"/>
                    <a:pt x="1" y="4"/>
                  </a:cubicBezTo>
                  <a:cubicBezTo>
                    <a:pt x="3" y="1"/>
                    <a:pt x="6" y="0"/>
                    <a:pt x="9" y="2"/>
                  </a:cubicBezTo>
                  <a:cubicBezTo>
                    <a:pt x="24" y="11"/>
                    <a:pt x="24" y="11"/>
                    <a:pt x="24" y="11"/>
                  </a:cubicBezTo>
                  <a:cubicBezTo>
                    <a:pt x="27" y="12"/>
                    <a:pt x="28" y="15"/>
                    <a:pt x="26" y="18"/>
                  </a:cubicBezTo>
                  <a:cubicBezTo>
                    <a:pt x="25" y="20"/>
                    <a:pt x="23" y="21"/>
                    <a:pt x="21"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00" name="Freeform 842"/>
            <p:cNvSpPr>
              <a:spLocks/>
            </p:cNvSpPr>
            <p:nvPr/>
          </p:nvSpPr>
          <p:spPr bwMode="auto">
            <a:xfrm>
              <a:off x="5318031" y="5660946"/>
              <a:ext cx="73731" cy="28191"/>
            </a:xfrm>
            <a:custGeom>
              <a:avLst/>
              <a:gdLst>
                <a:gd name="T0" fmla="*/ 23 w 29"/>
                <a:gd name="T1" fmla="*/ 11 h 11"/>
                <a:gd name="T2" fmla="*/ 5 w 29"/>
                <a:gd name="T3" fmla="*/ 11 h 11"/>
                <a:gd name="T4" fmla="*/ 0 w 29"/>
                <a:gd name="T5" fmla="*/ 5 h 11"/>
                <a:gd name="T6" fmla="*/ 5 w 29"/>
                <a:gd name="T7" fmla="*/ 0 h 11"/>
                <a:gd name="T8" fmla="*/ 23 w 29"/>
                <a:gd name="T9" fmla="*/ 0 h 11"/>
                <a:gd name="T10" fmla="*/ 29 w 29"/>
                <a:gd name="T11" fmla="*/ 5 h 11"/>
                <a:gd name="T12" fmla="*/ 23 w 29"/>
                <a:gd name="T13" fmla="*/ 11 h 11"/>
              </a:gdLst>
              <a:ahLst/>
              <a:cxnLst>
                <a:cxn ang="0">
                  <a:pos x="T0" y="T1"/>
                </a:cxn>
                <a:cxn ang="0">
                  <a:pos x="T2" y="T3"/>
                </a:cxn>
                <a:cxn ang="0">
                  <a:pos x="T4" y="T5"/>
                </a:cxn>
                <a:cxn ang="0">
                  <a:pos x="T6" y="T7"/>
                </a:cxn>
                <a:cxn ang="0">
                  <a:pos x="T8" y="T9"/>
                </a:cxn>
                <a:cxn ang="0">
                  <a:pos x="T10" y="T11"/>
                </a:cxn>
                <a:cxn ang="0">
                  <a:pos x="T12" y="T13"/>
                </a:cxn>
              </a:cxnLst>
              <a:rect l="0" t="0" r="r" b="b"/>
              <a:pathLst>
                <a:path w="29" h="11">
                  <a:moveTo>
                    <a:pt x="23" y="11"/>
                  </a:moveTo>
                  <a:cubicBezTo>
                    <a:pt x="5" y="11"/>
                    <a:pt x="5" y="11"/>
                    <a:pt x="5" y="11"/>
                  </a:cubicBezTo>
                  <a:cubicBezTo>
                    <a:pt x="2" y="11"/>
                    <a:pt x="0" y="8"/>
                    <a:pt x="0" y="5"/>
                  </a:cubicBezTo>
                  <a:cubicBezTo>
                    <a:pt x="0" y="2"/>
                    <a:pt x="2" y="0"/>
                    <a:pt x="5" y="0"/>
                  </a:cubicBezTo>
                  <a:cubicBezTo>
                    <a:pt x="23" y="0"/>
                    <a:pt x="23" y="0"/>
                    <a:pt x="23" y="0"/>
                  </a:cubicBezTo>
                  <a:cubicBezTo>
                    <a:pt x="26" y="0"/>
                    <a:pt x="29" y="2"/>
                    <a:pt x="29" y="5"/>
                  </a:cubicBezTo>
                  <a:cubicBezTo>
                    <a:pt x="29" y="8"/>
                    <a:pt x="26" y="11"/>
                    <a:pt x="23"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01" name="Freeform 843"/>
            <p:cNvSpPr>
              <a:spLocks/>
            </p:cNvSpPr>
            <p:nvPr/>
          </p:nvSpPr>
          <p:spPr bwMode="auto">
            <a:xfrm>
              <a:off x="5292008" y="5540591"/>
              <a:ext cx="74816" cy="54214"/>
            </a:xfrm>
            <a:custGeom>
              <a:avLst/>
              <a:gdLst>
                <a:gd name="T0" fmla="*/ 7 w 29"/>
                <a:gd name="T1" fmla="*/ 21 h 21"/>
                <a:gd name="T2" fmla="*/ 2 w 29"/>
                <a:gd name="T3" fmla="*/ 18 h 21"/>
                <a:gd name="T4" fmla="*/ 4 w 29"/>
                <a:gd name="T5" fmla="*/ 10 h 21"/>
                <a:gd name="T6" fmla="*/ 20 w 29"/>
                <a:gd name="T7" fmla="*/ 1 h 21"/>
                <a:gd name="T8" fmla="*/ 27 w 29"/>
                <a:gd name="T9" fmla="*/ 3 h 21"/>
                <a:gd name="T10" fmla="*/ 25 w 29"/>
                <a:gd name="T11" fmla="*/ 11 h 21"/>
                <a:gd name="T12" fmla="*/ 10 w 29"/>
                <a:gd name="T13" fmla="*/ 20 h 21"/>
                <a:gd name="T14" fmla="*/ 7 w 29"/>
                <a:gd name="T15" fmla="*/ 2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 h="21">
                  <a:moveTo>
                    <a:pt x="7" y="21"/>
                  </a:moveTo>
                  <a:cubicBezTo>
                    <a:pt x="5" y="21"/>
                    <a:pt x="3" y="20"/>
                    <a:pt x="2" y="18"/>
                  </a:cubicBezTo>
                  <a:cubicBezTo>
                    <a:pt x="0" y="15"/>
                    <a:pt x="1" y="12"/>
                    <a:pt x="4" y="10"/>
                  </a:cubicBezTo>
                  <a:cubicBezTo>
                    <a:pt x="20" y="1"/>
                    <a:pt x="20" y="1"/>
                    <a:pt x="20" y="1"/>
                  </a:cubicBezTo>
                  <a:cubicBezTo>
                    <a:pt x="22" y="0"/>
                    <a:pt x="26" y="1"/>
                    <a:pt x="27" y="3"/>
                  </a:cubicBezTo>
                  <a:cubicBezTo>
                    <a:pt x="29" y="6"/>
                    <a:pt x="28" y="9"/>
                    <a:pt x="25" y="11"/>
                  </a:cubicBezTo>
                  <a:cubicBezTo>
                    <a:pt x="10" y="20"/>
                    <a:pt x="10" y="20"/>
                    <a:pt x="10" y="20"/>
                  </a:cubicBezTo>
                  <a:cubicBezTo>
                    <a:pt x="9" y="20"/>
                    <a:pt x="8" y="21"/>
                    <a:pt x="7"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02" name="Freeform 844"/>
            <p:cNvSpPr>
              <a:spLocks/>
            </p:cNvSpPr>
            <p:nvPr/>
          </p:nvSpPr>
          <p:spPr bwMode="auto">
            <a:xfrm>
              <a:off x="5228036" y="5450595"/>
              <a:ext cx="54214" cy="71563"/>
            </a:xfrm>
            <a:custGeom>
              <a:avLst/>
              <a:gdLst>
                <a:gd name="T0" fmla="*/ 6 w 21"/>
                <a:gd name="T1" fmla="*/ 28 h 28"/>
                <a:gd name="T2" fmla="*/ 3 w 21"/>
                <a:gd name="T3" fmla="*/ 27 h 28"/>
                <a:gd name="T4" fmla="*/ 1 w 21"/>
                <a:gd name="T5" fmla="*/ 19 h 28"/>
                <a:gd name="T6" fmla="*/ 10 w 21"/>
                <a:gd name="T7" fmla="*/ 4 h 28"/>
                <a:gd name="T8" fmla="*/ 18 w 21"/>
                <a:gd name="T9" fmla="*/ 2 h 28"/>
                <a:gd name="T10" fmla="*/ 20 w 21"/>
                <a:gd name="T11" fmla="*/ 9 h 28"/>
                <a:gd name="T12" fmla="*/ 11 w 21"/>
                <a:gd name="T13" fmla="*/ 25 h 28"/>
                <a:gd name="T14" fmla="*/ 6 w 21"/>
                <a:gd name="T15" fmla="*/ 28 h 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 h="28">
                  <a:moveTo>
                    <a:pt x="6" y="28"/>
                  </a:moveTo>
                  <a:cubicBezTo>
                    <a:pt x="5" y="28"/>
                    <a:pt x="4" y="27"/>
                    <a:pt x="3" y="27"/>
                  </a:cubicBezTo>
                  <a:cubicBezTo>
                    <a:pt x="1" y="25"/>
                    <a:pt x="0" y="22"/>
                    <a:pt x="1" y="19"/>
                  </a:cubicBezTo>
                  <a:cubicBezTo>
                    <a:pt x="10" y="4"/>
                    <a:pt x="10" y="4"/>
                    <a:pt x="10" y="4"/>
                  </a:cubicBezTo>
                  <a:cubicBezTo>
                    <a:pt x="12" y="1"/>
                    <a:pt x="15" y="0"/>
                    <a:pt x="18" y="2"/>
                  </a:cubicBezTo>
                  <a:cubicBezTo>
                    <a:pt x="20" y="3"/>
                    <a:pt x="21" y="7"/>
                    <a:pt x="20" y="9"/>
                  </a:cubicBezTo>
                  <a:cubicBezTo>
                    <a:pt x="11" y="25"/>
                    <a:pt x="11" y="25"/>
                    <a:pt x="11" y="25"/>
                  </a:cubicBezTo>
                  <a:cubicBezTo>
                    <a:pt x="10" y="27"/>
                    <a:pt x="8" y="28"/>
                    <a:pt x="6"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03" name="Freeform 845"/>
            <p:cNvSpPr>
              <a:spLocks noEditPoints="1"/>
            </p:cNvSpPr>
            <p:nvPr/>
          </p:nvSpPr>
          <p:spPr bwMode="auto">
            <a:xfrm>
              <a:off x="5010094" y="5535169"/>
              <a:ext cx="264565" cy="320948"/>
            </a:xfrm>
            <a:custGeom>
              <a:avLst/>
              <a:gdLst>
                <a:gd name="T0" fmla="*/ 52 w 103"/>
                <a:gd name="T1" fmla="*/ 0 h 125"/>
                <a:gd name="T2" fmla="*/ 0 w 103"/>
                <a:gd name="T3" fmla="*/ 57 h 125"/>
                <a:gd name="T4" fmla="*/ 24 w 103"/>
                <a:gd name="T5" fmla="*/ 125 h 125"/>
                <a:gd name="T6" fmla="*/ 55 w 103"/>
                <a:gd name="T7" fmla="*/ 125 h 125"/>
                <a:gd name="T8" fmla="*/ 82 w 103"/>
                <a:gd name="T9" fmla="*/ 103 h 125"/>
                <a:gd name="T10" fmla="*/ 103 w 103"/>
                <a:gd name="T11" fmla="*/ 52 h 125"/>
                <a:gd name="T12" fmla="*/ 45 w 103"/>
                <a:gd name="T13" fmla="*/ 92 h 125"/>
                <a:gd name="T14" fmla="*/ 35 w 103"/>
                <a:gd name="T15" fmla="*/ 71 h 125"/>
                <a:gd name="T16" fmla="*/ 42 w 103"/>
                <a:gd name="T17" fmla="*/ 68 h 125"/>
                <a:gd name="T18" fmla="*/ 56 w 103"/>
                <a:gd name="T19" fmla="*/ 67 h 125"/>
                <a:gd name="T20" fmla="*/ 62 w 103"/>
                <a:gd name="T21" fmla="*/ 72 h 125"/>
                <a:gd name="T22" fmla="*/ 65 w 103"/>
                <a:gd name="T23" fmla="*/ 71 h 125"/>
                <a:gd name="T24" fmla="*/ 55 w 103"/>
                <a:gd name="T25" fmla="*/ 92 h 125"/>
                <a:gd name="T26" fmla="*/ 45 w 103"/>
                <a:gd name="T27" fmla="*/ 117 h 125"/>
                <a:gd name="T28" fmla="*/ 43 w 103"/>
                <a:gd name="T29" fmla="*/ 56 h 125"/>
                <a:gd name="T30" fmla="*/ 44 w 103"/>
                <a:gd name="T31" fmla="*/ 57 h 125"/>
                <a:gd name="T32" fmla="*/ 42 w 103"/>
                <a:gd name="T33" fmla="*/ 56 h 125"/>
                <a:gd name="T34" fmla="*/ 58 w 103"/>
                <a:gd name="T35" fmla="*/ 54 h 125"/>
                <a:gd name="T36" fmla="*/ 59 w 103"/>
                <a:gd name="T37" fmla="*/ 55 h 125"/>
                <a:gd name="T38" fmla="*/ 57 w 103"/>
                <a:gd name="T39" fmla="*/ 55 h 125"/>
                <a:gd name="T40" fmla="*/ 93 w 103"/>
                <a:gd name="T41" fmla="*/ 60 h 125"/>
                <a:gd name="T42" fmla="*/ 75 w 103"/>
                <a:gd name="T43" fmla="*/ 97 h 125"/>
                <a:gd name="T44" fmla="*/ 61 w 103"/>
                <a:gd name="T45" fmla="*/ 117 h 125"/>
                <a:gd name="T46" fmla="*/ 73 w 103"/>
                <a:gd name="T47" fmla="*/ 70 h 125"/>
                <a:gd name="T48" fmla="*/ 67 w 103"/>
                <a:gd name="T49" fmla="*/ 67 h 125"/>
                <a:gd name="T50" fmla="*/ 59 w 103"/>
                <a:gd name="T51" fmla="*/ 67 h 125"/>
                <a:gd name="T52" fmla="*/ 58 w 103"/>
                <a:gd name="T53" fmla="*/ 65 h 125"/>
                <a:gd name="T54" fmla="*/ 58 w 103"/>
                <a:gd name="T55" fmla="*/ 51 h 125"/>
                <a:gd name="T56" fmla="*/ 55 w 103"/>
                <a:gd name="T57" fmla="*/ 64 h 125"/>
                <a:gd name="T58" fmla="*/ 44 w 103"/>
                <a:gd name="T59" fmla="*/ 65 h 125"/>
                <a:gd name="T60" fmla="*/ 44 w 103"/>
                <a:gd name="T61" fmla="*/ 53 h 125"/>
                <a:gd name="T62" fmla="*/ 39 w 103"/>
                <a:gd name="T63" fmla="*/ 63 h 125"/>
                <a:gd name="T64" fmla="*/ 36 w 103"/>
                <a:gd name="T65" fmla="*/ 67 h 125"/>
                <a:gd name="T66" fmla="*/ 33 w 103"/>
                <a:gd name="T67" fmla="*/ 67 h 125"/>
                <a:gd name="T68" fmla="*/ 29 w 103"/>
                <a:gd name="T69" fmla="*/ 65 h 125"/>
                <a:gd name="T70" fmla="*/ 29 w 103"/>
                <a:gd name="T71" fmla="*/ 66 h 125"/>
                <a:gd name="T72" fmla="*/ 29 w 103"/>
                <a:gd name="T73" fmla="*/ 66 h 125"/>
                <a:gd name="T74" fmla="*/ 39 w 103"/>
                <a:gd name="T75" fmla="*/ 93 h 125"/>
                <a:gd name="T76" fmla="*/ 33 w 103"/>
                <a:gd name="T77" fmla="*/ 117 h 125"/>
                <a:gd name="T78" fmla="*/ 9 w 103"/>
                <a:gd name="T79" fmla="*/ 60 h 125"/>
                <a:gd name="T80" fmla="*/ 9 w 103"/>
                <a:gd name="T81" fmla="*/ 54 h 125"/>
                <a:gd name="T82" fmla="*/ 52 w 103"/>
                <a:gd name="T83" fmla="*/ 9 h 125"/>
                <a:gd name="T84" fmla="*/ 94 w 103"/>
                <a:gd name="T85" fmla="*/ 54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3" h="125">
                  <a:moveTo>
                    <a:pt x="103" y="52"/>
                  </a:moveTo>
                  <a:cubicBezTo>
                    <a:pt x="103" y="23"/>
                    <a:pt x="80" y="0"/>
                    <a:pt x="52" y="0"/>
                  </a:cubicBezTo>
                  <a:cubicBezTo>
                    <a:pt x="23" y="0"/>
                    <a:pt x="0" y="23"/>
                    <a:pt x="0" y="52"/>
                  </a:cubicBezTo>
                  <a:cubicBezTo>
                    <a:pt x="0" y="54"/>
                    <a:pt x="0" y="55"/>
                    <a:pt x="0" y="57"/>
                  </a:cubicBezTo>
                  <a:cubicBezTo>
                    <a:pt x="0" y="58"/>
                    <a:pt x="1" y="78"/>
                    <a:pt x="21" y="103"/>
                  </a:cubicBezTo>
                  <a:cubicBezTo>
                    <a:pt x="26" y="110"/>
                    <a:pt x="24" y="125"/>
                    <a:pt x="24" y="125"/>
                  </a:cubicBezTo>
                  <a:cubicBezTo>
                    <a:pt x="32" y="125"/>
                    <a:pt x="40" y="125"/>
                    <a:pt x="48" y="125"/>
                  </a:cubicBezTo>
                  <a:cubicBezTo>
                    <a:pt x="50" y="125"/>
                    <a:pt x="53" y="125"/>
                    <a:pt x="55" y="125"/>
                  </a:cubicBezTo>
                  <a:cubicBezTo>
                    <a:pt x="63" y="125"/>
                    <a:pt x="71" y="125"/>
                    <a:pt x="79" y="125"/>
                  </a:cubicBezTo>
                  <a:cubicBezTo>
                    <a:pt x="79" y="125"/>
                    <a:pt x="77" y="110"/>
                    <a:pt x="82" y="103"/>
                  </a:cubicBezTo>
                  <a:cubicBezTo>
                    <a:pt x="102" y="78"/>
                    <a:pt x="103" y="58"/>
                    <a:pt x="103" y="57"/>
                  </a:cubicBezTo>
                  <a:cubicBezTo>
                    <a:pt x="103" y="55"/>
                    <a:pt x="103" y="54"/>
                    <a:pt x="103" y="52"/>
                  </a:cubicBezTo>
                  <a:close/>
                  <a:moveTo>
                    <a:pt x="45" y="117"/>
                  </a:moveTo>
                  <a:cubicBezTo>
                    <a:pt x="45" y="92"/>
                    <a:pt x="45" y="92"/>
                    <a:pt x="45" y="92"/>
                  </a:cubicBezTo>
                  <a:cubicBezTo>
                    <a:pt x="45" y="91"/>
                    <a:pt x="45" y="91"/>
                    <a:pt x="45" y="90"/>
                  </a:cubicBezTo>
                  <a:cubicBezTo>
                    <a:pt x="35" y="71"/>
                    <a:pt x="35" y="71"/>
                    <a:pt x="35" y="71"/>
                  </a:cubicBezTo>
                  <a:cubicBezTo>
                    <a:pt x="36" y="71"/>
                    <a:pt x="36" y="71"/>
                    <a:pt x="37" y="70"/>
                  </a:cubicBezTo>
                  <a:cubicBezTo>
                    <a:pt x="39" y="70"/>
                    <a:pt x="40" y="69"/>
                    <a:pt x="42" y="68"/>
                  </a:cubicBezTo>
                  <a:cubicBezTo>
                    <a:pt x="43" y="70"/>
                    <a:pt x="45" y="71"/>
                    <a:pt x="47" y="71"/>
                  </a:cubicBezTo>
                  <a:cubicBezTo>
                    <a:pt x="50" y="72"/>
                    <a:pt x="53" y="70"/>
                    <a:pt x="56" y="67"/>
                  </a:cubicBezTo>
                  <a:cubicBezTo>
                    <a:pt x="56" y="68"/>
                    <a:pt x="57" y="68"/>
                    <a:pt x="57" y="68"/>
                  </a:cubicBezTo>
                  <a:cubicBezTo>
                    <a:pt x="58" y="71"/>
                    <a:pt x="60" y="72"/>
                    <a:pt x="62" y="72"/>
                  </a:cubicBezTo>
                  <a:cubicBezTo>
                    <a:pt x="62" y="72"/>
                    <a:pt x="63" y="72"/>
                    <a:pt x="63" y="72"/>
                  </a:cubicBezTo>
                  <a:cubicBezTo>
                    <a:pt x="63" y="72"/>
                    <a:pt x="64" y="71"/>
                    <a:pt x="65" y="71"/>
                  </a:cubicBezTo>
                  <a:cubicBezTo>
                    <a:pt x="55" y="90"/>
                    <a:pt x="55" y="90"/>
                    <a:pt x="55" y="90"/>
                  </a:cubicBezTo>
                  <a:cubicBezTo>
                    <a:pt x="55" y="91"/>
                    <a:pt x="55" y="91"/>
                    <a:pt x="55" y="92"/>
                  </a:cubicBezTo>
                  <a:cubicBezTo>
                    <a:pt x="55" y="117"/>
                    <a:pt x="55" y="117"/>
                    <a:pt x="55" y="117"/>
                  </a:cubicBezTo>
                  <a:lnTo>
                    <a:pt x="45" y="117"/>
                  </a:lnTo>
                  <a:close/>
                  <a:moveTo>
                    <a:pt x="42" y="56"/>
                  </a:moveTo>
                  <a:cubicBezTo>
                    <a:pt x="42" y="56"/>
                    <a:pt x="43" y="56"/>
                    <a:pt x="43" y="56"/>
                  </a:cubicBezTo>
                  <a:cubicBezTo>
                    <a:pt x="43" y="56"/>
                    <a:pt x="43" y="56"/>
                    <a:pt x="43" y="56"/>
                  </a:cubicBezTo>
                  <a:cubicBezTo>
                    <a:pt x="44" y="56"/>
                    <a:pt x="44" y="57"/>
                    <a:pt x="44" y="57"/>
                  </a:cubicBezTo>
                  <a:cubicBezTo>
                    <a:pt x="44" y="59"/>
                    <a:pt x="44" y="60"/>
                    <a:pt x="42" y="62"/>
                  </a:cubicBezTo>
                  <a:cubicBezTo>
                    <a:pt x="41" y="59"/>
                    <a:pt x="42" y="57"/>
                    <a:pt x="42" y="56"/>
                  </a:cubicBezTo>
                  <a:close/>
                  <a:moveTo>
                    <a:pt x="57" y="55"/>
                  </a:moveTo>
                  <a:cubicBezTo>
                    <a:pt x="58" y="54"/>
                    <a:pt x="58" y="54"/>
                    <a:pt x="58" y="54"/>
                  </a:cubicBezTo>
                  <a:cubicBezTo>
                    <a:pt x="58" y="54"/>
                    <a:pt x="58" y="54"/>
                    <a:pt x="58" y="54"/>
                  </a:cubicBezTo>
                  <a:cubicBezTo>
                    <a:pt x="59" y="54"/>
                    <a:pt x="59" y="55"/>
                    <a:pt x="59" y="55"/>
                  </a:cubicBezTo>
                  <a:cubicBezTo>
                    <a:pt x="59" y="55"/>
                    <a:pt x="59" y="58"/>
                    <a:pt x="57" y="61"/>
                  </a:cubicBezTo>
                  <a:cubicBezTo>
                    <a:pt x="57" y="59"/>
                    <a:pt x="57" y="56"/>
                    <a:pt x="57" y="55"/>
                  </a:cubicBezTo>
                  <a:close/>
                  <a:moveTo>
                    <a:pt x="94" y="54"/>
                  </a:moveTo>
                  <a:cubicBezTo>
                    <a:pt x="93" y="60"/>
                    <a:pt x="93" y="60"/>
                    <a:pt x="93" y="60"/>
                  </a:cubicBezTo>
                  <a:cubicBezTo>
                    <a:pt x="94" y="60"/>
                    <a:pt x="94" y="60"/>
                    <a:pt x="94" y="60"/>
                  </a:cubicBezTo>
                  <a:cubicBezTo>
                    <a:pt x="93" y="66"/>
                    <a:pt x="89" y="80"/>
                    <a:pt x="75" y="97"/>
                  </a:cubicBezTo>
                  <a:cubicBezTo>
                    <a:pt x="71" y="103"/>
                    <a:pt x="70" y="110"/>
                    <a:pt x="70" y="117"/>
                  </a:cubicBezTo>
                  <a:cubicBezTo>
                    <a:pt x="61" y="117"/>
                    <a:pt x="61" y="117"/>
                    <a:pt x="61" y="117"/>
                  </a:cubicBezTo>
                  <a:cubicBezTo>
                    <a:pt x="61" y="93"/>
                    <a:pt x="61" y="93"/>
                    <a:pt x="61" y="93"/>
                  </a:cubicBezTo>
                  <a:cubicBezTo>
                    <a:pt x="73" y="70"/>
                    <a:pt x="73" y="70"/>
                    <a:pt x="73" y="70"/>
                  </a:cubicBezTo>
                  <a:cubicBezTo>
                    <a:pt x="73" y="68"/>
                    <a:pt x="73" y="66"/>
                    <a:pt x="71" y="65"/>
                  </a:cubicBezTo>
                  <a:cubicBezTo>
                    <a:pt x="70" y="65"/>
                    <a:pt x="68" y="65"/>
                    <a:pt x="67" y="67"/>
                  </a:cubicBezTo>
                  <a:cubicBezTo>
                    <a:pt x="66" y="67"/>
                    <a:pt x="64" y="68"/>
                    <a:pt x="62" y="68"/>
                  </a:cubicBezTo>
                  <a:cubicBezTo>
                    <a:pt x="61" y="69"/>
                    <a:pt x="60" y="68"/>
                    <a:pt x="59" y="67"/>
                  </a:cubicBezTo>
                  <a:cubicBezTo>
                    <a:pt x="59" y="66"/>
                    <a:pt x="59" y="65"/>
                    <a:pt x="58" y="65"/>
                  </a:cubicBezTo>
                  <a:cubicBezTo>
                    <a:pt x="58" y="65"/>
                    <a:pt x="58" y="65"/>
                    <a:pt x="58" y="65"/>
                  </a:cubicBezTo>
                  <a:cubicBezTo>
                    <a:pt x="61" y="61"/>
                    <a:pt x="63" y="56"/>
                    <a:pt x="61" y="53"/>
                  </a:cubicBezTo>
                  <a:cubicBezTo>
                    <a:pt x="61" y="52"/>
                    <a:pt x="60" y="51"/>
                    <a:pt x="58" y="51"/>
                  </a:cubicBezTo>
                  <a:cubicBezTo>
                    <a:pt x="56" y="51"/>
                    <a:pt x="55" y="52"/>
                    <a:pt x="54" y="54"/>
                  </a:cubicBezTo>
                  <a:cubicBezTo>
                    <a:pt x="53" y="56"/>
                    <a:pt x="53" y="61"/>
                    <a:pt x="55" y="64"/>
                  </a:cubicBezTo>
                  <a:cubicBezTo>
                    <a:pt x="53" y="66"/>
                    <a:pt x="50" y="68"/>
                    <a:pt x="48" y="68"/>
                  </a:cubicBezTo>
                  <a:cubicBezTo>
                    <a:pt x="46" y="68"/>
                    <a:pt x="45" y="67"/>
                    <a:pt x="44" y="65"/>
                  </a:cubicBezTo>
                  <a:cubicBezTo>
                    <a:pt x="46" y="63"/>
                    <a:pt x="47" y="60"/>
                    <a:pt x="47" y="57"/>
                  </a:cubicBezTo>
                  <a:cubicBezTo>
                    <a:pt x="47" y="55"/>
                    <a:pt x="46" y="53"/>
                    <a:pt x="44" y="53"/>
                  </a:cubicBezTo>
                  <a:cubicBezTo>
                    <a:pt x="42" y="52"/>
                    <a:pt x="41" y="53"/>
                    <a:pt x="40" y="54"/>
                  </a:cubicBezTo>
                  <a:cubicBezTo>
                    <a:pt x="38" y="56"/>
                    <a:pt x="38" y="60"/>
                    <a:pt x="39" y="63"/>
                  </a:cubicBezTo>
                  <a:cubicBezTo>
                    <a:pt x="40" y="64"/>
                    <a:pt x="40" y="64"/>
                    <a:pt x="40" y="65"/>
                  </a:cubicBezTo>
                  <a:cubicBezTo>
                    <a:pt x="39" y="66"/>
                    <a:pt x="38" y="67"/>
                    <a:pt x="36" y="67"/>
                  </a:cubicBezTo>
                  <a:cubicBezTo>
                    <a:pt x="35" y="68"/>
                    <a:pt x="34" y="68"/>
                    <a:pt x="34" y="68"/>
                  </a:cubicBezTo>
                  <a:cubicBezTo>
                    <a:pt x="33" y="67"/>
                    <a:pt x="33" y="67"/>
                    <a:pt x="33" y="67"/>
                  </a:cubicBezTo>
                  <a:cubicBezTo>
                    <a:pt x="33" y="66"/>
                    <a:pt x="31" y="65"/>
                    <a:pt x="30" y="65"/>
                  </a:cubicBezTo>
                  <a:cubicBezTo>
                    <a:pt x="29" y="65"/>
                    <a:pt x="29" y="65"/>
                    <a:pt x="29" y="65"/>
                  </a:cubicBezTo>
                  <a:cubicBezTo>
                    <a:pt x="29" y="65"/>
                    <a:pt x="29" y="65"/>
                    <a:pt x="29" y="65"/>
                  </a:cubicBezTo>
                  <a:cubicBezTo>
                    <a:pt x="29" y="66"/>
                    <a:pt x="29" y="66"/>
                    <a:pt x="29" y="66"/>
                  </a:cubicBezTo>
                  <a:cubicBezTo>
                    <a:pt x="29" y="66"/>
                    <a:pt x="29" y="66"/>
                    <a:pt x="29" y="66"/>
                  </a:cubicBezTo>
                  <a:cubicBezTo>
                    <a:pt x="29" y="66"/>
                    <a:pt x="29" y="66"/>
                    <a:pt x="29" y="66"/>
                  </a:cubicBezTo>
                  <a:cubicBezTo>
                    <a:pt x="27" y="67"/>
                    <a:pt x="27" y="68"/>
                    <a:pt x="28" y="70"/>
                  </a:cubicBezTo>
                  <a:cubicBezTo>
                    <a:pt x="39" y="93"/>
                    <a:pt x="39" y="93"/>
                    <a:pt x="39" y="93"/>
                  </a:cubicBezTo>
                  <a:cubicBezTo>
                    <a:pt x="39" y="117"/>
                    <a:pt x="39" y="117"/>
                    <a:pt x="39" y="117"/>
                  </a:cubicBezTo>
                  <a:cubicBezTo>
                    <a:pt x="33" y="117"/>
                    <a:pt x="33" y="117"/>
                    <a:pt x="33" y="117"/>
                  </a:cubicBezTo>
                  <a:cubicBezTo>
                    <a:pt x="33" y="110"/>
                    <a:pt x="32" y="103"/>
                    <a:pt x="28" y="97"/>
                  </a:cubicBezTo>
                  <a:cubicBezTo>
                    <a:pt x="14" y="80"/>
                    <a:pt x="10" y="66"/>
                    <a:pt x="9" y="60"/>
                  </a:cubicBezTo>
                  <a:cubicBezTo>
                    <a:pt x="10" y="60"/>
                    <a:pt x="10" y="60"/>
                    <a:pt x="10" y="60"/>
                  </a:cubicBezTo>
                  <a:cubicBezTo>
                    <a:pt x="9" y="54"/>
                    <a:pt x="9" y="54"/>
                    <a:pt x="9" y="54"/>
                  </a:cubicBezTo>
                  <a:cubicBezTo>
                    <a:pt x="9" y="53"/>
                    <a:pt x="9" y="53"/>
                    <a:pt x="9" y="52"/>
                  </a:cubicBezTo>
                  <a:cubicBezTo>
                    <a:pt x="9" y="28"/>
                    <a:pt x="28" y="9"/>
                    <a:pt x="52" y="9"/>
                  </a:cubicBezTo>
                  <a:cubicBezTo>
                    <a:pt x="75" y="9"/>
                    <a:pt x="94" y="28"/>
                    <a:pt x="94" y="52"/>
                  </a:cubicBezTo>
                  <a:cubicBezTo>
                    <a:pt x="94" y="53"/>
                    <a:pt x="94" y="53"/>
                    <a:pt x="94"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04" name="Freeform 846"/>
            <p:cNvSpPr>
              <a:spLocks/>
            </p:cNvSpPr>
            <p:nvPr/>
          </p:nvSpPr>
          <p:spPr bwMode="auto">
            <a:xfrm>
              <a:off x="5071899" y="5869129"/>
              <a:ext cx="140957" cy="79153"/>
            </a:xfrm>
            <a:custGeom>
              <a:avLst/>
              <a:gdLst>
                <a:gd name="T0" fmla="*/ 0 w 55"/>
                <a:gd name="T1" fmla="*/ 4 h 31"/>
                <a:gd name="T2" fmla="*/ 3 w 55"/>
                <a:gd name="T3" fmla="*/ 4 h 31"/>
                <a:gd name="T4" fmla="*/ 3 w 55"/>
                <a:gd name="T5" fmla="*/ 8 h 31"/>
                <a:gd name="T6" fmla="*/ 0 w 55"/>
                <a:gd name="T7" fmla="*/ 8 h 31"/>
                <a:gd name="T8" fmla="*/ 0 w 55"/>
                <a:gd name="T9" fmla="*/ 12 h 31"/>
                <a:gd name="T10" fmla="*/ 3 w 55"/>
                <a:gd name="T11" fmla="*/ 12 h 31"/>
                <a:gd name="T12" fmla="*/ 3 w 55"/>
                <a:gd name="T13" fmla="*/ 16 h 31"/>
                <a:gd name="T14" fmla="*/ 0 w 55"/>
                <a:gd name="T15" fmla="*/ 16 h 31"/>
                <a:gd name="T16" fmla="*/ 12 w 55"/>
                <a:gd name="T17" fmla="*/ 26 h 31"/>
                <a:gd name="T18" fmla="*/ 19 w 55"/>
                <a:gd name="T19" fmla="*/ 31 h 31"/>
                <a:gd name="T20" fmla="*/ 36 w 55"/>
                <a:gd name="T21" fmla="*/ 31 h 31"/>
                <a:gd name="T22" fmla="*/ 43 w 55"/>
                <a:gd name="T23" fmla="*/ 26 h 31"/>
                <a:gd name="T24" fmla="*/ 55 w 55"/>
                <a:gd name="T25" fmla="*/ 16 h 31"/>
                <a:gd name="T26" fmla="*/ 53 w 55"/>
                <a:gd name="T27" fmla="*/ 16 h 31"/>
                <a:gd name="T28" fmla="*/ 53 w 55"/>
                <a:gd name="T29" fmla="*/ 12 h 31"/>
                <a:gd name="T30" fmla="*/ 55 w 55"/>
                <a:gd name="T31" fmla="*/ 12 h 31"/>
                <a:gd name="T32" fmla="*/ 55 w 55"/>
                <a:gd name="T33" fmla="*/ 8 h 31"/>
                <a:gd name="T34" fmla="*/ 53 w 55"/>
                <a:gd name="T35" fmla="*/ 8 h 31"/>
                <a:gd name="T36" fmla="*/ 53 w 55"/>
                <a:gd name="T37" fmla="*/ 4 h 31"/>
                <a:gd name="T38" fmla="*/ 55 w 55"/>
                <a:gd name="T39" fmla="*/ 4 h 31"/>
                <a:gd name="T40" fmla="*/ 55 w 55"/>
                <a:gd name="T41" fmla="*/ 0 h 31"/>
                <a:gd name="T42" fmla="*/ 0 w 55"/>
                <a:gd name="T43" fmla="*/ 0 h 31"/>
                <a:gd name="T44" fmla="*/ 0 w 55"/>
                <a:gd name="T45" fmla="*/ 4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5" h="31">
                  <a:moveTo>
                    <a:pt x="0" y="4"/>
                  </a:moveTo>
                  <a:cubicBezTo>
                    <a:pt x="3" y="4"/>
                    <a:pt x="3" y="4"/>
                    <a:pt x="3" y="4"/>
                  </a:cubicBezTo>
                  <a:cubicBezTo>
                    <a:pt x="3" y="8"/>
                    <a:pt x="3" y="8"/>
                    <a:pt x="3" y="8"/>
                  </a:cubicBezTo>
                  <a:cubicBezTo>
                    <a:pt x="0" y="8"/>
                    <a:pt x="0" y="8"/>
                    <a:pt x="0" y="8"/>
                  </a:cubicBezTo>
                  <a:cubicBezTo>
                    <a:pt x="0" y="12"/>
                    <a:pt x="0" y="12"/>
                    <a:pt x="0" y="12"/>
                  </a:cubicBezTo>
                  <a:cubicBezTo>
                    <a:pt x="3" y="12"/>
                    <a:pt x="3" y="12"/>
                    <a:pt x="3" y="12"/>
                  </a:cubicBezTo>
                  <a:cubicBezTo>
                    <a:pt x="3" y="16"/>
                    <a:pt x="3" y="16"/>
                    <a:pt x="3" y="16"/>
                  </a:cubicBezTo>
                  <a:cubicBezTo>
                    <a:pt x="0" y="16"/>
                    <a:pt x="0" y="16"/>
                    <a:pt x="0" y="16"/>
                  </a:cubicBezTo>
                  <a:cubicBezTo>
                    <a:pt x="1" y="21"/>
                    <a:pt x="6" y="26"/>
                    <a:pt x="12" y="26"/>
                  </a:cubicBezTo>
                  <a:cubicBezTo>
                    <a:pt x="13" y="29"/>
                    <a:pt x="16" y="31"/>
                    <a:pt x="19" y="31"/>
                  </a:cubicBezTo>
                  <a:cubicBezTo>
                    <a:pt x="36" y="31"/>
                    <a:pt x="36" y="31"/>
                    <a:pt x="36" y="31"/>
                  </a:cubicBezTo>
                  <a:cubicBezTo>
                    <a:pt x="39" y="31"/>
                    <a:pt x="42" y="29"/>
                    <a:pt x="43" y="26"/>
                  </a:cubicBezTo>
                  <a:cubicBezTo>
                    <a:pt x="49" y="26"/>
                    <a:pt x="54" y="21"/>
                    <a:pt x="55" y="16"/>
                  </a:cubicBezTo>
                  <a:cubicBezTo>
                    <a:pt x="53" y="16"/>
                    <a:pt x="53" y="16"/>
                    <a:pt x="53" y="16"/>
                  </a:cubicBezTo>
                  <a:cubicBezTo>
                    <a:pt x="53" y="12"/>
                    <a:pt x="53" y="12"/>
                    <a:pt x="53" y="12"/>
                  </a:cubicBezTo>
                  <a:cubicBezTo>
                    <a:pt x="55" y="12"/>
                    <a:pt x="55" y="12"/>
                    <a:pt x="55" y="12"/>
                  </a:cubicBezTo>
                  <a:cubicBezTo>
                    <a:pt x="55" y="8"/>
                    <a:pt x="55" y="8"/>
                    <a:pt x="55" y="8"/>
                  </a:cubicBezTo>
                  <a:cubicBezTo>
                    <a:pt x="53" y="8"/>
                    <a:pt x="53" y="8"/>
                    <a:pt x="53" y="8"/>
                  </a:cubicBezTo>
                  <a:cubicBezTo>
                    <a:pt x="53" y="4"/>
                    <a:pt x="53" y="4"/>
                    <a:pt x="53" y="4"/>
                  </a:cubicBezTo>
                  <a:cubicBezTo>
                    <a:pt x="55" y="4"/>
                    <a:pt x="55" y="4"/>
                    <a:pt x="55" y="4"/>
                  </a:cubicBezTo>
                  <a:cubicBezTo>
                    <a:pt x="55" y="0"/>
                    <a:pt x="55" y="0"/>
                    <a:pt x="55" y="0"/>
                  </a:cubicBezTo>
                  <a:cubicBezTo>
                    <a:pt x="0" y="0"/>
                    <a:pt x="0" y="0"/>
                    <a:pt x="0" y="0"/>
                  </a:cubicBezTo>
                  <a:lnTo>
                    <a:pt x="0"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grpSp>
      <p:grpSp>
        <p:nvGrpSpPr>
          <p:cNvPr id="105" name="原创设计师QQ598969553          _13"/>
          <p:cNvGrpSpPr/>
          <p:nvPr/>
        </p:nvGrpSpPr>
        <p:grpSpPr>
          <a:xfrm>
            <a:off x="6777513" y="3137368"/>
            <a:ext cx="306468" cy="292354"/>
            <a:chOff x="8145843" y="5425657"/>
            <a:chExt cx="494435" cy="471664"/>
          </a:xfrm>
          <a:solidFill>
            <a:schemeClr val="accent1"/>
          </a:solidFill>
        </p:grpSpPr>
        <p:sp>
          <p:nvSpPr>
            <p:cNvPr id="106" name="Freeform 850"/>
            <p:cNvSpPr>
              <a:spLocks/>
            </p:cNvSpPr>
            <p:nvPr/>
          </p:nvSpPr>
          <p:spPr bwMode="auto">
            <a:xfrm>
              <a:off x="8294391" y="5425657"/>
              <a:ext cx="89996" cy="101923"/>
            </a:xfrm>
            <a:custGeom>
              <a:avLst/>
              <a:gdLst>
                <a:gd name="T0" fmla="*/ 9 w 35"/>
                <a:gd name="T1" fmla="*/ 35 h 40"/>
                <a:gd name="T2" fmla="*/ 5 w 35"/>
                <a:gd name="T3" fmla="*/ 13 h 40"/>
                <a:gd name="T4" fmla="*/ 27 w 35"/>
                <a:gd name="T5" fmla="*/ 4 h 40"/>
                <a:gd name="T6" fmla="*/ 30 w 35"/>
                <a:gd name="T7" fmla="*/ 27 h 40"/>
                <a:gd name="T8" fmla="*/ 9 w 35"/>
                <a:gd name="T9" fmla="*/ 35 h 40"/>
              </a:gdLst>
              <a:ahLst/>
              <a:cxnLst>
                <a:cxn ang="0">
                  <a:pos x="T0" y="T1"/>
                </a:cxn>
                <a:cxn ang="0">
                  <a:pos x="T2" y="T3"/>
                </a:cxn>
                <a:cxn ang="0">
                  <a:pos x="T4" y="T5"/>
                </a:cxn>
                <a:cxn ang="0">
                  <a:pos x="T6" y="T7"/>
                </a:cxn>
                <a:cxn ang="0">
                  <a:pos x="T8" y="T9"/>
                </a:cxn>
              </a:cxnLst>
              <a:rect l="0" t="0" r="r" b="b"/>
              <a:pathLst>
                <a:path w="35" h="40">
                  <a:moveTo>
                    <a:pt x="9" y="35"/>
                  </a:moveTo>
                  <a:cubicBezTo>
                    <a:pt x="2" y="31"/>
                    <a:pt x="0" y="21"/>
                    <a:pt x="5" y="13"/>
                  </a:cubicBezTo>
                  <a:cubicBezTo>
                    <a:pt x="10" y="4"/>
                    <a:pt x="20" y="0"/>
                    <a:pt x="27" y="4"/>
                  </a:cubicBezTo>
                  <a:cubicBezTo>
                    <a:pt x="34" y="8"/>
                    <a:pt x="35" y="19"/>
                    <a:pt x="30" y="27"/>
                  </a:cubicBezTo>
                  <a:cubicBezTo>
                    <a:pt x="25" y="36"/>
                    <a:pt x="16" y="40"/>
                    <a:pt x="9"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07" name="Freeform 851"/>
            <p:cNvSpPr>
              <a:spLocks/>
            </p:cNvSpPr>
            <p:nvPr/>
          </p:nvSpPr>
          <p:spPr bwMode="auto">
            <a:xfrm>
              <a:off x="8145843" y="5499388"/>
              <a:ext cx="489012" cy="397933"/>
            </a:xfrm>
            <a:custGeom>
              <a:avLst/>
              <a:gdLst>
                <a:gd name="T0" fmla="*/ 3 w 191"/>
                <a:gd name="T1" fmla="*/ 12 h 155"/>
                <a:gd name="T2" fmla="*/ 4 w 191"/>
                <a:gd name="T3" fmla="*/ 12 h 155"/>
                <a:gd name="T4" fmla="*/ 10 w 191"/>
                <a:gd name="T5" fmla="*/ 10 h 155"/>
                <a:gd name="T6" fmla="*/ 35 w 191"/>
                <a:gd name="T7" fmla="*/ 1 h 155"/>
                <a:gd name="T8" fmla="*/ 58 w 191"/>
                <a:gd name="T9" fmla="*/ 6 h 155"/>
                <a:gd name="T10" fmla="*/ 52 w 191"/>
                <a:gd name="T11" fmla="*/ 9 h 155"/>
                <a:gd name="T12" fmla="*/ 50 w 191"/>
                <a:gd name="T13" fmla="*/ 19 h 155"/>
                <a:gd name="T14" fmla="*/ 60 w 191"/>
                <a:gd name="T15" fmla="*/ 14 h 155"/>
                <a:gd name="T16" fmla="*/ 64 w 191"/>
                <a:gd name="T17" fmla="*/ 7 h 155"/>
                <a:gd name="T18" fmla="*/ 65 w 191"/>
                <a:gd name="T19" fmla="*/ 15 h 155"/>
                <a:gd name="T20" fmla="*/ 53 w 191"/>
                <a:gd name="T21" fmla="*/ 41 h 155"/>
                <a:gd name="T22" fmla="*/ 65 w 191"/>
                <a:gd name="T23" fmla="*/ 20 h 155"/>
                <a:gd name="T24" fmla="*/ 70 w 191"/>
                <a:gd name="T25" fmla="*/ 19 h 155"/>
                <a:gd name="T26" fmla="*/ 75 w 191"/>
                <a:gd name="T27" fmla="*/ 50 h 155"/>
                <a:gd name="T28" fmla="*/ 95 w 191"/>
                <a:gd name="T29" fmla="*/ 63 h 155"/>
                <a:gd name="T30" fmla="*/ 130 w 191"/>
                <a:gd name="T31" fmla="*/ 35 h 155"/>
                <a:gd name="T32" fmla="*/ 191 w 191"/>
                <a:gd name="T33" fmla="*/ 79 h 155"/>
                <a:gd name="T34" fmla="*/ 183 w 191"/>
                <a:gd name="T35" fmla="*/ 81 h 155"/>
                <a:gd name="T36" fmla="*/ 92 w 191"/>
                <a:gd name="T37" fmla="*/ 81 h 155"/>
                <a:gd name="T38" fmla="*/ 77 w 191"/>
                <a:gd name="T39" fmla="*/ 79 h 155"/>
                <a:gd name="T40" fmla="*/ 71 w 191"/>
                <a:gd name="T41" fmla="*/ 71 h 155"/>
                <a:gd name="T42" fmla="*/ 61 w 191"/>
                <a:gd name="T43" fmla="*/ 63 h 155"/>
                <a:gd name="T44" fmla="*/ 61 w 191"/>
                <a:gd name="T45" fmla="*/ 63 h 155"/>
                <a:gd name="T46" fmla="*/ 61 w 191"/>
                <a:gd name="T47" fmla="*/ 63 h 155"/>
                <a:gd name="T48" fmla="*/ 57 w 191"/>
                <a:gd name="T49" fmla="*/ 57 h 155"/>
                <a:gd name="T50" fmla="*/ 57 w 191"/>
                <a:gd name="T51" fmla="*/ 55 h 155"/>
                <a:gd name="T52" fmla="*/ 56 w 191"/>
                <a:gd name="T53" fmla="*/ 50 h 155"/>
                <a:gd name="T54" fmla="*/ 60 w 191"/>
                <a:gd name="T55" fmla="*/ 94 h 155"/>
                <a:gd name="T56" fmla="*/ 46 w 191"/>
                <a:gd name="T57" fmla="*/ 155 h 155"/>
                <a:gd name="T58" fmla="*/ 41 w 191"/>
                <a:gd name="T59" fmla="*/ 105 h 155"/>
                <a:gd name="T60" fmla="*/ 40 w 191"/>
                <a:gd name="T61" fmla="*/ 104 h 155"/>
                <a:gd name="T62" fmla="*/ 32 w 191"/>
                <a:gd name="T63" fmla="*/ 87 h 155"/>
                <a:gd name="T64" fmla="*/ 5 w 191"/>
                <a:gd name="T65" fmla="*/ 152 h 155"/>
                <a:gd name="T66" fmla="*/ 2 w 191"/>
                <a:gd name="T67" fmla="*/ 66 h 155"/>
                <a:gd name="T68" fmla="*/ 15 w 191"/>
                <a:gd name="T69" fmla="*/ 40 h 155"/>
                <a:gd name="T70" fmla="*/ 1 w 191"/>
                <a:gd name="T71" fmla="*/ 29 h 155"/>
                <a:gd name="T72" fmla="*/ 0 w 191"/>
                <a:gd name="T73" fmla="*/ 28 h 155"/>
                <a:gd name="T74" fmla="*/ 3 w 191"/>
                <a:gd name="T75" fmla="*/ 12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91" h="155">
                  <a:moveTo>
                    <a:pt x="3" y="12"/>
                  </a:moveTo>
                  <a:cubicBezTo>
                    <a:pt x="3" y="12"/>
                    <a:pt x="3" y="12"/>
                    <a:pt x="3" y="12"/>
                  </a:cubicBezTo>
                  <a:cubicBezTo>
                    <a:pt x="3" y="12"/>
                    <a:pt x="3" y="12"/>
                    <a:pt x="3" y="12"/>
                  </a:cubicBezTo>
                  <a:cubicBezTo>
                    <a:pt x="4" y="12"/>
                    <a:pt x="4" y="12"/>
                    <a:pt x="4" y="12"/>
                  </a:cubicBezTo>
                  <a:cubicBezTo>
                    <a:pt x="6" y="11"/>
                    <a:pt x="6" y="11"/>
                    <a:pt x="6" y="11"/>
                  </a:cubicBezTo>
                  <a:cubicBezTo>
                    <a:pt x="10" y="10"/>
                    <a:pt x="10" y="10"/>
                    <a:pt x="10" y="10"/>
                  </a:cubicBezTo>
                  <a:cubicBezTo>
                    <a:pt x="19" y="7"/>
                    <a:pt x="19" y="7"/>
                    <a:pt x="19" y="7"/>
                  </a:cubicBezTo>
                  <a:cubicBezTo>
                    <a:pt x="35" y="1"/>
                    <a:pt x="35" y="1"/>
                    <a:pt x="35" y="1"/>
                  </a:cubicBezTo>
                  <a:cubicBezTo>
                    <a:pt x="37" y="0"/>
                    <a:pt x="44" y="0"/>
                    <a:pt x="46" y="1"/>
                  </a:cubicBezTo>
                  <a:cubicBezTo>
                    <a:pt x="51" y="2"/>
                    <a:pt x="54" y="4"/>
                    <a:pt x="58" y="6"/>
                  </a:cubicBezTo>
                  <a:cubicBezTo>
                    <a:pt x="57" y="6"/>
                    <a:pt x="57" y="6"/>
                    <a:pt x="57" y="6"/>
                  </a:cubicBezTo>
                  <a:cubicBezTo>
                    <a:pt x="52" y="9"/>
                    <a:pt x="52" y="9"/>
                    <a:pt x="52" y="9"/>
                  </a:cubicBezTo>
                  <a:cubicBezTo>
                    <a:pt x="54" y="15"/>
                    <a:pt x="54" y="15"/>
                    <a:pt x="54" y="15"/>
                  </a:cubicBezTo>
                  <a:cubicBezTo>
                    <a:pt x="50" y="19"/>
                    <a:pt x="50" y="19"/>
                    <a:pt x="50" y="19"/>
                  </a:cubicBezTo>
                  <a:cubicBezTo>
                    <a:pt x="45" y="43"/>
                    <a:pt x="45" y="43"/>
                    <a:pt x="45" y="43"/>
                  </a:cubicBezTo>
                  <a:cubicBezTo>
                    <a:pt x="60" y="14"/>
                    <a:pt x="60" y="14"/>
                    <a:pt x="60" y="14"/>
                  </a:cubicBezTo>
                  <a:cubicBezTo>
                    <a:pt x="60" y="13"/>
                    <a:pt x="60" y="13"/>
                    <a:pt x="60" y="13"/>
                  </a:cubicBezTo>
                  <a:cubicBezTo>
                    <a:pt x="64" y="7"/>
                    <a:pt x="64" y="7"/>
                    <a:pt x="64" y="7"/>
                  </a:cubicBezTo>
                  <a:cubicBezTo>
                    <a:pt x="67" y="9"/>
                    <a:pt x="67" y="9"/>
                    <a:pt x="67" y="9"/>
                  </a:cubicBezTo>
                  <a:cubicBezTo>
                    <a:pt x="65" y="15"/>
                    <a:pt x="65" y="15"/>
                    <a:pt x="65" y="15"/>
                  </a:cubicBezTo>
                  <a:cubicBezTo>
                    <a:pt x="64" y="16"/>
                    <a:pt x="64" y="16"/>
                    <a:pt x="64" y="16"/>
                  </a:cubicBezTo>
                  <a:cubicBezTo>
                    <a:pt x="53" y="41"/>
                    <a:pt x="53" y="41"/>
                    <a:pt x="53" y="41"/>
                  </a:cubicBezTo>
                  <a:cubicBezTo>
                    <a:pt x="65" y="26"/>
                    <a:pt x="65" y="26"/>
                    <a:pt x="65" y="26"/>
                  </a:cubicBezTo>
                  <a:cubicBezTo>
                    <a:pt x="65" y="20"/>
                    <a:pt x="65" y="20"/>
                    <a:pt x="65" y="20"/>
                  </a:cubicBezTo>
                  <a:cubicBezTo>
                    <a:pt x="69" y="19"/>
                    <a:pt x="69" y="19"/>
                    <a:pt x="69" y="19"/>
                  </a:cubicBezTo>
                  <a:cubicBezTo>
                    <a:pt x="69" y="19"/>
                    <a:pt x="69" y="19"/>
                    <a:pt x="70" y="19"/>
                  </a:cubicBezTo>
                  <a:cubicBezTo>
                    <a:pt x="75" y="50"/>
                    <a:pt x="75" y="50"/>
                    <a:pt x="75" y="50"/>
                  </a:cubicBezTo>
                  <a:cubicBezTo>
                    <a:pt x="75" y="50"/>
                    <a:pt x="75" y="50"/>
                    <a:pt x="75" y="50"/>
                  </a:cubicBezTo>
                  <a:cubicBezTo>
                    <a:pt x="82" y="55"/>
                    <a:pt x="82" y="55"/>
                    <a:pt x="82" y="55"/>
                  </a:cubicBezTo>
                  <a:cubicBezTo>
                    <a:pt x="95" y="63"/>
                    <a:pt x="95" y="63"/>
                    <a:pt x="95" y="63"/>
                  </a:cubicBezTo>
                  <a:cubicBezTo>
                    <a:pt x="95" y="64"/>
                    <a:pt x="95" y="64"/>
                    <a:pt x="95" y="64"/>
                  </a:cubicBezTo>
                  <a:cubicBezTo>
                    <a:pt x="130" y="35"/>
                    <a:pt x="130" y="35"/>
                    <a:pt x="130" y="35"/>
                  </a:cubicBezTo>
                  <a:cubicBezTo>
                    <a:pt x="132" y="33"/>
                    <a:pt x="136" y="33"/>
                    <a:pt x="138" y="35"/>
                  </a:cubicBezTo>
                  <a:cubicBezTo>
                    <a:pt x="191" y="79"/>
                    <a:pt x="191" y="79"/>
                    <a:pt x="191" y="79"/>
                  </a:cubicBezTo>
                  <a:cubicBezTo>
                    <a:pt x="190" y="80"/>
                    <a:pt x="189" y="81"/>
                    <a:pt x="187" y="81"/>
                  </a:cubicBezTo>
                  <a:cubicBezTo>
                    <a:pt x="183" y="81"/>
                    <a:pt x="183" y="81"/>
                    <a:pt x="183" y="81"/>
                  </a:cubicBezTo>
                  <a:cubicBezTo>
                    <a:pt x="94" y="67"/>
                    <a:pt x="94" y="67"/>
                    <a:pt x="94" y="67"/>
                  </a:cubicBezTo>
                  <a:cubicBezTo>
                    <a:pt x="92" y="81"/>
                    <a:pt x="92" y="81"/>
                    <a:pt x="92" y="81"/>
                  </a:cubicBezTo>
                  <a:cubicBezTo>
                    <a:pt x="80" y="81"/>
                    <a:pt x="80" y="81"/>
                    <a:pt x="80" y="81"/>
                  </a:cubicBezTo>
                  <a:cubicBezTo>
                    <a:pt x="79" y="81"/>
                    <a:pt x="78" y="80"/>
                    <a:pt x="77" y="79"/>
                  </a:cubicBezTo>
                  <a:cubicBezTo>
                    <a:pt x="79" y="77"/>
                    <a:pt x="79" y="77"/>
                    <a:pt x="79" y="77"/>
                  </a:cubicBezTo>
                  <a:cubicBezTo>
                    <a:pt x="71" y="71"/>
                    <a:pt x="71" y="71"/>
                    <a:pt x="71" y="71"/>
                  </a:cubicBezTo>
                  <a:cubicBezTo>
                    <a:pt x="65" y="66"/>
                    <a:pt x="65" y="66"/>
                    <a:pt x="65" y="66"/>
                  </a:cubicBezTo>
                  <a:cubicBezTo>
                    <a:pt x="61" y="63"/>
                    <a:pt x="61" y="63"/>
                    <a:pt x="61" y="63"/>
                  </a:cubicBezTo>
                  <a:cubicBezTo>
                    <a:pt x="61" y="63"/>
                    <a:pt x="61" y="63"/>
                    <a:pt x="61" y="63"/>
                  </a:cubicBezTo>
                  <a:cubicBezTo>
                    <a:pt x="61" y="63"/>
                    <a:pt x="61" y="63"/>
                    <a:pt x="61" y="63"/>
                  </a:cubicBezTo>
                  <a:cubicBezTo>
                    <a:pt x="61" y="63"/>
                    <a:pt x="61" y="63"/>
                    <a:pt x="61" y="63"/>
                  </a:cubicBezTo>
                  <a:cubicBezTo>
                    <a:pt x="61" y="63"/>
                    <a:pt x="61" y="63"/>
                    <a:pt x="61" y="63"/>
                  </a:cubicBezTo>
                  <a:cubicBezTo>
                    <a:pt x="53" y="50"/>
                    <a:pt x="59" y="59"/>
                    <a:pt x="57" y="57"/>
                  </a:cubicBezTo>
                  <a:cubicBezTo>
                    <a:pt x="57" y="57"/>
                    <a:pt x="57" y="57"/>
                    <a:pt x="57" y="57"/>
                  </a:cubicBezTo>
                  <a:cubicBezTo>
                    <a:pt x="57" y="56"/>
                    <a:pt x="57" y="56"/>
                    <a:pt x="57" y="56"/>
                  </a:cubicBezTo>
                  <a:cubicBezTo>
                    <a:pt x="57" y="55"/>
                    <a:pt x="57" y="55"/>
                    <a:pt x="57" y="55"/>
                  </a:cubicBezTo>
                  <a:cubicBezTo>
                    <a:pt x="57" y="53"/>
                    <a:pt x="57" y="53"/>
                    <a:pt x="57" y="53"/>
                  </a:cubicBezTo>
                  <a:cubicBezTo>
                    <a:pt x="56" y="50"/>
                    <a:pt x="56" y="50"/>
                    <a:pt x="56" y="50"/>
                  </a:cubicBezTo>
                  <a:cubicBezTo>
                    <a:pt x="54" y="56"/>
                    <a:pt x="51" y="63"/>
                    <a:pt x="49" y="71"/>
                  </a:cubicBezTo>
                  <a:cubicBezTo>
                    <a:pt x="51" y="76"/>
                    <a:pt x="55" y="85"/>
                    <a:pt x="60" y="94"/>
                  </a:cubicBezTo>
                  <a:cubicBezTo>
                    <a:pt x="65" y="120"/>
                    <a:pt x="64" y="137"/>
                    <a:pt x="65" y="154"/>
                  </a:cubicBezTo>
                  <a:cubicBezTo>
                    <a:pt x="46" y="155"/>
                    <a:pt x="46" y="155"/>
                    <a:pt x="46" y="155"/>
                  </a:cubicBezTo>
                  <a:cubicBezTo>
                    <a:pt x="41" y="111"/>
                    <a:pt x="41" y="111"/>
                    <a:pt x="41" y="111"/>
                  </a:cubicBezTo>
                  <a:cubicBezTo>
                    <a:pt x="41" y="105"/>
                    <a:pt x="41" y="105"/>
                    <a:pt x="41" y="105"/>
                  </a:cubicBezTo>
                  <a:cubicBezTo>
                    <a:pt x="41" y="105"/>
                    <a:pt x="41" y="105"/>
                    <a:pt x="41" y="105"/>
                  </a:cubicBezTo>
                  <a:cubicBezTo>
                    <a:pt x="40" y="104"/>
                    <a:pt x="40" y="104"/>
                    <a:pt x="40" y="104"/>
                  </a:cubicBezTo>
                  <a:cubicBezTo>
                    <a:pt x="35" y="94"/>
                    <a:pt x="35" y="94"/>
                    <a:pt x="35" y="94"/>
                  </a:cubicBezTo>
                  <a:cubicBezTo>
                    <a:pt x="32" y="87"/>
                    <a:pt x="32" y="87"/>
                    <a:pt x="32" y="87"/>
                  </a:cubicBezTo>
                  <a:cubicBezTo>
                    <a:pt x="31" y="106"/>
                    <a:pt x="28" y="136"/>
                    <a:pt x="25" y="154"/>
                  </a:cubicBezTo>
                  <a:cubicBezTo>
                    <a:pt x="5" y="152"/>
                    <a:pt x="5" y="152"/>
                    <a:pt x="5" y="152"/>
                  </a:cubicBezTo>
                  <a:cubicBezTo>
                    <a:pt x="8" y="124"/>
                    <a:pt x="10" y="98"/>
                    <a:pt x="11" y="70"/>
                  </a:cubicBezTo>
                  <a:cubicBezTo>
                    <a:pt x="8" y="69"/>
                    <a:pt x="5" y="67"/>
                    <a:pt x="2" y="66"/>
                  </a:cubicBezTo>
                  <a:cubicBezTo>
                    <a:pt x="2" y="66"/>
                    <a:pt x="2" y="66"/>
                    <a:pt x="2" y="66"/>
                  </a:cubicBezTo>
                  <a:cubicBezTo>
                    <a:pt x="6" y="57"/>
                    <a:pt x="11" y="49"/>
                    <a:pt x="15" y="40"/>
                  </a:cubicBezTo>
                  <a:cubicBezTo>
                    <a:pt x="1" y="29"/>
                    <a:pt x="1" y="29"/>
                    <a:pt x="1" y="29"/>
                  </a:cubicBezTo>
                  <a:cubicBezTo>
                    <a:pt x="1" y="29"/>
                    <a:pt x="1" y="29"/>
                    <a:pt x="1" y="29"/>
                  </a:cubicBezTo>
                  <a:cubicBezTo>
                    <a:pt x="0" y="28"/>
                    <a:pt x="0" y="28"/>
                    <a:pt x="0" y="28"/>
                  </a:cubicBezTo>
                  <a:cubicBezTo>
                    <a:pt x="0" y="28"/>
                    <a:pt x="0" y="28"/>
                    <a:pt x="0" y="28"/>
                  </a:cubicBezTo>
                  <a:cubicBezTo>
                    <a:pt x="0" y="28"/>
                    <a:pt x="0" y="28"/>
                    <a:pt x="0" y="28"/>
                  </a:cubicBezTo>
                  <a:cubicBezTo>
                    <a:pt x="0" y="28"/>
                    <a:pt x="3" y="8"/>
                    <a:pt x="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08" name="Freeform 852"/>
            <p:cNvSpPr>
              <a:spLocks noEditPoints="1"/>
            </p:cNvSpPr>
            <p:nvPr/>
          </p:nvSpPr>
          <p:spPr bwMode="auto">
            <a:xfrm>
              <a:off x="8337762" y="5711908"/>
              <a:ext cx="302516" cy="176739"/>
            </a:xfrm>
            <a:custGeom>
              <a:avLst/>
              <a:gdLst>
                <a:gd name="T0" fmla="*/ 63 w 118"/>
                <a:gd name="T1" fmla="*/ 46 h 69"/>
                <a:gd name="T2" fmla="*/ 118 w 118"/>
                <a:gd name="T3" fmla="*/ 0 h 69"/>
                <a:gd name="T4" fmla="*/ 118 w 118"/>
                <a:gd name="T5" fmla="*/ 63 h 69"/>
                <a:gd name="T6" fmla="*/ 112 w 118"/>
                <a:gd name="T7" fmla="*/ 69 h 69"/>
                <a:gd name="T8" fmla="*/ 5 w 118"/>
                <a:gd name="T9" fmla="*/ 69 h 69"/>
                <a:gd name="T10" fmla="*/ 0 w 118"/>
                <a:gd name="T11" fmla="*/ 63 h 69"/>
                <a:gd name="T12" fmla="*/ 0 w 118"/>
                <a:gd name="T13" fmla="*/ 0 h 69"/>
                <a:gd name="T14" fmla="*/ 55 w 118"/>
                <a:gd name="T15" fmla="*/ 46 h 69"/>
                <a:gd name="T16" fmla="*/ 63 w 118"/>
                <a:gd name="T17" fmla="*/ 46 h 69"/>
                <a:gd name="T18" fmla="*/ 84 w 118"/>
                <a:gd name="T19" fmla="*/ 39 h 69"/>
                <a:gd name="T20" fmla="*/ 110 w 118"/>
                <a:gd name="T21" fmla="*/ 64 h 69"/>
                <a:gd name="T22" fmla="*/ 111 w 118"/>
                <a:gd name="T23" fmla="*/ 64 h 69"/>
                <a:gd name="T24" fmla="*/ 113 w 118"/>
                <a:gd name="T25" fmla="*/ 64 h 69"/>
                <a:gd name="T26" fmla="*/ 113 w 118"/>
                <a:gd name="T27" fmla="*/ 61 h 69"/>
                <a:gd name="T28" fmla="*/ 87 w 118"/>
                <a:gd name="T29" fmla="*/ 36 h 69"/>
                <a:gd name="T30" fmla="*/ 84 w 118"/>
                <a:gd name="T31" fmla="*/ 37 h 69"/>
                <a:gd name="T32" fmla="*/ 84 w 118"/>
                <a:gd name="T33" fmla="*/ 39 h 69"/>
                <a:gd name="T34" fmla="*/ 34 w 118"/>
                <a:gd name="T35" fmla="*/ 37 h 69"/>
                <a:gd name="T36" fmla="*/ 31 w 118"/>
                <a:gd name="T37" fmla="*/ 36 h 69"/>
                <a:gd name="T38" fmla="*/ 5 w 118"/>
                <a:gd name="T39" fmla="*/ 61 h 69"/>
                <a:gd name="T40" fmla="*/ 5 w 118"/>
                <a:gd name="T41" fmla="*/ 64 h 69"/>
                <a:gd name="T42" fmla="*/ 6 w 118"/>
                <a:gd name="T43" fmla="*/ 64 h 69"/>
                <a:gd name="T44" fmla="*/ 8 w 118"/>
                <a:gd name="T45" fmla="*/ 64 h 69"/>
                <a:gd name="T46" fmla="*/ 34 w 118"/>
                <a:gd name="T47" fmla="*/ 39 h 69"/>
                <a:gd name="T48" fmla="*/ 34 w 118"/>
                <a:gd name="T49" fmla="*/ 3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18" h="69">
                  <a:moveTo>
                    <a:pt x="63" y="46"/>
                  </a:moveTo>
                  <a:cubicBezTo>
                    <a:pt x="118" y="0"/>
                    <a:pt x="118" y="0"/>
                    <a:pt x="118" y="0"/>
                  </a:cubicBezTo>
                  <a:cubicBezTo>
                    <a:pt x="118" y="63"/>
                    <a:pt x="118" y="63"/>
                    <a:pt x="118" y="63"/>
                  </a:cubicBezTo>
                  <a:cubicBezTo>
                    <a:pt x="118" y="66"/>
                    <a:pt x="116" y="69"/>
                    <a:pt x="112" y="69"/>
                  </a:cubicBezTo>
                  <a:cubicBezTo>
                    <a:pt x="5" y="69"/>
                    <a:pt x="5" y="69"/>
                    <a:pt x="5" y="69"/>
                  </a:cubicBezTo>
                  <a:cubicBezTo>
                    <a:pt x="2" y="69"/>
                    <a:pt x="0" y="66"/>
                    <a:pt x="0" y="63"/>
                  </a:cubicBezTo>
                  <a:cubicBezTo>
                    <a:pt x="0" y="0"/>
                    <a:pt x="0" y="0"/>
                    <a:pt x="0" y="0"/>
                  </a:cubicBezTo>
                  <a:cubicBezTo>
                    <a:pt x="55" y="46"/>
                    <a:pt x="55" y="46"/>
                    <a:pt x="55" y="46"/>
                  </a:cubicBezTo>
                  <a:cubicBezTo>
                    <a:pt x="57" y="47"/>
                    <a:pt x="61" y="47"/>
                    <a:pt x="63" y="46"/>
                  </a:cubicBezTo>
                  <a:close/>
                  <a:moveTo>
                    <a:pt x="84" y="39"/>
                  </a:moveTo>
                  <a:cubicBezTo>
                    <a:pt x="110" y="64"/>
                    <a:pt x="110" y="64"/>
                    <a:pt x="110" y="64"/>
                  </a:cubicBezTo>
                  <a:cubicBezTo>
                    <a:pt x="110" y="64"/>
                    <a:pt x="111" y="64"/>
                    <a:pt x="111" y="64"/>
                  </a:cubicBezTo>
                  <a:cubicBezTo>
                    <a:pt x="112" y="64"/>
                    <a:pt x="112" y="64"/>
                    <a:pt x="113" y="64"/>
                  </a:cubicBezTo>
                  <a:cubicBezTo>
                    <a:pt x="113" y="63"/>
                    <a:pt x="113" y="62"/>
                    <a:pt x="113" y="61"/>
                  </a:cubicBezTo>
                  <a:cubicBezTo>
                    <a:pt x="87" y="36"/>
                    <a:pt x="87" y="36"/>
                    <a:pt x="87" y="36"/>
                  </a:cubicBezTo>
                  <a:cubicBezTo>
                    <a:pt x="86" y="36"/>
                    <a:pt x="85" y="36"/>
                    <a:pt x="84" y="37"/>
                  </a:cubicBezTo>
                  <a:cubicBezTo>
                    <a:pt x="84" y="37"/>
                    <a:pt x="84" y="38"/>
                    <a:pt x="84" y="39"/>
                  </a:cubicBezTo>
                  <a:close/>
                  <a:moveTo>
                    <a:pt x="34" y="37"/>
                  </a:moveTo>
                  <a:cubicBezTo>
                    <a:pt x="33" y="36"/>
                    <a:pt x="32" y="36"/>
                    <a:pt x="31" y="36"/>
                  </a:cubicBezTo>
                  <a:cubicBezTo>
                    <a:pt x="5" y="61"/>
                    <a:pt x="5" y="61"/>
                    <a:pt x="5" y="61"/>
                  </a:cubicBezTo>
                  <a:cubicBezTo>
                    <a:pt x="4" y="62"/>
                    <a:pt x="4" y="63"/>
                    <a:pt x="5" y="64"/>
                  </a:cubicBezTo>
                  <a:cubicBezTo>
                    <a:pt x="5" y="64"/>
                    <a:pt x="6" y="64"/>
                    <a:pt x="6" y="64"/>
                  </a:cubicBezTo>
                  <a:cubicBezTo>
                    <a:pt x="7" y="64"/>
                    <a:pt x="7" y="64"/>
                    <a:pt x="8" y="64"/>
                  </a:cubicBezTo>
                  <a:cubicBezTo>
                    <a:pt x="34" y="39"/>
                    <a:pt x="34" y="39"/>
                    <a:pt x="34" y="39"/>
                  </a:cubicBezTo>
                  <a:cubicBezTo>
                    <a:pt x="34" y="38"/>
                    <a:pt x="34" y="37"/>
                    <a:pt x="34"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09" name="Freeform 853"/>
            <p:cNvSpPr>
              <a:spLocks/>
            </p:cNvSpPr>
            <p:nvPr/>
          </p:nvSpPr>
          <p:spPr bwMode="auto">
            <a:xfrm>
              <a:off x="8414746" y="5709740"/>
              <a:ext cx="169148" cy="43371"/>
            </a:xfrm>
            <a:custGeom>
              <a:avLst/>
              <a:gdLst>
                <a:gd name="T0" fmla="*/ 4 w 66"/>
                <a:gd name="T1" fmla="*/ 1 h 17"/>
                <a:gd name="T2" fmla="*/ 63 w 66"/>
                <a:gd name="T3" fmla="*/ 11 h 17"/>
                <a:gd name="T4" fmla="*/ 66 w 66"/>
                <a:gd name="T5" fmla="*/ 15 h 17"/>
                <a:gd name="T6" fmla="*/ 62 w 66"/>
                <a:gd name="T7" fmla="*/ 17 h 17"/>
                <a:gd name="T8" fmla="*/ 62 w 66"/>
                <a:gd name="T9" fmla="*/ 17 h 17"/>
                <a:gd name="T10" fmla="*/ 2 w 66"/>
                <a:gd name="T11" fmla="*/ 7 h 17"/>
                <a:gd name="T12" fmla="*/ 0 w 66"/>
                <a:gd name="T13" fmla="*/ 3 h 17"/>
                <a:gd name="T14" fmla="*/ 4 w 66"/>
                <a:gd name="T15" fmla="*/ 1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 h="17">
                  <a:moveTo>
                    <a:pt x="4" y="1"/>
                  </a:moveTo>
                  <a:cubicBezTo>
                    <a:pt x="63" y="11"/>
                    <a:pt x="63" y="11"/>
                    <a:pt x="63" y="11"/>
                  </a:cubicBezTo>
                  <a:cubicBezTo>
                    <a:pt x="65" y="11"/>
                    <a:pt x="66" y="13"/>
                    <a:pt x="66" y="15"/>
                  </a:cubicBezTo>
                  <a:cubicBezTo>
                    <a:pt x="65" y="16"/>
                    <a:pt x="64" y="17"/>
                    <a:pt x="62" y="17"/>
                  </a:cubicBezTo>
                  <a:cubicBezTo>
                    <a:pt x="62" y="17"/>
                    <a:pt x="62" y="17"/>
                    <a:pt x="62" y="17"/>
                  </a:cubicBezTo>
                  <a:cubicBezTo>
                    <a:pt x="2" y="7"/>
                    <a:pt x="2" y="7"/>
                    <a:pt x="2" y="7"/>
                  </a:cubicBezTo>
                  <a:cubicBezTo>
                    <a:pt x="1" y="7"/>
                    <a:pt x="0" y="5"/>
                    <a:pt x="0" y="3"/>
                  </a:cubicBezTo>
                  <a:cubicBezTo>
                    <a:pt x="0" y="2"/>
                    <a:pt x="2" y="0"/>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10" name="Freeform 854"/>
            <p:cNvSpPr>
              <a:spLocks/>
            </p:cNvSpPr>
            <p:nvPr/>
          </p:nvSpPr>
          <p:spPr bwMode="auto">
            <a:xfrm>
              <a:off x="8407156" y="5743352"/>
              <a:ext cx="135536" cy="35782"/>
            </a:xfrm>
            <a:custGeom>
              <a:avLst/>
              <a:gdLst>
                <a:gd name="T0" fmla="*/ 1 w 53"/>
                <a:gd name="T1" fmla="*/ 3 h 14"/>
                <a:gd name="T2" fmla="*/ 4 w 53"/>
                <a:gd name="T3" fmla="*/ 0 h 14"/>
                <a:gd name="T4" fmla="*/ 50 w 53"/>
                <a:gd name="T5" fmla="*/ 8 h 14"/>
                <a:gd name="T6" fmla="*/ 53 w 53"/>
                <a:gd name="T7" fmla="*/ 12 h 14"/>
                <a:gd name="T8" fmla="*/ 50 w 53"/>
                <a:gd name="T9" fmla="*/ 14 h 14"/>
                <a:gd name="T10" fmla="*/ 49 w 53"/>
                <a:gd name="T11" fmla="*/ 14 h 14"/>
                <a:gd name="T12" fmla="*/ 3 w 53"/>
                <a:gd name="T13" fmla="*/ 7 h 14"/>
                <a:gd name="T14" fmla="*/ 1 w 53"/>
                <a:gd name="T15" fmla="*/ 3 h 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 h="14">
                  <a:moveTo>
                    <a:pt x="1" y="3"/>
                  </a:moveTo>
                  <a:cubicBezTo>
                    <a:pt x="1" y="1"/>
                    <a:pt x="2" y="0"/>
                    <a:pt x="4" y="0"/>
                  </a:cubicBezTo>
                  <a:cubicBezTo>
                    <a:pt x="50" y="8"/>
                    <a:pt x="50" y="8"/>
                    <a:pt x="50" y="8"/>
                  </a:cubicBezTo>
                  <a:cubicBezTo>
                    <a:pt x="52" y="8"/>
                    <a:pt x="53" y="10"/>
                    <a:pt x="53" y="12"/>
                  </a:cubicBezTo>
                  <a:cubicBezTo>
                    <a:pt x="53" y="13"/>
                    <a:pt x="51" y="14"/>
                    <a:pt x="50" y="14"/>
                  </a:cubicBezTo>
                  <a:cubicBezTo>
                    <a:pt x="50" y="14"/>
                    <a:pt x="49" y="14"/>
                    <a:pt x="49" y="14"/>
                  </a:cubicBezTo>
                  <a:cubicBezTo>
                    <a:pt x="3" y="7"/>
                    <a:pt x="3" y="7"/>
                    <a:pt x="3" y="7"/>
                  </a:cubicBezTo>
                  <a:cubicBezTo>
                    <a:pt x="1" y="6"/>
                    <a:pt x="0" y="5"/>
                    <a:pt x="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sp>
          <p:nvSpPr>
            <p:cNvPr id="111" name="Freeform 855"/>
            <p:cNvSpPr>
              <a:spLocks/>
            </p:cNvSpPr>
            <p:nvPr/>
          </p:nvSpPr>
          <p:spPr bwMode="auto">
            <a:xfrm>
              <a:off x="8450527" y="5784555"/>
              <a:ext cx="61805" cy="22770"/>
            </a:xfrm>
            <a:custGeom>
              <a:avLst/>
              <a:gdLst>
                <a:gd name="T0" fmla="*/ 21 w 24"/>
                <a:gd name="T1" fmla="*/ 3 h 9"/>
                <a:gd name="T2" fmla="*/ 24 w 24"/>
                <a:gd name="T3" fmla="*/ 6 h 9"/>
                <a:gd name="T4" fmla="*/ 21 w 24"/>
                <a:gd name="T5" fmla="*/ 9 h 9"/>
                <a:gd name="T6" fmla="*/ 20 w 24"/>
                <a:gd name="T7" fmla="*/ 9 h 9"/>
                <a:gd name="T8" fmla="*/ 3 w 24"/>
                <a:gd name="T9" fmla="*/ 6 h 9"/>
                <a:gd name="T10" fmla="*/ 0 w 24"/>
                <a:gd name="T11" fmla="*/ 3 h 9"/>
                <a:gd name="T12" fmla="*/ 4 w 24"/>
                <a:gd name="T13" fmla="*/ 0 h 9"/>
                <a:gd name="T14" fmla="*/ 21 w 24"/>
                <a:gd name="T15" fmla="*/ 3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9">
                  <a:moveTo>
                    <a:pt x="21" y="3"/>
                  </a:moveTo>
                  <a:cubicBezTo>
                    <a:pt x="23" y="3"/>
                    <a:pt x="24" y="5"/>
                    <a:pt x="24" y="6"/>
                  </a:cubicBezTo>
                  <a:cubicBezTo>
                    <a:pt x="24" y="8"/>
                    <a:pt x="22" y="9"/>
                    <a:pt x="21" y="9"/>
                  </a:cubicBezTo>
                  <a:cubicBezTo>
                    <a:pt x="21" y="9"/>
                    <a:pt x="21" y="9"/>
                    <a:pt x="20" y="9"/>
                  </a:cubicBezTo>
                  <a:cubicBezTo>
                    <a:pt x="3" y="6"/>
                    <a:pt x="3" y="6"/>
                    <a:pt x="3" y="6"/>
                  </a:cubicBezTo>
                  <a:cubicBezTo>
                    <a:pt x="1" y="6"/>
                    <a:pt x="0" y="4"/>
                    <a:pt x="0" y="3"/>
                  </a:cubicBezTo>
                  <a:cubicBezTo>
                    <a:pt x="0" y="1"/>
                    <a:pt x="2" y="0"/>
                    <a:pt x="4" y="0"/>
                  </a:cubicBezTo>
                  <a:lnTo>
                    <a:pt x="21"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mn-ea"/>
              </a:endParaRPr>
            </a:p>
          </p:txBody>
        </p:sp>
      </p:grpSp>
      <p:sp>
        <p:nvSpPr>
          <p:cNvPr id="112" name="原创设计师QQ598969553          _14"/>
          <p:cNvSpPr txBox="1"/>
          <p:nvPr/>
        </p:nvSpPr>
        <p:spPr>
          <a:xfrm>
            <a:off x="1405352" y="1832282"/>
            <a:ext cx="1593215" cy="654025"/>
          </a:xfrm>
          <a:prstGeom prst="rect">
            <a:avLst/>
          </a:prstGeom>
          <a:noFill/>
        </p:spPr>
        <p:txBody>
          <a:bodyPr wrap="square" lIns="68580" tIns="34290" rIns="68580" bIns="34290" rtlCol="0">
            <a:spAutoFit/>
          </a:bodyPr>
          <a:lstStyle/>
          <a:p>
            <a:pPr>
              <a:lnSpc>
                <a:spcPct val="150000"/>
              </a:lnSpc>
            </a:pPr>
            <a:r>
              <a:rPr lang="zh-CN" altLang="en-US" sz="1200" b="1" dirty="0">
                <a:solidFill>
                  <a:schemeClr val="tx1">
                    <a:lumMod val="65000"/>
                    <a:lumOff val="35000"/>
                  </a:schemeClr>
                </a:solidFill>
                <a:latin typeface="+mn-ea"/>
              </a:rPr>
              <a:t>点击此处添加关键词</a:t>
            </a:r>
            <a:endParaRPr lang="en-US" altLang="zh-CN" sz="1200" b="1" dirty="0">
              <a:solidFill>
                <a:schemeClr val="tx1">
                  <a:lumMod val="65000"/>
                  <a:lumOff val="35000"/>
                </a:schemeClr>
              </a:solidFill>
              <a:latin typeface="+mn-ea"/>
            </a:endParaRPr>
          </a:p>
          <a:p>
            <a:r>
              <a:rPr lang="zh-CN" altLang="en-US" sz="1000" dirty="0">
                <a:solidFill>
                  <a:schemeClr val="tx1">
                    <a:lumMod val="75000"/>
                    <a:lumOff val="25000"/>
                  </a:schemeClr>
                </a:solidFill>
                <a:latin typeface="微软雅黑" pitchFamily="34" charset="-122"/>
                <a:ea typeface="微软雅黑" pitchFamily="34" charset="-122"/>
              </a:rPr>
              <a:t>点击输入本栏的具体文字根据您内容酌情修改</a:t>
            </a:r>
            <a:endParaRPr lang="zh-CN" altLang="en-US" sz="1000" dirty="0">
              <a:solidFill>
                <a:schemeClr val="tx1">
                  <a:lumMod val="65000"/>
                  <a:lumOff val="35000"/>
                </a:schemeClr>
              </a:solidFill>
              <a:latin typeface="+mn-ea"/>
            </a:endParaRPr>
          </a:p>
        </p:txBody>
      </p:sp>
      <p:sp>
        <p:nvSpPr>
          <p:cNvPr id="113" name="原创设计师QQ598969553          _15"/>
          <p:cNvSpPr txBox="1"/>
          <p:nvPr/>
        </p:nvSpPr>
        <p:spPr>
          <a:xfrm>
            <a:off x="1405352" y="3384857"/>
            <a:ext cx="1593215" cy="654025"/>
          </a:xfrm>
          <a:prstGeom prst="rect">
            <a:avLst/>
          </a:prstGeom>
          <a:noFill/>
        </p:spPr>
        <p:txBody>
          <a:bodyPr wrap="square" lIns="68580" tIns="34290" rIns="68580" bIns="34290" rtlCol="0">
            <a:spAutoFit/>
          </a:bodyPr>
          <a:lstStyle/>
          <a:p>
            <a:pPr>
              <a:lnSpc>
                <a:spcPct val="150000"/>
              </a:lnSpc>
            </a:pPr>
            <a:r>
              <a:rPr lang="zh-CN" altLang="en-US" sz="1200" b="1" dirty="0">
                <a:solidFill>
                  <a:schemeClr val="tx1">
                    <a:lumMod val="65000"/>
                    <a:lumOff val="35000"/>
                  </a:schemeClr>
                </a:solidFill>
                <a:latin typeface="+mn-ea"/>
              </a:rPr>
              <a:t>点击此处添加关键词</a:t>
            </a:r>
            <a:endParaRPr lang="en-US" altLang="zh-CN" sz="1200" b="1" dirty="0">
              <a:solidFill>
                <a:schemeClr val="tx1">
                  <a:lumMod val="65000"/>
                  <a:lumOff val="35000"/>
                </a:schemeClr>
              </a:solidFill>
              <a:latin typeface="+mn-ea"/>
            </a:endParaRPr>
          </a:p>
          <a:p>
            <a:r>
              <a:rPr lang="zh-CN" altLang="en-US" sz="1000" dirty="0">
                <a:solidFill>
                  <a:schemeClr val="tx1">
                    <a:lumMod val="75000"/>
                    <a:lumOff val="25000"/>
                  </a:schemeClr>
                </a:solidFill>
                <a:latin typeface="微软雅黑" pitchFamily="34" charset="-122"/>
                <a:ea typeface="微软雅黑" pitchFamily="34" charset="-122"/>
              </a:rPr>
              <a:t>点击输入本栏的具体文字根据您内容酌情修改</a:t>
            </a:r>
            <a:endParaRPr lang="zh-CN" altLang="en-US" sz="1000" dirty="0">
              <a:solidFill>
                <a:schemeClr val="tx1">
                  <a:lumMod val="65000"/>
                  <a:lumOff val="35000"/>
                </a:schemeClr>
              </a:solidFill>
              <a:latin typeface="+mn-ea"/>
            </a:endParaRPr>
          </a:p>
        </p:txBody>
      </p:sp>
      <p:sp>
        <p:nvSpPr>
          <p:cNvPr id="114" name="原创设计师QQ598969553          _16"/>
          <p:cNvSpPr txBox="1"/>
          <p:nvPr/>
        </p:nvSpPr>
        <p:spPr>
          <a:xfrm>
            <a:off x="3767552" y="1832282"/>
            <a:ext cx="1593215" cy="654025"/>
          </a:xfrm>
          <a:prstGeom prst="rect">
            <a:avLst/>
          </a:prstGeom>
          <a:noFill/>
        </p:spPr>
        <p:txBody>
          <a:bodyPr wrap="square" lIns="68580" tIns="34290" rIns="68580" bIns="34290" rtlCol="0">
            <a:spAutoFit/>
          </a:bodyPr>
          <a:lstStyle/>
          <a:p>
            <a:pPr>
              <a:lnSpc>
                <a:spcPct val="150000"/>
              </a:lnSpc>
            </a:pPr>
            <a:r>
              <a:rPr lang="zh-CN" altLang="en-US" sz="1200" b="1" dirty="0">
                <a:solidFill>
                  <a:schemeClr val="tx1">
                    <a:lumMod val="65000"/>
                    <a:lumOff val="35000"/>
                  </a:schemeClr>
                </a:solidFill>
                <a:latin typeface="+mn-ea"/>
              </a:rPr>
              <a:t>点击此处添加关键词</a:t>
            </a:r>
            <a:endParaRPr lang="en-US" altLang="zh-CN" sz="1200" b="1" dirty="0">
              <a:solidFill>
                <a:schemeClr val="tx1">
                  <a:lumMod val="65000"/>
                  <a:lumOff val="35000"/>
                </a:schemeClr>
              </a:solidFill>
              <a:latin typeface="+mn-ea"/>
            </a:endParaRPr>
          </a:p>
          <a:p>
            <a:r>
              <a:rPr lang="zh-CN" altLang="en-US" sz="1000" dirty="0">
                <a:solidFill>
                  <a:schemeClr val="tx1">
                    <a:lumMod val="75000"/>
                    <a:lumOff val="25000"/>
                  </a:schemeClr>
                </a:solidFill>
                <a:latin typeface="微软雅黑" pitchFamily="34" charset="-122"/>
                <a:ea typeface="微软雅黑" pitchFamily="34" charset="-122"/>
              </a:rPr>
              <a:t>点击输入本栏的具体文字根据您内容酌情修改</a:t>
            </a:r>
            <a:endParaRPr lang="zh-CN" altLang="en-US" sz="1000" dirty="0">
              <a:solidFill>
                <a:schemeClr val="tx1">
                  <a:lumMod val="65000"/>
                  <a:lumOff val="35000"/>
                </a:schemeClr>
              </a:solidFill>
              <a:latin typeface="+mn-ea"/>
            </a:endParaRPr>
          </a:p>
        </p:txBody>
      </p:sp>
      <p:sp>
        <p:nvSpPr>
          <p:cNvPr id="115" name="原创设计师QQ598969553          _17"/>
          <p:cNvSpPr txBox="1"/>
          <p:nvPr/>
        </p:nvSpPr>
        <p:spPr>
          <a:xfrm>
            <a:off x="3767552" y="3384857"/>
            <a:ext cx="1593215" cy="654025"/>
          </a:xfrm>
          <a:prstGeom prst="rect">
            <a:avLst/>
          </a:prstGeom>
          <a:noFill/>
        </p:spPr>
        <p:txBody>
          <a:bodyPr wrap="square" lIns="68580" tIns="34290" rIns="68580" bIns="34290" rtlCol="0">
            <a:spAutoFit/>
          </a:bodyPr>
          <a:lstStyle/>
          <a:p>
            <a:pPr>
              <a:lnSpc>
                <a:spcPct val="150000"/>
              </a:lnSpc>
            </a:pPr>
            <a:r>
              <a:rPr lang="zh-CN" altLang="en-US" sz="1200" b="1" dirty="0">
                <a:solidFill>
                  <a:schemeClr val="tx1">
                    <a:lumMod val="65000"/>
                    <a:lumOff val="35000"/>
                  </a:schemeClr>
                </a:solidFill>
                <a:latin typeface="+mn-ea"/>
              </a:rPr>
              <a:t>点击此处添加关键词</a:t>
            </a:r>
            <a:endParaRPr lang="en-US" altLang="zh-CN" sz="1200" b="1" dirty="0">
              <a:solidFill>
                <a:schemeClr val="tx1">
                  <a:lumMod val="65000"/>
                  <a:lumOff val="35000"/>
                </a:schemeClr>
              </a:solidFill>
              <a:latin typeface="+mn-ea"/>
            </a:endParaRPr>
          </a:p>
          <a:p>
            <a:r>
              <a:rPr lang="zh-CN" altLang="en-US" sz="1000" dirty="0">
                <a:solidFill>
                  <a:schemeClr val="tx1">
                    <a:lumMod val="75000"/>
                    <a:lumOff val="25000"/>
                  </a:schemeClr>
                </a:solidFill>
                <a:latin typeface="微软雅黑" pitchFamily="34" charset="-122"/>
                <a:ea typeface="微软雅黑" pitchFamily="34" charset="-122"/>
              </a:rPr>
              <a:t>点击输入本栏的具体文字根据您内容酌情修改</a:t>
            </a:r>
            <a:endParaRPr lang="zh-CN" altLang="en-US" sz="1000" dirty="0">
              <a:solidFill>
                <a:schemeClr val="tx1">
                  <a:lumMod val="65000"/>
                  <a:lumOff val="35000"/>
                </a:schemeClr>
              </a:solidFill>
              <a:latin typeface="+mn-ea"/>
            </a:endParaRPr>
          </a:p>
        </p:txBody>
      </p:sp>
      <p:sp>
        <p:nvSpPr>
          <p:cNvPr id="116" name="原创设计师QQ598969553          _18"/>
          <p:cNvSpPr txBox="1"/>
          <p:nvPr/>
        </p:nvSpPr>
        <p:spPr>
          <a:xfrm>
            <a:off x="6129752" y="1832282"/>
            <a:ext cx="1593215" cy="654025"/>
          </a:xfrm>
          <a:prstGeom prst="rect">
            <a:avLst/>
          </a:prstGeom>
          <a:noFill/>
        </p:spPr>
        <p:txBody>
          <a:bodyPr wrap="square" lIns="68580" tIns="34290" rIns="68580" bIns="34290" rtlCol="0">
            <a:spAutoFit/>
          </a:bodyPr>
          <a:lstStyle/>
          <a:p>
            <a:pPr>
              <a:lnSpc>
                <a:spcPct val="150000"/>
              </a:lnSpc>
            </a:pPr>
            <a:r>
              <a:rPr lang="zh-CN" altLang="en-US" sz="1200" b="1" dirty="0">
                <a:solidFill>
                  <a:schemeClr val="tx1">
                    <a:lumMod val="65000"/>
                    <a:lumOff val="35000"/>
                  </a:schemeClr>
                </a:solidFill>
                <a:latin typeface="+mn-ea"/>
              </a:rPr>
              <a:t>点击此处添加关键词</a:t>
            </a:r>
            <a:endParaRPr lang="en-US" altLang="zh-CN" sz="1200" b="1" dirty="0">
              <a:solidFill>
                <a:schemeClr val="tx1">
                  <a:lumMod val="65000"/>
                  <a:lumOff val="35000"/>
                </a:schemeClr>
              </a:solidFill>
              <a:latin typeface="+mn-ea"/>
            </a:endParaRPr>
          </a:p>
          <a:p>
            <a:r>
              <a:rPr lang="zh-CN" altLang="en-US" sz="1000" dirty="0">
                <a:solidFill>
                  <a:schemeClr val="tx1">
                    <a:lumMod val="75000"/>
                    <a:lumOff val="25000"/>
                  </a:schemeClr>
                </a:solidFill>
                <a:latin typeface="微软雅黑" pitchFamily="34" charset="-122"/>
                <a:ea typeface="微软雅黑" pitchFamily="34" charset="-122"/>
              </a:rPr>
              <a:t>点击输入本栏的具体文字根据您内容酌情修改</a:t>
            </a:r>
            <a:endParaRPr lang="zh-CN" altLang="en-US" sz="1000" dirty="0">
              <a:solidFill>
                <a:schemeClr val="tx1">
                  <a:lumMod val="65000"/>
                  <a:lumOff val="35000"/>
                </a:schemeClr>
              </a:solidFill>
              <a:latin typeface="+mn-ea"/>
            </a:endParaRPr>
          </a:p>
        </p:txBody>
      </p:sp>
      <p:sp>
        <p:nvSpPr>
          <p:cNvPr id="117" name="原创设计师QQ598969553          _19"/>
          <p:cNvSpPr txBox="1"/>
          <p:nvPr/>
        </p:nvSpPr>
        <p:spPr>
          <a:xfrm>
            <a:off x="6129752" y="3384857"/>
            <a:ext cx="1593215" cy="654025"/>
          </a:xfrm>
          <a:prstGeom prst="rect">
            <a:avLst/>
          </a:prstGeom>
          <a:noFill/>
        </p:spPr>
        <p:txBody>
          <a:bodyPr wrap="square" lIns="68580" tIns="34290" rIns="68580" bIns="34290" rtlCol="0">
            <a:spAutoFit/>
          </a:bodyPr>
          <a:lstStyle/>
          <a:p>
            <a:pPr>
              <a:lnSpc>
                <a:spcPct val="150000"/>
              </a:lnSpc>
            </a:pPr>
            <a:r>
              <a:rPr lang="zh-CN" altLang="en-US" sz="1200" b="1" dirty="0">
                <a:solidFill>
                  <a:schemeClr val="tx1">
                    <a:lumMod val="65000"/>
                    <a:lumOff val="35000"/>
                  </a:schemeClr>
                </a:solidFill>
                <a:latin typeface="+mn-ea"/>
              </a:rPr>
              <a:t>点击此处添加关键词</a:t>
            </a:r>
            <a:endParaRPr lang="en-US" altLang="zh-CN" sz="1200" b="1" dirty="0">
              <a:solidFill>
                <a:schemeClr val="tx1">
                  <a:lumMod val="65000"/>
                  <a:lumOff val="35000"/>
                </a:schemeClr>
              </a:solidFill>
              <a:latin typeface="+mn-ea"/>
            </a:endParaRPr>
          </a:p>
          <a:p>
            <a:r>
              <a:rPr lang="zh-CN" altLang="en-US" sz="1000" dirty="0">
                <a:solidFill>
                  <a:schemeClr val="tx1">
                    <a:lumMod val="75000"/>
                    <a:lumOff val="25000"/>
                  </a:schemeClr>
                </a:solidFill>
                <a:latin typeface="微软雅黑" pitchFamily="34" charset="-122"/>
                <a:ea typeface="微软雅黑" pitchFamily="34" charset="-122"/>
              </a:rPr>
              <a:t>点击输入本栏的具体文字根据您内容酌情修改</a:t>
            </a:r>
            <a:endParaRPr lang="zh-CN" altLang="en-US" sz="1000" dirty="0">
              <a:solidFill>
                <a:schemeClr val="tx1">
                  <a:lumMod val="65000"/>
                  <a:lumOff val="35000"/>
                </a:schemeClr>
              </a:solidFill>
              <a:latin typeface="+mn-ea"/>
            </a:endParaRPr>
          </a:p>
        </p:txBody>
      </p:sp>
      <p:pic>
        <p:nvPicPr>
          <p:cNvPr id="118" name="Picture 64"/>
          <p:cNvPicPr>
            <a:picLocks noGrp="1" noSelect="1" noRot="1" noChangeAspect="1" noMove="1" noResize="1" noChangeShapeType="1"/>
          </p:cNvPicPr>
          <p:nvPr/>
        </p:nvPicPr>
        <p:blipFill>
          <a:blip r:embed="rId3"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1698355032"/>
      </p:ext>
    </p:extLst>
  </p:cSld>
  <p:clrMapOvr>
    <a:masterClrMapping/>
  </p:clrMapOvr>
  <mc:AlternateContent xmlns:mc="http://schemas.openxmlformats.org/markup-compatibility/2006" xmlns:p14="http://schemas.microsoft.com/office/powerpoint/2010/main">
    <mc:Choice Requires="p14">
      <p:transition spd="slow" p14:dur="1200" advClick="0" advTm="0">
        <p14:prism/>
      </p:transition>
    </mc:Choice>
    <mc:Fallback xmlns="">
      <p:transition spd="slow" advClick="0"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nodeType="withEffect">
                                      <p:stCondLst>
                                        <p:cond delay="20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par>
                                    <p:cTn id="15" presetID="53" presetClass="entr" presetSubtype="16" fill="hold" nodeType="withEffect">
                                      <p:stCondLst>
                                        <p:cond delay="400"/>
                                      </p:stCondLst>
                                      <p:childTnLst>
                                        <p:set>
                                          <p:cBhvr>
                                            <p:cTn id="16" dur="1" fill="hold">
                                              <p:stCondLst>
                                                <p:cond delay="0"/>
                                              </p:stCondLst>
                                            </p:cTn>
                                            <p:tgtEl>
                                              <p:spTgt spid="10"/>
                                            </p:tgtEl>
                                            <p:attrNameLst>
                                              <p:attrName>style.visibility</p:attrName>
                                            </p:attrNameLst>
                                          </p:cBhvr>
                                          <p:to>
                                            <p:strVal val="visible"/>
                                          </p:to>
                                        </p:set>
                                        <p:anim calcmode="lin" valueType="num">
                                          <p:cBhvr>
                                            <p:cTn id="17" dur="500" fill="hold"/>
                                            <p:tgtEl>
                                              <p:spTgt spid="10"/>
                                            </p:tgtEl>
                                            <p:attrNameLst>
                                              <p:attrName>ppt_w</p:attrName>
                                            </p:attrNameLst>
                                          </p:cBhvr>
                                          <p:tavLst>
                                            <p:tav tm="0">
                                              <p:val>
                                                <p:fltVal val="0"/>
                                              </p:val>
                                            </p:tav>
                                            <p:tav tm="100000">
                                              <p:val>
                                                <p:strVal val="#ppt_w"/>
                                              </p:val>
                                            </p:tav>
                                          </p:tavLst>
                                        </p:anim>
                                        <p:anim calcmode="lin" valueType="num">
                                          <p:cBhvr>
                                            <p:cTn id="18" dur="500" fill="hold"/>
                                            <p:tgtEl>
                                              <p:spTgt spid="10"/>
                                            </p:tgtEl>
                                            <p:attrNameLst>
                                              <p:attrName>ppt_h</p:attrName>
                                            </p:attrNameLst>
                                          </p:cBhvr>
                                          <p:tavLst>
                                            <p:tav tm="0">
                                              <p:val>
                                                <p:fltVal val="0"/>
                                              </p:val>
                                            </p:tav>
                                            <p:tav tm="100000">
                                              <p:val>
                                                <p:strVal val="#ppt_h"/>
                                              </p:val>
                                            </p:tav>
                                          </p:tavLst>
                                        </p:anim>
                                        <p:animEffect transition="in" filter="fade">
                                          <p:cBhvr>
                                            <p:cTn id="19" dur="500"/>
                                            <p:tgtEl>
                                              <p:spTgt spid="10"/>
                                            </p:tgtEl>
                                          </p:cBhvr>
                                        </p:animEffect>
                                      </p:childTnLst>
                                    </p:cTn>
                                  </p:par>
                                  <p:par>
                                    <p:cTn id="20" presetID="53" presetClass="entr" presetSubtype="16" fill="hold" nodeType="withEffect">
                                      <p:stCondLst>
                                        <p:cond delay="600"/>
                                      </p:stCondLst>
                                      <p:childTnLst>
                                        <p:set>
                                          <p:cBhvr>
                                            <p:cTn id="21" dur="1" fill="hold">
                                              <p:stCondLst>
                                                <p:cond delay="0"/>
                                              </p:stCondLst>
                                            </p:cTn>
                                            <p:tgtEl>
                                              <p:spTgt spid="13"/>
                                            </p:tgtEl>
                                            <p:attrNameLst>
                                              <p:attrName>style.visibility</p:attrName>
                                            </p:attrNameLst>
                                          </p:cBhvr>
                                          <p:to>
                                            <p:strVal val="visible"/>
                                          </p:to>
                                        </p:set>
                                        <p:anim calcmode="lin" valueType="num">
                                          <p:cBhvr>
                                            <p:cTn id="22" dur="500" fill="hold"/>
                                            <p:tgtEl>
                                              <p:spTgt spid="13"/>
                                            </p:tgtEl>
                                            <p:attrNameLst>
                                              <p:attrName>ppt_w</p:attrName>
                                            </p:attrNameLst>
                                          </p:cBhvr>
                                          <p:tavLst>
                                            <p:tav tm="0">
                                              <p:val>
                                                <p:fltVal val="0"/>
                                              </p:val>
                                            </p:tav>
                                            <p:tav tm="100000">
                                              <p:val>
                                                <p:strVal val="#ppt_w"/>
                                              </p:val>
                                            </p:tav>
                                          </p:tavLst>
                                        </p:anim>
                                        <p:anim calcmode="lin" valueType="num">
                                          <p:cBhvr>
                                            <p:cTn id="23" dur="500" fill="hold"/>
                                            <p:tgtEl>
                                              <p:spTgt spid="13"/>
                                            </p:tgtEl>
                                            <p:attrNameLst>
                                              <p:attrName>ppt_h</p:attrName>
                                            </p:attrNameLst>
                                          </p:cBhvr>
                                          <p:tavLst>
                                            <p:tav tm="0">
                                              <p:val>
                                                <p:fltVal val="0"/>
                                              </p:val>
                                            </p:tav>
                                            <p:tav tm="100000">
                                              <p:val>
                                                <p:strVal val="#ppt_h"/>
                                              </p:val>
                                            </p:tav>
                                          </p:tavLst>
                                        </p:anim>
                                        <p:animEffect transition="in" filter="fade">
                                          <p:cBhvr>
                                            <p:cTn id="24" dur="500"/>
                                            <p:tgtEl>
                                              <p:spTgt spid="13"/>
                                            </p:tgtEl>
                                          </p:cBhvr>
                                        </p:animEffect>
                                      </p:childTnLst>
                                    </p:cTn>
                                  </p:par>
                                  <p:par>
                                    <p:cTn id="25" presetID="53" presetClass="entr" presetSubtype="16" fill="hold" nodeType="withEffect">
                                      <p:stCondLst>
                                        <p:cond delay="800"/>
                                      </p:stCondLst>
                                      <p:childTnLst>
                                        <p:set>
                                          <p:cBhvr>
                                            <p:cTn id="26" dur="1" fill="hold">
                                              <p:stCondLst>
                                                <p:cond delay="0"/>
                                              </p:stCondLst>
                                            </p:cTn>
                                            <p:tgtEl>
                                              <p:spTgt spid="16"/>
                                            </p:tgtEl>
                                            <p:attrNameLst>
                                              <p:attrName>style.visibility</p:attrName>
                                            </p:attrNameLst>
                                          </p:cBhvr>
                                          <p:to>
                                            <p:strVal val="visible"/>
                                          </p:to>
                                        </p:set>
                                        <p:anim calcmode="lin" valueType="num">
                                          <p:cBhvr>
                                            <p:cTn id="27" dur="500" fill="hold"/>
                                            <p:tgtEl>
                                              <p:spTgt spid="16"/>
                                            </p:tgtEl>
                                            <p:attrNameLst>
                                              <p:attrName>ppt_w</p:attrName>
                                            </p:attrNameLst>
                                          </p:cBhvr>
                                          <p:tavLst>
                                            <p:tav tm="0">
                                              <p:val>
                                                <p:fltVal val="0"/>
                                              </p:val>
                                            </p:tav>
                                            <p:tav tm="100000">
                                              <p:val>
                                                <p:strVal val="#ppt_w"/>
                                              </p:val>
                                            </p:tav>
                                          </p:tavLst>
                                        </p:anim>
                                        <p:anim calcmode="lin" valueType="num">
                                          <p:cBhvr>
                                            <p:cTn id="28" dur="500" fill="hold"/>
                                            <p:tgtEl>
                                              <p:spTgt spid="16"/>
                                            </p:tgtEl>
                                            <p:attrNameLst>
                                              <p:attrName>ppt_h</p:attrName>
                                            </p:attrNameLst>
                                          </p:cBhvr>
                                          <p:tavLst>
                                            <p:tav tm="0">
                                              <p:val>
                                                <p:fltVal val="0"/>
                                              </p:val>
                                            </p:tav>
                                            <p:tav tm="100000">
                                              <p:val>
                                                <p:strVal val="#ppt_h"/>
                                              </p:val>
                                            </p:tav>
                                          </p:tavLst>
                                        </p:anim>
                                        <p:animEffect transition="in" filter="fade">
                                          <p:cBhvr>
                                            <p:cTn id="29" dur="500"/>
                                            <p:tgtEl>
                                              <p:spTgt spid="16"/>
                                            </p:tgtEl>
                                          </p:cBhvr>
                                        </p:animEffect>
                                      </p:childTnLst>
                                    </p:cTn>
                                  </p:par>
                                  <p:par>
                                    <p:cTn id="30" presetID="53" presetClass="entr" presetSubtype="16" fill="hold" nodeType="withEffect">
                                      <p:stCondLst>
                                        <p:cond delay="1000"/>
                                      </p:stCondLst>
                                      <p:childTnLst>
                                        <p:set>
                                          <p:cBhvr>
                                            <p:cTn id="31" dur="1" fill="hold">
                                              <p:stCondLst>
                                                <p:cond delay="0"/>
                                              </p:stCondLst>
                                            </p:cTn>
                                            <p:tgtEl>
                                              <p:spTgt spid="19"/>
                                            </p:tgtEl>
                                            <p:attrNameLst>
                                              <p:attrName>style.visibility</p:attrName>
                                            </p:attrNameLst>
                                          </p:cBhvr>
                                          <p:to>
                                            <p:strVal val="visible"/>
                                          </p:to>
                                        </p:set>
                                        <p:anim calcmode="lin" valueType="num">
                                          <p:cBhvr>
                                            <p:cTn id="32" dur="500" fill="hold"/>
                                            <p:tgtEl>
                                              <p:spTgt spid="19"/>
                                            </p:tgtEl>
                                            <p:attrNameLst>
                                              <p:attrName>ppt_w</p:attrName>
                                            </p:attrNameLst>
                                          </p:cBhvr>
                                          <p:tavLst>
                                            <p:tav tm="0">
                                              <p:val>
                                                <p:fltVal val="0"/>
                                              </p:val>
                                            </p:tav>
                                            <p:tav tm="100000">
                                              <p:val>
                                                <p:strVal val="#ppt_w"/>
                                              </p:val>
                                            </p:tav>
                                          </p:tavLst>
                                        </p:anim>
                                        <p:anim calcmode="lin" valueType="num">
                                          <p:cBhvr>
                                            <p:cTn id="33" dur="500" fill="hold"/>
                                            <p:tgtEl>
                                              <p:spTgt spid="19"/>
                                            </p:tgtEl>
                                            <p:attrNameLst>
                                              <p:attrName>ppt_h</p:attrName>
                                            </p:attrNameLst>
                                          </p:cBhvr>
                                          <p:tavLst>
                                            <p:tav tm="0">
                                              <p:val>
                                                <p:fltVal val="0"/>
                                              </p:val>
                                            </p:tav>
                                            <p:tav tm="100000">
                                              <p:val>
                                                <p:strVal val="#ppt_h"/>
                                              </p:val>
                                            </p:tav>
                                          </p:tavLst>
                                        </p:anim>
                                        <p:animEffect transition="in" filter="fade">
                                          <p:cBhvr>
                                            <p:cTn id="34" dur="500"/>
                                            <p:tgtEl>
                                              <p:spTgt spid="19"/>
                                            </p:tgtEl>
                                          </p:cBhvr>
                                        </p:animEffect>
                                      </p:childTnLst>
                                    </p:cTn>
                                  </p:par>
                                </p:childTnLst>
                              </p:cTn>
                            </p:par>
                            <p:par>
                              <p:cTn id="35" fill="hold">
                                <p:stCondLst>
                                  <p:cond delay="1500"/>
                                </p:stCondLst>
                                <p:childTnLst>
                                  <p:par>
                                    <p:cTn id="36" presetID="2" presetClass="entr" presetSubtype="4" accel="60000" fill="hold" nodeType="afterEffect" p14:presetBounceEnd="40000">
                                      <p:stCondLst>
                                        <p:cond delay="0"/>
                                      </p:stCondLst>
                                      <p:childTnLst>
                                        <p:set>
                                          <p:cBhvr>
                                            <p:cTn id="37" dur="1" fill="hold">
                                              <p:stCondLst>
                                                <p:cond delay="0"/>
                                              </p:stCondLst>
                                            </p:cTn>
                                            <p:tgtEl>
                                              <p:spTgt spid="22"/>
                                            </p:tgtEl>
                                            <p:attrNameLst>
                                              <p:attrName>style.visibility</p:attrName>
                                            </p:attrNameLst>
                                          </p:cBhvr>
                                          <p:to>
                                            <p:strVal val="visible"/>
                                          </p:to>
                                        </p:set>
                                        <p:anim calcmode="lin" valueType="num" p14:bounceEnd="40000">
                                          <p:cBhvr additive="base">
                                            <p:cTn id="38" dur="500" fill="hold"/>
                                            <p:tgtEl>
                                              <p:spTgt spid="22"/>
                                            </p:tgtEl>
                                            <p:attrNameLst>
                                              <p:attrName>ppt_x</p:attrName>
                                            </p:attrNameLst>
                                          </p:cBhvr>
                                          <p:tavLst>
                                            <p:tav tm="0">
                                              <p:val>
                                                <p:strVal val="#ppt_x"/>
                                              </p:val>
                                            </p:tav>
                                            <p:tav tm="100000">
                                              <p:val>
                                                <p:strVal val="#ppt_x"/>
                                              </p:val>
                                            </p:tav>
                                          </p:tavLst>
                                        </p:anim>
                                        <p:anim calcmode="lin" valueType="num" p14:bounceEnd="40000">
                                          <p:cBhvr additive="base">
                                            <p:cTn id="39" dur="500" fill="hold"/>
                                            <p:tgtEl>
                                              <p:spTgt spid="22"/>
                                            </p:tgtEl>
                                            <p:attrNameLst>
                                              <p:attrName>ppt_y</p:attrName>
                                            </p:attrNameLst>
                                          </p:cBhvr>
                                          <p:tavLst>
                                            <p:tav tm="0">
                                              <p:val>
                                                <p:strVal val="1+#ppt_h/2"/>
                                              </p:val>
                                            </p:tav>
                                            <p:tav tm="100000">
                                              <p:val>
                                                <p:strVal val="#ppt_y"/>
                                              </p:val>
                                            </p:tav>
                                          </p:tavLst>
                                        </p:anim>
                                      </p:childTnLst>
                                    </p:cTn>
                                  </p:par>
                                  <p:par>
                                    <p:cTn id="40" presetID="53" presetClass="entr" presetSubtype="16" fill="hold" grpId="0" nodeType="withEffect">
                                      <p:stCondLst>
                                        <p:cond delay="0"/>
                                      </p:stCondLst>
                                      <p:iterate type="lt">
                                        <p:tmPct val="10000"/>
                                      </p:iterate>
                                      <p:childTnLst>
                                        <p:set>
                                          <p:cBhvr>
                                            <p:cTn id="41" dur="1" fill="hold">
                                              <p:stCondLst>
                                                <p:cond delay="0"/>
                                              </p:stCondLst>
                                            </p:cTn>
                                            <p:tgtEl>
                                              <p:spTgt spid="112"/>
                                            </p:tgtEl>
                                            <p:attrNameLst>
                                              <p:attrName>style.visibility</p:attrName>
                                            </p:attrNameLst>
                                          </p:cBhvr>
                                          <p:to>
                                            <p:strVal val="visible"/>
                                          </p:to>
                                        </p:set>
                                        <p:anim calcmode="lin" valueType="num">
                                          <p:cBhvr>
                                            <p:cTn id="42" dur="500" fill="hold"/>
                                            <p:tgtEl>
                                              <p:spTgt spid="112"/>
                                            </p:tgtEl>
                                            <p:attrNameLst>
                                              <p:attrName>ppt_w</p:attrName>
                                            </p:attrNameLst>
                                          </p:cBhvr>
                                          <p:tavLst>
                                            <p:tav tm="0">
                                              <p:val>
                                                <p:fltVal val="0"/>
                                              </p:val>
                                            </p:tav>
                                            <p:tav tm="100000">
                                              <p:val>
                                                <p:strVal val="#ppt_w"/>
                                              </p:val>
                                            </p:tav>
                                          </p:tavLst>
                                        </p:anim>
                                        <p:anim calcmode="lin" valueType="num">
                                          <p:cBhvr>
                                            <p:cTn id="43" dur="500" fill="hold"/>
                                            <p:tgtEl>
                                              <p:spTgt spid="112"/>
                                            </p:tgtEl>
                                            <p:attrNameLst>
                                              <p:attrName>ppt_h</p:attrName>
                                            </p:attrNameLst>
                                          </p:cBhvr>
                                          <p:tavLst>
                                            <p:tav tm="0">
                                              <p:val>
                                                <p:fltVal val="0"/>
                                              </p:val>
                                            </p:tav>
                                            <p:tav tm="100000">
                                              <p:val>
                                                <p:strVal val="#ppt_h"/>
                                              </p:val>
                                            </p:tav>
                                          </p:tavLst>
                                        </p:anim>
                                        <p:animEffect transition="in" filter="fade">
                                          <p:cBhvr>
                                            <p:cTn id="44" dur="500"/>
                                            <p:tgtEl>
                                              <p:spTgt spid="112"/>
                                            </p:tgtEl>
                                          </p:cBhvr>
                                        </p:animEffect>
                                      </p:childTnLst>
                                    </p:cTn>
                                  </p:par>
                                </p:childTnLst>
                              </p:cTn>
                            </p:par>
                            <p:par>
                              <p:cTn id="45" fill="hold">
                                <p:stCondLst>
                                  <p:cond delay="3400"/>
                                </p:stCondLst>
                                <p:childTnLst>
                                  <p:par>
                                    <p:cTn id="46" presetID="2" presetClass="entr" presetSubtype="4" accel="60000" fill="hold" nodeType="afterEffect" p14:presetBounceEnd="40000">
                                      <p:stCondLst>
                                        <p:cond delay="0"/>
                                      </p:stCondLst>
                                      <p:childTnLst>
                                        <p:set>
                                          <p:cBhvr>
                                            <p:cTn id="47" dur="1" fill="hold">
                                              <p:stCondLst>
                                                <p:cond delay="0"/>
                                              </p:stCondLst>
                                            </p:cTn>
                                            <p:tgtEl>
                                              <p:spTgt spid="83"/>
                                            </p:tgtEl>
                                            <p:attrNameLst>
                                              <p:attrName>style.visibility</p:attrName>
                                            </p:attrNameLst>
                                          </p:cBhvr>
                                          <p:to>
                                            <p:strVal val="visible"/>
                                          </p:to>
                                        </p:set>
                                        <p:anim calcmode="lin" valueType="num" p14:bounceEnd="40000">
                                          <p:cBhvr additive="base">
                                            <p:cTn id="48" dur="500" fill="hold"/>
                                            <p:tgtEl>
                                              <p:spTgt spid="83"/>
                                            </p:tgtEl>
                                            <p:attrNameLst>
                                              <p:attrName>ppt_x</p:attrName>
                                            </p:attrNameLst>
                                          </p:cBhvr>
                                          <p:tavLst>
                                            <p:tav tm="0">
                                              <p:val>
                                                <p:strVal val="#ppt_x"/>
                                              </p:val>
                                            </p:tav>
                                            <p:tav tm="100000">
                                              <p:val>
                                                <p:strVal val="#ppt_x"/>
                                              </p:val>
                                            </p:tav>
                                          </p:tavLst>
                                        </p:anim>
                                        <p:anim calcmode="lin" valueType="num" p14:bounceEnd="40000">
                                          <p:cBhvr additive="base">
                                            <p:cTn id="49" dur="500" fill="hold"/>
                                            <p:tgtEl>
                                              <p:spTgt spid="83"/>
                                            </p:tgtEl>
                                            <p:attrNameLst>
                                              <p:attrName>ppt_y</p:attrName>
                                            </p:attrNameLst>
                                          </p:cBhvr>
                                          <p:tavLst>
                                            <p:tav tm="0">
                                              <p:val>
                                                <p:strVal val="1+#ppt_h/2"/>
                                              </p:val>
                                            </p:tav>
                                            <p:tav tm="100000">
                                              <p:val>
                                                <p:strVal val="#ppt_y"/>
                                              </p:val>
                                            </p:tav>
                                          </p:tavLst>
                                        </p:anim>
                                      </p:childTnLst>
                                    </p:cTn>
                                  </p:par>
                                  <p:par>
                                    <p:cTn id="50" presetID="53" presetClass="entr" presetSubtype="16" fill="hold" grpId="0" nodeType="withEffect">
                                      <p:stCondLst>
                                        <p:cond delay="0"/>
                                      </p:stCondLst>
                                      <p:iterate type="lt">
                                        <p:tmPct val="10000"/>
                                      </p:iterate>
                                      <p:childTnLst>
                                        <p:set>
                                          <p:cBhvr>
                                            <p:cTn id="51" dur="1" fill="hold">
                                              <p:stCondLst>
                                                <p:cond delay="0"/>
                                              </p:stCondLst>
                                            </p:cTn>
                                            <p:tgtEl>
                                              <p:spTgt spid="114"/>
                                            </p:tgtEl>
                                            <p:attrNameLst>
                                              <p:attrName>style.visibility</p:attrName>
                                            </p:attrNameLst>
                                          </p:cBhvr>
                                          <p:to>
                                            <p:strVal val="visible"/>
                                          </p:to>
                                        </p:set>
                                        <p:anim calcmode="lin" valueType="num">
                                          <p:cBhvr>
                                            <p:cTn id="52" dur="500" fill="hold"/>
                                            <p:tgtEl>
                                              <p:spTgt spid="114"/>
                                            </p:tgtEl>
                                            <p:attrNameLst>
                                              <p:attrName>ppt_w</p:attrName>
                                            </p:attrNameLst>
                                          </p:cBhvr>
                                          <p:tavLst>
                                            <p:tav tm="0">
                                              <p:val>
                                                <p:fltVal val="0"/>
                                              </p:val>
                                            </p:tav>
                                            <p:tav tm="100000">
                                              <p:val>
                                                <p:strVal val="#ppt_w"/>
                                              </p:val>
                                            </p:tav>
                                          </p:tavLst>
                                        </p:anim>
                                        <p:anim calcmode="lin" valueType="num">
                                          <p:cBhvr>
                                            <p:cTn id="53" dur="500" fill="hold"/>
                                            <p:tgtEl>
                                              <p:spTgt spid="114"/>
                                            </p:tgtEl>
                                            <p:attrNameLst>
                                              <p:attrName>ppt_h</p:attrName>
                                            </p:attrNameLst>
                                          </p:cBhvr>
                                          <p:tavLst>
                                            <p:tav tm="0">
                                              <p:val>
                                                <p:fltVal val="0"/>
                                              </p:val>
                                            </p:tav>
                                            <p:tav tm="100000">
                                              <p:val>
                                                <p:strVal val="#ppt_h"/>
                                              </p:val>
                                            </p:tav>
                                          </p:tavLst>
                                        </p:anim>
                                        <p:animEffect transition="in" filter="fade">
                                          <p:cBhvr>
                                            <p:cTn id="54" dur="500"/>
                                            <p:tgtEl>
                                              <p:spTgt spid="114"/>
                                            </p:tgtEl>
                                          </p:cBhvr>
                                        </p:animEffect>
                                      </p:childTnLst>
                                    </p:cTn>
                                  </p:par>
                                </p:childTnLst>
                              </p:cTn>
                            </p:par>
                            <p:par>
                              <p:cTn id="55" fill="hold">
                                <p:stCondLst>
                                  <p:cond delay="5300"/>
                                </p:stCondLst>
                                <p:childTnLst>
                                  <p:par>
                                    <p:cTn id="56" presetID="2" presetClass="entr" presetSubtype="4" accel="60000" fill="hold" nodeType="afterEffect" p14:presetBounceEnd="40000">
                                      <p:stCondLst>
                                        <p:cond delay="0"/>
                                      </p:stCondLst>
                                      <p:childTnLst>
                                        <p:set>
                                          <p:cBhvr>
                                            <p:cTn id="57" dur="1" fill="hold">
                                              <p:stCondLst>
                                                <p:cond delay="0"/>
                                              </p:stCondLst>
                                            </p:cTn>
                                            <p:tgtEl>
                                              <p:spTgt spid="89"/>
                                            </p:tgtEl>
                                            <p:attrNameLst>
                                              <p:attrName>style.visibility</p:attrName>
                                            </p:attrNameLst>
                                          </p:cBhvr>
                                          <p:to>
                                            <p:strVal val="visible"/>
                                          </p:to>
                                        </p:set>
                                        <p:anim calcmode="lin" valueType="num" p14:bounceEnd="40000">
                                          <p:cBhvr additive="base">
                                            <p:cTn id="58" dur="500" fill="hold"/>
                                            <p:tgtEl>
                                              <p:spTgt spid="89"/>
                                            </p:tgtEl>
                                            <p:attrNameLst>
                                              <p:attrName>ppt_x</p:attrName>
                                            </p:attrNameLst>
                                          </p:cBhvr>
                                          <p:tavLst>
                                            <p:tav tm="0">
                                              <p:val>
                                                <p:strVal val="#ppt_x"/>
                                              </p:val>
                                            </p:tav>
                                            <p:tav tm="100000">
                                              <p:val>
                                                <p:strVal val="#ppt_x"/>
                                              </p:val>
                                            </p:tav>
                                          </p:tavLst>
                                        </p:anim>
                                        <p:anim calcmode="lin" valueType="num" p14:bounceEnd="40000">
                                          <p:cBhvr additive="base">
                                            <p:cTn id="59" dur="500" fill="hold"/>
                                            <p:tgtEl>
                                              <p:spTgt spid="89"/>
                                            </p:tgtEl>
                                            <p:attrNameLst>
                                              <p:attrName>ppt_y</p:attrName>
                                            </p:attrNameLst>
                                          </p:cBhvr>
                                          <p:tavLst>
                                            <p:tav tm="0">
                                              <p:val>
                                                <p:strVal val="1+#ppt_h/2"/>
                                              </p:val>
                                            </p:tav>
                                            <p:tav tm="100000">
                                              <p:val>
                                                <p:strVal val="#ppt_y"/>
                                              </p:val>
                                            </p:tav>
                                          </p:tavLst>
                                        </p:anim>
                                      </p:childTnLst>
                                    </p:cTn>
                                  </p:par>
                                  <p:par>
                                    <p:cTn id="60" presetID="53" presetClass="entr" presetSubtype="16" fill="hold" grpId="0" nodeType="withEffect">
                                      <p:stCondLst>
                                        <p:cond delay="0"/>
                                      </p:stCondLst>
                                      <p:iterate type="lt">
                                        <p:tmPct val="10000"/>
                                      </p:iterate>
                                      <p:childTnLst>
                                        <p:set>
                                          <p:cBhvr>
                                            <p:cTn id="61" dur="1" fill="hold">
                                              <p:stCondLst>
                                                <p:cond delay="0"/>
                                              </p:stCondLst>
                                            </p:cTn>
                                            <p:tgtEl>
                                              <p:spTgt spid="116"/>
                                            </p:tgtEl>
                                            <p:attrNameLst>
                                              <p:attrName>style.visibility</p:attrName>
                                            </p:attrNameLst>
                                          </p:cBhvr>
                                          <p:to>
                                            <p:strVal val="visible"/>
                                          </p:to>
                                        </p:set>
                                        <p:anim calcmode="lin" valueType="num">
                                          <p:cBhvr>
                                            <p:cTn id="62" dur="500" fill="hold"/>
                                            <p:tgtEl>
                                              <p:spTgt spid="116"/>
                                            </p:tgtEl>
                                            <p:attrNameLst>
                                              <p:attrName>ppt_w</p:attrName>
                                            </p:attrNameLst>
                                          </p:cBhvr>
                                          <p:tavLst>
                                            <p:tav tm="0">
                                              <p:val>
                                                <p:fltVal val="0"/>
                                              </p:val>
                                            </p:tav>
                                            <p:tav tm="100000">
                                              <p:val>
                                                <p:strVal val="#ppt_w"/>
                                              </p:val>
                                            </p:tav>
                                          </p:tavLst>
                                        </p:anim>
                                        <p:anim calcmode="lin" valueType="num">
                                          <p:cBhvr>
                                            <p:cTn id="63" dur="500" fill="hold"/>
                                            <p:tgtEl>
                                              <p:spTgt spid="116"/>
                                            </p:tgtEl>
                                            <p:attrNameLst>
                                              <p:attrName>ppt_h</p:attrName>
                                            </p:attrNameLst>
                                          </p:cBhvr>
                                          <p:tavLst>
                                            <p:tav tm="0">
                                              <p:val>
                                                <p:fltVal val="0"/>
                                              </p:val>
                                            </p:tav>
                                            <p:tav tm="100000">
                                              <p:val>
                                                <p:strVal val="#ppt_h"/>
                                              </p:val>
                                            </p:tav>
                                          </p:tavLst>
                                        </p:anim>
                                        <p:animEffect transition="in" filter="fade">
                                          <p:cBhvr>
                                            <p:cTn id="64" dur="500"/>
                                            <p:tgtEl>
                                              <p:spTgt spid="116"/>
                                            </p:tgtEl>
                                          </p:cBhvr>
                                        </p:animEffect>
                                      </p:childTnLst>
                                    </p:cTn>
                                  </p:par>
                                </p:childTnLst>
                              </p:cTn>
                            </p:par>
                            <p:par>
                              <p:cTn id="65" fill="hold">
                                <p:stCondLst>
                                  <p:cond delay="7200"/>
                                </p:stCondLst>
                                <p:childTnLst>
                                  <p:par>
                                    <p:cTn id="66" presetID="2" presetClass="entr" presetSubtype="4" accel="60000" fill="hold" grpId="0" nodeType="afterEffect" p14:presetBounceEnd="40000">
                                      <p:stCondLst>
                                        <p:cond delay="0"/>
                                      </p:stCondLst>
                                      <p:childTnLst>
                                        <p:set>
                                          <p:cBhvr>
                                            <p:cTn id="67" dur="1" fill="hold">
                                              <p:stCondLst>
                                                <p:cond delay="0"/>
                                              </p:stCondLst>
                                            </p:cTn>
                                            <p:tgtEl>
                                              <p:spTgt spid="92"/>
                                            </p:tgtEl>
                                            <p:attrNameLst>
                                              <p:attrName>style.visibility</p:attrName>
                                            </p:attrNameLst>
                                          </p:cBhvr>
                                          <p:to>
                                            <p:strVal val="visible"/>
                                          </p:to>
                                        </p:set>
                                        <p:anim calcmode="lin" valueType="num" p14:bounceEnd="40000">
                                          <p:cBhvr additive="base">
                                            <p:cTn id="68" dur="500" fill="hold"/>
                                            <p:tgtEl>
                                              <p:spTgt spid="92"/>
                                            </p:tgtEl>
                                            <p:attrNameLst>
                                              <p:attrName>ppt_x</p:attrName>
                                            </p:attrNameLst>
                                          </p:cBhvr>
                                          <p:tavLst>
                                            <p:tav tm="0">
                                              <p:val>
                                                <p:strVal val="#ppt_x"/>
                                              </p:val>
                                            </p:tav>
                                            <p:tav tm="100000">
                                              <p:val>
                                                <p:strVal val="#ppt_x"/>
                                              </p:val>
                                            </p:tav>
                                          </p:tavLst>
                                        </p:anim>
                                        <p:anim calcmode="lin" valueType="num" p14:bounceEnd="40000">
                                          <p:cBhvr additive="base">
                                            <p:cTn id="69" dur="500" fill="hold"/>
                                            <p:tgtEl>
                                              <p:spTgt spid="92"/>
                                            </p:tgtEl>
                                            <p:attrNameLst>
                                              <p:attrName>ppt_y</p:attrName>
                                            </p:attrNameLst>
                                          </p:cBhvr>
                                          <p:tavLst>
                                            <p:tav tm="0">
                                              <p:val>
                                                <p:strVal val="1+#ppt_h/2"/>
                                              </p:val>
                                            </p:tav>
                                            <p:tav tm="100000">
                                              <p:val>
                                                <p:strVal val="#ppt_y"/>
                                              </p:val>
                                            </p:tav>
                                          </p:tavLst>
                                        </p:anim>
                                      </p:childTnLst>
                                    </p:cTn>
                                  </p:par>
                                  <p:par>
                                    <p:cTn id="70" presetID="53" presetClass="entr" presetSubtype="16" fill="hold" grpId="0" nodeType="withEffect">
                                      <p:stCondLst>
                                        <p:cond delay="0"/>
                                      </p:stCondLst>
                                      <p:iterate type="lt">
                                        <p:tmPct val="10000"/>
                                      </p:iterate>
                                      <p:childTnLst>
                                        <p:set>
                                          <p:cBhvr>
                                            <p:cTn id="71" dur="1" fill="hold">
                                              <p:stCondLst>
                                                <p:cond delay="0"/>
                                              </p:stCondLst>
                                            </p:cTn>
                                            <p:tgtEl>
                                              <p:spTgt spid="113"/>
                                            </p:tgtEl>
                                            <p:attrNameLst>
                                              <p:attrName>style.visibility</p:attrName>
                                            </p:attrNameLst>
                                          </p:cBhvr>
                                          <p:to>
                                            <p:strVal val="visible"/>
                                          </p:to>
                                        </p:set>
                                        <p:anim calcmode="lin" valueType="num">
                                          <p:cBhvr>
                                            <p:cTn id="72" dur="500" fill="hold"/>
                                            <p:tgtEl>
                                              <p:spTgt spid="113"/>
                                            </p:tgtEl>
                                            <p:attrNameLst>
                                              <p:attrName>ppt_w</p:attrName>
                                            </p:attrNameLst>
                                          </p:cBhvr>
                                          <p:tavLst>
                                            <p:tav tm="0">
                                              <p:val>
                                                <p:fltVal val="0"/>
                                              </p:val>
                                            </p:tav>
                                            <p:tav tm="100000">
                                              <p:val>
                                                <p:strVal val="#ppt_w"/>
                                              </p:val>
                                            </p:tav>
                                          </p:tavLst>
                                        </p:anim>
                                        <p:anim calcmode="lin" valueType="num">
                                          <p:cBhvr>
                                            <p:cTn id="73" dur="500" fill="hold"/>
                                            <p:tgtEl>
                                              <p:spTgt spid="113"/>
                                            </p:tgtEl>
                                            <p:attrNameLst>
                                              <p:attrName>ppt_h</p:attrName>
                                            </p:attrNameLst>
                                          </p:cBhvr>
                                          <p:tavLst>
                                            <p:tav tm="0">
                                              <p:val>
                                                <p:fltVal val="0"/>
                                              </p:val>
                                            </p:tav>
                                            <p:tav tm="100000">
                                              <p:val>
                                                <p:strVal val="#ppt_h"/>
                                              </p:val>
                                            </p:tav>
                                          </p:tavLst>
                                        </p:anim>
                                        <p:animEffect transition="in" filter="fade">
                                          <p:cBhvr>
                                            <p:cTn id="74" dur="500"/>
                                            <p:tgtEl>
                                              <p:spTgt spid="113"/>
                                            </p:tgtEl>
                                          </p:cBhvr>
                                        </p:animEffect>
                                      </p:childTnLst>
                                    </p:cTn>
                                  </p:par>
                                </p:childTnLst>
                              </p:cTn>
                            </p:par>
                            <p:par>
                              <p:cTn id="75" fill="hold">
                                <p:stCondLst>
                                  <p:cond delay="9100"/>
                                </p:stCondLst>
                                <p:childTnLst>
                                  <p:par>
                                    <p:cTn id="76" presetID="2" presetClass="entr" presetSubtype="4" accel="60000" fill="hold" nodeType="afterEffect" p14:presetBounceEnd="40000">
                                      <p:stCondLst>
                                        <p:cond delay="0"/>
                                      </p:stCondLst>
                                      <p:childTnLst>
                                        <p:set>
                                          <p:cBhvr>
                                            <p:cTn id="77" dur="1" fill="hold">
                                              <p:stCondLst>
                                                <p:cond delay="0"/>
                                              </p:stCondLst>
                                            </p:cTn>
                                            <p:tgtEl>
                                              <p:spTgt spid="93"/>
                                            </p:tgtEl>
                                            <p:attrNameLst>
                                              <p:attrName>style.visibility</p:attrName>
                                            </p:attrNameLst>
                                          </p:cBhvr>
                                          <p:to>
                                            <p:strVal val="visible"/>
                                          </p:to>
                                        </p:set>
                                        <p:anim calcmode="lin" valueType="num" p14:bounceEnd="40000">
                                          <p:cBhvr additive="base">
                                            <p:cTn id="78" dur="500" fill="hold"/>
                                            <p:tgtEl>
                                              <p:spTgt spid="93"/>
                                            </p:tgtEl>
                                            <p:attrNameLst>
                                              <p:attrName>ppt_x</p:attrName>
                                            </p:attrNameLst>
                                          </p:cBhvr>
                                          <p:tavLst>
                                            <p:tav tm="0">
                                              <p:val>
                                                <p:strVal val="#ppt_x"/>
                                              </p:val>
                                            </p:tav>
                                            <p:tav tm="100000">
                                              <p:val>
                                                <p:strVal val="#ppt_x"/>
                                              </p:val>
                                            </p:tav>
                                          </p:tavLst>
                                        </p:anim>
                                        <p:anim calcmode="lin" valueType="num" p14:bounceEnd="40000">
                                          <p:cBhvr additive="base">
                                            <p:cTn id="79" dur="500" fill="hold"/>
                                            <p:tgtEl>
                                              <p:spTgt spid="93"/>
                                            </p:tgtEl>
                                            <p:attrNameLst>
                                              <p:attrName>ppt_y</p:attrName>
                                            </p:attrNameLst>
                                          </p:cBhvr>
                                          <p:tavLst>
                                            <p:tav tm="0">
                                              <p:val>
                                                <p:strVal val="1+#ppt_h/2"/>
                                              </p:val>
                                            </p:tav>
                                            <p:tav tm="100000">
                                              <p:val>
                                                <p:strVal val="#ppt_y"/>
                                              </p:val>
                                            </p:tav>
                                          </p:tavLst>
                                        </p:anim>
                                      </p:childTnLst>
                                    </p:cTn>
                                  </p:par>
                                  <p:par>
                                    <p:cTn id="80" presetID="53" presetClass="entr" presetSubtype="16" fill="hold" grpId="0" nodeType="withEffect">
                                      <p:stCondLst>
                                        <p:cond delay="0"/>
                                      </p:stCondLst>
                                      <p:iterate type="lt">
                                        <p:tmPct val="10000"/>
                                      </p:iterate>
                                      <p:childTnLst>
                                        <p:set>
                                          <p:cBhvr>
                                            <p:cTn id="81" dur="1" fill="hold">
                                              <p:stCondLst>
                                                <p:cond delay="0"/>
                                              </p:stCondLst>
                                            </p:cTn>
                                            <p:tgtEl>
                                              <p:spTgt spid="115"/>
                                            </p:tgtEl>
                                            <p:attrNameLst>
                                              <p:attrName>style.visibility</p:attrName>
                                            </p:attrNameLst>
                                          </p:cBhvr>
                                          <p:to>
                                            <p:strVal val="visible"/>
                                          </p:to>
                                        </p:set>
                                        <p:anim calcmode="lin" valueType="num">
                                          <p:cBhvr>
                                            <p:cTn id="82" dur="500" fill="hold"/>
                                            <p:tgtEl>
                                              <p:spTgt spid="115"/>
                                            </p:tgtEl>
                                            <p:attrNameLst>
                                              <p:attrName>ppt_w</p:attrName>
                                            </p:attrNameLst>
                                          </p:cBhvr>
                                          <p:tavLst>
                                            <p:tav tm="0">
                                              <p:val>
                                                <p:fltVal val="0"/>
                                              </p:val>
                                            </p:tav>
                                            <p:tav tm="100000">
                                              <p:val>
                                                <p:strVal val="#ppt_w"/>
                                              </p:val>
                                            </p:tav>
                                          </p:tavLst>
                                        </p:anim>
                                        <p:anim calcmode="lin" valueType="num">
                                          <p:cBhvr>
                                            <p:cTn id="83" dur="500" fill="hold"/>
                                            <p:tgtEl>
                                              <p:spTgt spid="115"/>
                                            </p:tgtEl>
                                            <p:attrNameLst>
                                              <p:attrName>ppt_h</p:attrName>
                                            </p:attrNameLst>
                                          </p:cBhvr>
                                          <p:tavLst>
                                            <p:tav tm="0">
                                              <p:val>
                                                <p:fltVal val="0"/>
                                              </p:val>
                                            </p:tav>
                                            <p:tav tm="100000">
                                              <p:val>
                                                <p:strVal val="#ppt_h"/>
                                              </p:val>
                                            </p:tav>
                                          </p:tavLst>
                                        </p:anim>
                                        <p:animEffect transition="in" filter="fade">
                                          <p:cBhvr>
                                            <p:cTn id="84" dur="500"/>
                                            <p:tgtEl>
                                              <p:spTgt spid="115"/>
                                            </p:tgtEl>
                                          </p:cBhvr>
                                        </p:animEffect>
                                      </p:childTnLst>
                                    </p:cTn>
                                  </p:par>
                                </p:childTnLst>
                              </p:cTn>
                            </p:par>
                            <p:par>
                              <p:cTn id="85" fill="hold">
                                <p:stCondLst>
                                  <p:cond delay="11000"/>
                                </p:stCondLst>
                                <p:childTnLst>
                                  <p:par>
                                    <p:cTn id="86" presetID="2" presetClass="entr" presetSubtype="4" accel="60000" fill="hold" nodeType="afterEffect" p14:presetBounceEnd="40000">
                                      <p:stCondLst>
                                        <p:cond delay="0"/>
                                      </p:stCondLst>
                                      <p:childTnLst>
                                        <p:set>
                                          <p:cBhvr>
                                            <p:cTn id="87" dur="1" fill="hold">
                                              <p:stCondLst>
                                                <p:cond delay="0"/>
                                              </p:stCondLst>
                                            </p:cTn>
                                            <p:tgtEl>
                                              <p:spTgt spid="105"/>
                                            </p:tgtEl>
                                            <p:attrNameLst>
                                              <p:attrName>style.visibility</p:attrName>
                                            </p:attrNameLst>
                                          </p:cBhvr>
                                          <p:to>
                                            <p:strVal val="visible"/>
                                          </p:to>
                                        </p:set>
                                        <p:anim calcmode="lin" valueType="num" p14:bounceEnd="40000">
                                          <p:cBhvr additive="base">
                                            <p:cTn id="88" dur="500" fill="hold"/>
                                            <p:tgtEl>
                                              <p:spTgt spid="105"/>
                                            </p:tgtEl>
                                            <p:attrNameLst>
                                              <p:attrName>ppt_x</p:attrName>
                                            </p:attrNameLst>
                                          </p:cBhvr>
                                          <p:tavLst>
                                            <p:tav tm="0">
                                              <p:val>
                                                <p:strVal val="#ppt_x"/>
                                              </p:val>
                                            </p:tav>
                                            <p:tav tm="100000">
                                              <p:val>
                                                <p:strVal val="#ppt_x"/>
                                              </p:val>
                                            </p:tav>
                                          </p:tavLst>
                                        </p:anim>
                                        <p:anim calcmode="lin" valueType="num" p14:bounceEnd="40000">
                                          <p:cBhvr additive="base">
                                            <p:cTn id="89" dur="500" fill="hold"/>
                                            <p:tgtEl>
                                              <p:spTgt spid="105"/>
                                            </p:tgtEl>
                                            <p:attrNameLst>
                                              <p:attrName>ppt_y</p:attrName>
                                            </p:attrNameLst>
                                          </p:cBhvr>
                                          <p:tavLst>
                                            <p:tav tm="0">
                                              <p:val>
                                                <p:strVal val="1+#ppt_h/2"/>
                                              </p:val>
                                            </p:tav>
                                            <p:tav tm="100000">
                                              <p:val>
                                                <p:strVal val="#ppt_y"/>
                                              </p:val>
                                            </p:tav>
                                          </p:tavLst>
                                        </p:anim>
                                      </p:childTnLst>
                                    </p:cTn>
                                  </p:par>
                                  <p:par>
                                    <p:cTn id="90" presetID="53" presetClass="entr" presetSubtype="16" fill="hold" grpId="0" nodeType="withEffect">
                                      <p:stCondLst>
                                        <p:cond delay="0"/>
                                      </p:stCondLst>
                                      <p:iterate type="lt">
                                        <p:tmPct val="10000"/>
                                      </p:iterate>
                                      <p:childTnLst>
                                        <p:set>
                                          <p:cBhvr>
                                            <p:cTn id="91" dur="1" fill="hold">
                                              <p:stCondLst>
                                                <p:cond delay="0"/>
                                              </p:stCondLst>
                                            </p:cTn>
                                            <p:tgtEl>
                                              <p:spTgt spid="117"/>
                                            </p:tgtEl>
                                            <p:attrNameLst>
                                              <p:attrName>style.visibility</p:attrName>
                                            </p:attrNameLst>
                                          </p:cBhvr>
                                          <p:to>
                                            <p:strVal val="visible"/>
                                          </p:to>
                                        </p:set>
                                        <p:anim calcmode="lin" valueType="num">
                                          <p:cBhvr>
                                            <p:cTn id="92" dur="500" fill="hold"/>
                                            <p:tgtEl>
                                              <p:spTgt spid="117"/>
                                            </p:tgtEl>
                                            <p:attrNameLst>
                                              <p:attrName>ppt_w</p:attrName>
                                            </p:attrNameLst>
                                          </p:cBhvr>
                                          <p:tavLst>
                                            <p:tav tm="0">
                                              <p:val>
                                                <p:fltVal val="0"/>
                                              </p:val>
                                            </p:tav>
                                            <p:tav tm="100000">
                                              <p:val>
                                                <p:strVal val="#ppt_w"/>
                                              </p:val>
                                            </p:tav>
                                          </p:tavLst>
                                        </p:anim>
                                        <p:anim calcmode="lin" valueType="num">
                                          <p:cBhvr>
                                            <p:cTn id="93" dur="500" fill="hold"/>
                                            <p:tgtEl>
                                              <p:spTgt spid="117"/>
                                            </p:tgtEl>
                                            <p:attrNameLst>
                                              <p:attrName>ppt_h</p:attrName>
                                            </p:attrNameLst>
                                          </p:cBhvr>
                                          <p:tavLst>
                                            <p:tav tm="0">
                                              <p:val>
                                                <p:fltVal val="0"/>
                                              </p:val>
                                            </p:tav>
                                            <p:tav tm="100000">
                                              <p:val>
                                                <p:strVal val="#ppt_h"/>
                                              </p:val>
                                            </p:tav>
                                          </p:tavLst>
                                        </p:anim>
                                        <p:animEffect transition="in" filter="fade">
                                          <p:cBhvr>
                                            <p:cTn id="94" dur="500"/>
                                            <p:tgtEl>
                                              <p:spTgt spid="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animBg="1"/>
          <p:bldP spid="112" grpId="0"/>
          <p:bldP spid="113" grpId="0"/>
          <p:bldP spid="114" grpId="0"/>
          <p:bldP spid="115" grpId="0"/>
          <p:bldP spid="116" grpId="0"/>
          <p:bldP spid="117"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nodeType="withEffect">
                                      <p:stCondLst>
                                        <p:cond delay="20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par>
                                    <p:cTn id="15" presetID="53" presetClass="entr" presetSubtype="16" fill="hold" nodeType="withEffect">
                                      <p:stCondLst>
                                        <p:cond delay="400"/>
                                      </p:stCondLst>
                                      <p:childTnLst>
                                        <p:set>
                                          <p:cBhvr>
                                            <p:cTn id="16" dur="1" fill="hold">
                                              <p:stCondLst>
                                                <p:cond delay="0"/>
                                              </p:stCondLst>
                                            </p:cTn>
                                            <p:tgtEl>
                                              <p:spTgt spid="10"/>
                                            </p:tgtEl>
                                            <p:attrNameLst>
                                              <p:attrName>style.visibility</p:attrName>
                                            </p:attrNameLst>
                                          </p:cBhvr>
                                          <p:to>
                                            <p:strVal val="visible"/>
                                          </p:to>
                                        </p:set>
                                        <p:anim calcmode="lin" valueType="num">
                                          <p:cBhvr>
                                            <p:cTn id="17" dur="500" fill="hold"/>
                                            <p:tgtEl>
                                              <p:spTgt spid="10"/>
                                            </p:tgtEl>
                                            <p:attrNameLst>
                                              <p:attrName>ppt_w</p:attrName>
                                            </p:attrNameLst>
                                          </p:cBhvr>
                                          <p:tavLst>
                                            <p:tav tm="0">
                                              <p:val>
                                                <p:fltVal val="0"/>
                                              </p:val>
                                            </p:tav>
                                            <p:tav tm="100000">
                                              <p:val>
                                                <p:strVal val="#ppt_w"/>
                                              </p:val>
                                            </p:tav>
                                          </p:tavLst>
                                        </p:anim>
                                        <p:anim calcmode="lin" valueType="num">
                                          <p:cBhvr>
                                            <p:cTn id="18" dur="500" fill="hold"/>
                                            <p:tgtEl>
                                              <p:spTgt spid="10"/>
                                            </p:tgtEl>
                                            <p:attrNameLst>
                                              <p:attrName>ppt_h</p:attrName>
                                            </p:attrNameLst>
                                          </p:cBhvr>
                                          <p:tavLst>
                                            <p:tav tm="0">
                                              <p:val>
                                                <p:fltVal val="0"/>
                                              </p:val>
                                            </p:tav>
                                            <p:tav tm="100000">
                                              <p:val>
                                                <p:strVal val="#ppt_h"/>
                                              </p:val>
                                            </p:tav>
                                          </p:tavLst>
                                        </p:anim>
                                        <p:animEffect transition="in" filter="fade">
                                          <p:cBhvr>
                                            <p:cTn id="19" dur="500"/>
                                            <p:tgtEl>
                                              <p:spTgt spid="10"/>
                                            </p:tgtEl>
                                          </p:cBhvr>
                                        </p:animEffect>
                                      </p:childTnLst>
                                    </p:cTn>
                                  </p:par>
                                  <p:par>
                                    <p:cTn id="20" presetID="53" presetClass="entr" presetSubtype="16" fill="hold" nodeType="withEffect">
                                      <p:stCondLst>
                                        <p:cond delay="600"/>
                                      </p:stCondLst>
                                      <p:childTnLst>
                                        <p:set>
                                          <p:cBhvr>
                                            <p:cTn id="21" dur="1" fill="hold">
                                              <p:stCondLst>
                                                <p:cond delay="0"/>
                                              </p:stCondLst>
                                            </p:cTn>
                                            <p:tgtEl>
                                              <p:spTgt spid="13"/>
                                            </p:tgtEl>
                                            <p:attrNameLst>
                                              <p:attrName>style.visibility</p:attrName>
                                            </p:attrNameLst>
                                          </p:cBhvr>
                                          <p:to>
                                            <p:strVal val="visible"/>
                                          </p:to>
                                        </p:set>
                                        <p:anim calcmode="lin" valueType="num">
                                          <p:cBhvr>
                                            <p:cTn id="22" dur="500" fill="hold"/>
                                            <p:tgtEl>
                                              <p:spTgt spid="13"/>
                                            </p:tgtEl>
                                            <p:attrNameLst>
                                              <p:attrName>ppt_w</p:attrName>
                                            </p:attrNameLst>
                                          </p:cBhvr>
                                          <p:tavLst>
                                            <p:tav tm="0">
                                              <p:val>
                                                <p:fltVal val="0"/>
                                              </p:val>
                                            </p:tav>
                                            <p:tav tm="100000">
                                              <p:val>
                                                <p:strVal val="#ppt_w"/>
                                              </p:val>
                                            </p:tav>
                                          </p:tavLst>
                                        </p:anim>
                                        <p:anim calcmode="lin" valueType="num">
                                          <p:cBhvr>
                                            <p:cTn id="23" dur="500" fill="hold"/>
                                            <p:tgtEl>
                                              <p:spTgt spid="13"/>
                                            </p:tgtEl>
                                            <p:attrNameLst>
                                              <p:attrName>ppt_h</p:attrName>
                                            </p:attrNameLst>
                                          </p:cBhvr>
                                          <p:tavLst>
                                            <p:tav tm="0">
                                              <p:val>
                                                <p:fltVal val="0"/>
                                              </p:val>
                                            </p:tav>
                                            <p:tav tm="100000">
                                              <p:val>
                                                <p:strVal val="#ppt_h"/>
                                              </p:val>
                                            </p:tav>
                                          </p:tavLst>
                                        </p:anim>
                                        <p:animEffect transition="in" filter="fade">
                                          <p:cBhvr>
                                            <p:cTn id="24" dur="500"/>
                                            <p:tgtEl>
                                              <p:spTgt spid="13"/>
                                            </p:tgtEl>
                                          </p:cBhvr>
                                        </p:animEffect>
                                      </p:childTnLst>
                                    </p:cTn>
                                  </p:par>
                                  <p:par>
                                    <p:cTn id="25" presetID="53" presetClass="entr" presetSubtype="16" fill="hold" nodeType="withEffect">
                                      <p:stCondLst>
                                        <p:cond delay="800"/>
                                      </p:stCondLst>
                                      <p:childTnLst>
                                        <p:set>
                                          <p:cBhvr>
                                            <p:cTn id="26" dur="1" fill="hold">
                                              <p:stCondLst>
                                                <p:cond delay="0"/>
                                              </p:stCondLst>
                                            </p:cTn>
                                            <p:tgtEl>
                                              <p:spTgt spid="16"/>
                                            </p:tgtEl>
                                            <p:attrNameLst>
                                              <p:attrName>style.visibility</p:attrName>
                                            </p:attrNameLst>
                                          </p:cBhvr>
                                          <p:to>
                                            <p:strVal val="visible"/>
                                          </p:to>
                                        </p:set>
                                        <p:anim calcmode="lin" valueType="num">
                                          <p:cBhvr>
                                            <p:cTn id="27" dur="500" fill="hold"/>
                                            <p:tgtEl>
                                              <p:spTgt spid="16"/>
                                            </p:tgtEl>
                                            <p:attrNameLst>
                                              <p:attrName>ppt_w</p:attrName>
                                            </p:attrNameLst>
                                          </p:cBhvr>
                                          <p:tavLst>
                                            <p:tav tm="0">
                                              <p:val>
                                                <p:fltVal val="0"/>
                                              </p:val>
                                            </p:tav>
                                            <p:tav tm="100000">
                                              <p:val>
                                                <p:strVal val="#ppt_w"/>
                                              </p:val>
                                            </p:tav>
                                          </p:tavLst>
                                        </p:anim>
                                        <p:anim calcmode="lin" valueType="num">
                                          <p:cBhvr>
                                            <p:cTn id="28" dur="500" fill="hold"/>
                                            <p:tgtEl>
                                              <p:spTgt spid="16"/>
                                            </p:tgtEl>
                                            <p:attrNameLst>
                                              <p:attrName>ppt_h</p:attrName>
                                            </p:attrNameLst>
                                          </p:cBhvr>
                                          <p:tavLst>
                                            <p:tav tm="0">
                                              <p:val>
                                                <p:fltVal val="0"/>
                                              </p:val>
                                            </p:tav>
                                            <p:tav tm="100000">
                                              <p:val>
                                                <p:strVal val="#ppt_h"/>
                                              </p:val>
                                            </p:tav>
                                          </p:tavLst>
                                        </p:anim>
                                        <p:animEffect transition="in" filter="fade">
                                          <p:cBhvr>
                                            <p:cTn id="29" dur="500"/>
                                            <p:tgtEl>
                                              <p:spTgt spid="16"/>
                                            </p:tgtEl>
                                          </p:cBhvr>
                                        </p:animEffect>
                                      </p:childTnLst>
                                    </p:cTn>
                                  </p:par>
                                  <p:par>
                                    <p:cTn id="30" presetID="53" presetClass="entr" presetSubtype="16" fill="hold" nodeType="withEffect">
                                      <p:stCondLst>
                                        <p:cond delay="1000"/>
                                      </p:stCondLst>
                                      <p:childTnLst>
                                        <p:set>
                                          <p:cBhvr>
                                            <p:cTn id="31" dur="1" fill="hold">
                                              <p:stCondLst>
                                                <p:cond delay="0"/>
                                              </p:stCondLst>
                                            </p:cTn>
                                            <p:tgtEl>
                                              <p:spTgt spid="19"/>
                                            </p:tgtEl>
                                            <p:attrNameLst>
                                              <p:attrName>style.visibility</p:attrName>
                                            </p:attrNameLst>
                                          </p:cBhvr>
                                          <p:to>
                                            <p:strVal val="visible"/>
                                          </p:to>
                                        </p:set>
                                        <p:anim calcmode="lin" valueType="num">
                                          <p:cBhvr>
                                            <p:cTn id="32" dur="500" fill="hold"/>
                                            <p:tgtEl>
                                              <p:spTgt spid="19"/>
                                            </p:tgtEl>
                                            <p:attrNameLst>
                                              <p:attrName>ppt_w</p:attrName>
                                            </p:attrNameLst>
                                          </p:cBhvr>
                                          <p:tavLst>
                                            <p:tav tm="0">
                                              <p:val>
                                                <p:fltVal val="0"/>
                                              </p:val>
                                            </p:tav>
                                            <p:tav tm="100000">
                                              <p:val>
                                                <p:strVal val="#ppt_w"/>
                                              </p:val>
                                            </p:tav>
                                          </p:tavLst>
                                        </p:anim>
                                        <p:anim calcmode="lin" valueType="num">
                                          <p:cBhvr>
                                            <p:cTn id="33" dur="500" fill="hold"/>
                                            <p:tgtEl>
                                              <p:spTgt spid="19"/>
                                            </p:tgtEl>
                                            <p:attrNameLst>
                                              <p:attrName>ppt_h</p:attrName>
                                            </p:attrNameLst>
                                          </p:cBhvr>
                                          <p:tavLst>
                                            <p:tav tm="0">
                                              <p:val>
                                                <p:fltVal val="0"/>
                                              </p:val>
                                            </p:tav>
                                            <p:tav tm="100000">
                                              <p:val>
                                                <p:strVal val="#ppt_h"/>
                                              </p:val>
                                            </p:tav>
                                          </p:tavLst>
                                        </p:anim>
                                        <p:animEffect transition="in" filter="fade">
                                          <p:cBhvr>
                                            <p:cTn id="34" dur="500"/>
                                            <p:tgtEl>
                                              <p:spTgt spid="19"/>
                                            </p:tgtEl>
                                          </p:cBhvr>
                                        </p:animEffect>
                                      </p:childTnLst>
                                    </p:cTn>
                                  </p:par>
                                </p:childTnLst>
                              </p:cTn>
                            </p:par>
                            <p:par>
                              <p:cTn id="35" fill="hold">
                                <p:stCondLst>
                                  <p:cond delay="1500"/>
                                </p:stCondLst>
                                <p:childTnLst>
                                  <p:par>
                                    <p:cTn id="36" presetID="2" presetClass="entr" presetSubtype="4" accel="60000" fill="hold" nodeType="afterEffect">
                                      <p:stCondLst>
                                        <p:cond delay="0"/>
                                      </p:stCondLst>
                                      <p:childTnLst>
                                        <p:set>
                                          <p:cBhvr>
                                            <p:cTn id="37" dur="1" fill="hold">
                                              <p:stCondLst>
                                                <p:cond delay="0"/>
                                              </p:stCondLst>
                                            </p:cTn>
                                            <p:tgtEl>
                                              <p:spTgt spid="22"/>
                                            </p:tgtEl>
                                            <p:attrNameLst>
                                              <p:attrName>style.visibility</p:attrName>
                                            </p:attrNameLst>
                                          </p:cBhvr>
                                          <p:to>
                                            <p:strVal val="visible"/>
                                          </p:to>
                                        </p:set>
                                        <p:anim calcmode="lin" valueType="num">
                                          <p:cBhvr additive="base">
                                            <p:cTn id="38" dur="500" fill="hold"/>
                                            <p:tgtEl>
                                              <p:spTgt spid="22"/>
                                            </p:tgtEl>
                                            <p:attrNameLst>
                                              <p:attrName>ppt_x</p:attrName>
                                            </p:attrNameLst>
                                          </p:cBhvr>
                                          <p:tavLst>
                                            <p:tav tm="0">
                                              <p:val>
                                                <p:strVal val="#ppt_x"/>
                                              </p:val>
                                            </p:tav>
                                            <p:tav tm="100000">
                                              <p:val>
                                                <p:strVal val="#ppt_x"/>
                                              </p:val>
                                            </p:tav>
                                          </p:tavLst>
                                        </p:anim>
                                        <p:anim calcmode="lin" valueType="num">
                                          <p:cBhvr additive="base">
                                            <p:cTn id="39" dur="500" fill="hold"/>
                                            <p:tgtEl>
                                              <p:spTgt spid="22"/>
                                            </p:tgtEl>
                                            <p:attrNameLst>
                                              <p:attrName>ppt_y</p:attrName>
                                            </p:attrNameLst>
                                          </p:cBhvr>
                                          <p:tavLst>
                                            <p:tav tm="0">
                                              <p:val>
                                                <p:strVal val="1+#ppt_h/2"/>
                                              </p:val>
                                            </p:tav>
                                            <p:tav tm="100000">
                                              <p:val>
                                                <p:strVal val="#ppt_y"/>
                                              </p:val>
                                            </p:tav>
                                          </p:tavLst>
                                        </p:anim>
                                      </p:childTnLst>
                                    </p:cTn>
                                  </p:par>
                                  <p:par>
                                    <p:cTn id="40" presetID="53" presetClass="entr" presetSubtype="16" fill="hold" grpId="0" nodeType="withEffect">
                                      <p:stCondLst>
                                        <p:cond delay="0"/>
                                      </p:stCondLst>
                                      <p:iterate type="lt">
                                        <p:tmPct val="10000"/>
                                      </p:iterate>
                                      <p:childTnLst>
                                        <p:set>
                                          <p:cBhvr>
                                            <p:cTn id="41" dur="1" fill="hold">
                                              <p:stCondLst>
                                                <p:cond delay="0"/>
                                              </p:stCondLst>
                                            </p:cTn>
                                            <p:tgtEl>
                                              <p:spTgt spid="112"/>
                                            </p:tgtEl>
                                            <p:attrNameLst>
                                              <p:attrName>style.visibility</p:attrName>
                                            </p:attrNameLst>
                                          </p:cBhvr>
                                          <p:to>
                                            <p:strVal val="visible"/>
                                          </p:to>
                                        </p:set>
                                        <p:anim calcmode="lin" valueType="num">
                                          <p:cBhvr>
                                            <p:cTn id="42" dur="500" fill="hold"/>
                                            <p:tgtEl>
                                              <p:spTgt spid="112"/>
                                            </p:tgtEl>
                                            <p:attrNameLst>
                                              <p:attrName>ppt_w</p:attrName>
                                            </p:attrNameLst>
                                          </p:cBhvr>
                                          <p:tavLst>
                                            <p:tav tm="0">
                                              <p:val>
                                                <p:fltVal val="0"/>
                                              </p:val>
                                            </p:tav>
                                            <p:tav tm="100000">
                                              <p:val>
                                                <p:strVal val="#ppt_w"/>
                                              </p:val>
                                            </p:tav>
                                          </p:tavLst>
                                        </p:anim>
                                        <p:anim calcmode="lin" valueType="num">
                                          <p:cBhvr>
                                            <p:cTn id="43" dur="500" fill="hold"/>
                                            <p:tgtEl>
                                              <p:spTgt spid="112"/>
                                            </p:tgtEl>
                                            <p:attrNameLst>
                                              <p:attrName>ppt_h</p:attrName>
                                            </p:attrNameLst>
                                          </p:cBhvr>
                                          <p:tavLst>
                                            <p:tav tm="0">
                                              <p:val>
                                                <p:fltVal val="0"/>
                                              </p:val>
                                            </p:tav>
                                            <p:tav tm="100000">
                                              <p:val>
                                                <p:strVal val="#ppt_h"/>
                                              </p:val>
                                            </p:tav>
                                          </p:tavLst>
                                        </p:anim>
                                        <p:animEffect transition="in" filter="fade">
                                          <p:cBhvr>
                                            <p:cTn id="44" dur="500"/>
                                            <p:tgtEl>
                                              <p:spTgt spid="112"/>
                                            </p:tgtEl>
                                          </p:cBhvr>
                                        </p:animEffect>
                                      </p:childTnLst>
                                    </p:cTn>
                                  </p:par>
                                </p:childTnLst>
                              </p:cTn>
                            </p:par>
                            <p:par>
                              <p:cTn id="45" fill="hold">
                                <p:stCondLst>
                                  <p:cond delay="3400"/>
                                </p:stCondLst>
                                <p:childTnLst>
                                  <p:par>
                                    <p:cTn id="46" presetID="2" presetClass="entr" presetSubtype="4" accel="60000" fill="hold" nodeType="afterEffect">
                                      <p:stCondLst>
                                        <p:cond delay="0"/>
                                      </p:stCondLst>
                                      <p:childTnLst>
                                        <p:set>
                                          <p:cBhvr>
                                            <p:cTn id="47" dur="1" fill="hold">
                                              <p:stCondLst>
                                                <p:cond delay="0"/>
                                              </p:stCondLst>
                                            </p:cTn>
                                            <p:tgtEl>
                                              <p:spTgt spid="83"/>
                                            </p:tgtEl>
                                            <p:attrNameLst>
                                              <p:attrName>style.visibility</p:attrName>
                                            </p:attrNameLst>
                                          </p:cBhvr>
                                          <p:to>
                                            <p:strVal val="visible"/>
                                          </p:to>
                                        </p:set>
                                        <p:anim calcmode="lin" valueType="num">
                                          <p:cBhvr additive="base">
                                            <p:cTn id="48" dur="500" fill="hold"/>
                                            <p:tgtEl>
                                              <p:spTgt spid="83"/>
                                            </p:tgtEl>
                                            <p:attrNameLst>
                                              <p:attrName>ppt_x</p:attrName>
                                            </p:attrNameLst>
                                          </p:cBhvr>
                                          <p:tavLst>
                                            <p:tav tm="0">
                                              <p:val>
                                                <p:strVal val="#ppt_x"/>
                                              </p:val>
                                            </p:tav>
                                            <p:tav tm="100000">
                                              <p:val>
                                                <p:strVal val="#ppt_x"/>
                                              </p:val>
                                            </p:tav>
                                          </p:tavLst>
                                        </p:anim>
                                        <p:anim calcmode="lin" valueType="num">
                                          <p:cBhvr additive="base">
                                            <p:cTn id="49" dur="500" fill="hold"/>
                                            <p:tgtEl>
                                              <p:spTgt spid="83"/>
                                            </p:tgtEl>
                                            <p:attrNameLst>
                                              <p:attrName>ppt_y</p:attrName>
                                            </p:attrNameLst>
                                          </p:cBhvr>
                                          <p:tavLst>
                                            <p:tav tm="0">
                                              <p:val>
                                                <p:strVal val="1+#ppt_h/2"/>
                                              </p:val>
                                            </p:tav>
                                            <p:tav tm="100000">
                                              <p:val>
                                                <p:strVal val="#ppt_y"/>
                                              </p:val>
                                            </p:tav>
                                          </p:tavLst>
                                        </p:anim>
                                      </p:childTnLst>
                                    </p:cTn>
                                  </p:par>
                                  <p:par>
                                    <p:cTn id="50" presetID="53" presetClass="entr" presetSubtype="16" fill="hold" grpId="0" nodeType="withEffect">
                                      <p:stCondLst>
                                        <p:cond delay="0"/>
                                      </p:stCondLst>
                                      <p:iterate type="lt">
                                        <p:tmPct val="10000"/>
                                      </p:iterate>
                                      <p:childTnLst>
                                        <p:set>
                                          <p:cBhvr>
                                            <p:cTn id="51" dur="1" fill="hold">
                                              <p:stCondLst>
                                                <p:cond delay="0"/>
                                              </p:stCondLst>
                                            </p:cTn>
                                            <p:tgtEl>
                                              <p:spTgt spid="114"/>
                                            </p:tgtEl>
                                            <p:attrNameLst>
                                              <p:attrName>style.visibility</p:attrName>
                                            </p:attrNameLst>
                                          </p:cBhvr>
                                          <p:to>
                                            <p:strVal val="visible"/>
                                          </p:to>
                                        </p:set>
                                        <p:anim calcmode="lin" valueType="num">
                                          <p:cBhvr>
                                            <p:cTn id="52" dur="500" fill="hold"/>
                                            <p:tgtEl>
                                              <p:spTgt spid="114"/>
                                            </p:tgtEl>
                                            <p:attrNameLst>
                                              <p:attrName>ppt_w</p:attrName>
                                            </p:attrNameLst>
                                          </p:cBhvr>
                                          <p:tavLst>
                                            <p:tav tm="0">
                                              <p:val>
                                                <p:fltVal val="0"/>
                                              </p:val>
                                            </p:tav>
                                            <p:tav tm="100000">
                                              <p:val>
                                                <p:strVal val="#ppt_w"/>
                                              </p:val>
                                            </p:tav>
                                          </p:tavLst>
                                        </p:anim>
                                        <p:anim calcmode="lin" valueType="num">
                                          <p:cBhvr>
                                            <p:cTn id="53" dur="500" fill="hold"/>
                                            <p:tgtEl>
                                              <p:spTgt spid="114"/>
                                            </p:tgtEl>
                                            <p:attrNameLst>
                                              <p:attrName>ppt_h</p:attrName>
                                            </p:attrNameLst>
                                          </p:cBhvr>
                                          <p:tavLst>
                                            <p:tav tm="0">
                                              <p:val>
                                                <p:fltVal val="0"/>
                                              </p:val>
                                            </p:tav>
                                            <p:tav tm="100000">
                                              <p:val>
                                                <p:strVal val="#ppt_h"/>
                                              </p:val>
                                            </p:tav>
                                          </p:tavLst>
                                        </p:anim>
                                        <p:animEffect transition="in" filter="fade">
                                          <p:cBhvr>
                                            <p:cTn id="54" dur="500"/>
                                            <p:tgtEl>
                                              <p:spTgt spid="114"/>
                                            </p:tgtEl>
                                          </p:cBhvr>
                                        </p:animEffect>
                                      </p:childTnLst>
                                    </p:cTn>
                                  </p:par>
                                </p:childTnLst>
                              </p:cTn>
                            </p:par>
                            <p:par>
                              <p:cTn id="55" fill="hold">
                                <p:stCondLst>
                                  <p:cond delay="5300"/>
                                </p:stCondLst>
                                <p:childTnLst>
                                  <p:par>
                                    <p:cTn id="56" presetID="2" presetClass="entr" presetSubtype="4" accel="60000" fill="hold" nodeType="afterEffect">
                                      <p:stCondLst>
                                        <p:cond delay="0"/>
                                      </p:stCondLst>
                                      <p:childTnLst>
                                        <p:set>
                                          <p:cBhvr>
                                            <p:cTn id="57" dur="1" fill="hold">
                                              <p:stCondLst>
                                                <p:cond delay="0"/>
                                              </p:stCondLst>
                                            </p:cTn>
                                            <p:tgtEl>
                                              <p:spTgt spid="89"/>
                                            </p:tgtEl>
                                            <p:attrNameLst>
                                              <p:attrName>style.visibility</p:attrName>
                                            </p:attrNameLst>
                                          </p:cBhvr>
                                          <p:to>
                                            <p:strVal val="visible"/>
                                          </p:to>
                                        </p:set>
                                        <p:anim calcmode="lin" valueType="num">
                                          <p:cBhvr additive="base">
                                            <p:cTn id="58" dur="500" fill="hold"/>
                                            <p:tgtEl>
                                              <p:spTgt spid="89"/>
                                            </p:tgtEl>
                                            <p:attrNameLst>
                                              <p:attrName>ppt_x</p:attrName>
                                            </p:attrNameLst>
                                          </p:cBhvr>
                                          <p:tavLst>
                                            <p:tav tm="0">
                                              <p:val>
                                                <p:strVal val="#ppt_x"/>
                                              </p:val>
                                            </p:tav>
                                            <p:tav tm="100000">
                                              <p:val>
                                                <p:strVal val="#ppt_x"/>
                                              </p:val>
                                            </p:tav>
                                          </p:tavLst>
                                        </p:anim>
                                        <p:anim calcmode="lin" valueType="num">
                                          <p:cBhvr additive="base">
                                            <p:cTn id="59" dur="500" fill="hold"/>
                                            <p:tgtEl>
                                              <p:spTgt spid="89"/>
                                            </p:tgtEl>
                                            <p:attrNameLst>
                                              <p:attrName>ppt_y</p:attrName>
                                            </p:attrNameLst>
                                          </p:cBhvr>
                                          <p:tavLst>
                                            <p:tav tm="0">
                                              <p:val>
                                                <p:strVal val="1+#ppt_h/2"/>
                                              </p:val>
                                            </p:tav>
                                            <p:tav tm="100000">
                                              <p:val>
                                                <p:strVal val="#ppt_y"/>
                                              </p:val>
                                            </p:tav>
                                          </p:tavLst>
                                        </p:anim>
                                      </p:childTnLst>
                                    </p:cTn>
                                  </p:par>
                                  <p:par>
                                    <p:cTn id="60" presetID="53" presetClass="entr" presetSubtype="16" fill="hold" grpId="0" nodeType="withEffect">
                                      <p:stCondLst>
                                        <p:cond delay="0"/>
                                      </p:stCondLst>
                                      <p:iterate type="lt">
                                        <p:tmPct val="10000"/>
                                      </p:iterate>
                                      <p:childTnLst>
                                        <p:set>
                                          <p:cBhvr>
                                            <p:cTn id="61" dur="1" fill="hold">
                                              <p:stCondLst>
                                                <p:cond delay="0"/>
                                              </p:stCondLst>
                                            </p:cTn>
                                            <p:tgtEl>
                                              <p:spTgt spid="116"/>
                                            </p:tgtEl>
                                            <p:attrNameLst>
                                              <p:attrName>style.visibility</p:attrName>
                                            </p:attrNameLst>
                                          </p:cBhvr>
                                          <p:to>
                                            <p:strVal val="visible"/>
                                          </p:to>
                                        </p:set>
                                        <p:anim calcmode="lin" valueType="num">
                                          <p:cBhvr>
                                            <p:cTn id="62" dur="500" fill="hold"/>
                                            <p:tgtEl>
                                              <p:spTgt spid="116"/>
                                            </p:tgtEl>
                                            <p:attrNameLst>
                                              <p:attrName>ppt_w</p:attrName>
                                            </p:attrNameLst>
                                          </p:cBhvr>
                                          <p:tavLst>
                                            <p:tav tm="0">
                                              <p:val>
                                                <p:fltVal val="0"/>
                                              </p:val>
                                            </p:tav>
                                            <p:tav tm="100000">
                                              <p:val>
                                                <p:strVal val="#ppt_w"/>
                                              </p:val>
                                            </p:tav>
                                          </p:tavLst>
                                        </p:anim>
                                        <p:anim calcmode="lin" valueType="num">
                                          <p:cBhvr>
                                            <p:cTn id="63" dur="500" fill="hold"/>
                                            <p:tgtEl>
                                              <p:spTgt spid="116"/>
                                            </p:tgtEl>
                                            <p:attrNameLst>
                                              <p:attrName>ppt_h</p:attrName>
                                            </p:attrNameLst>
                                          </p:cBhvr>
                                          <p:tavLst>
                                            <p:tav tm="0">
                                              <p:val>
                                                <p:fltVal val="0"/>
                                              </p:val>
                                            </p:tav>
                                            <p:tav tm="100000">
                                              <p:val>
                                                <p:strVal val="#ppt_h"/>
                                              </p:val>
                                            </p:tav>
                                          </p:tavLst>
                                        </p:anim>
                                        <p:animEffect transition="in" filter="fade">
                                          <p:cBhvr>
                                            <p:cTn id="64" dur="500"/>
                                            <p:tgtEl>
                                              <p:spTgt spid="116"/>
                                            </p:tgtEl>
                                          </p:cBhvr>
                                        </p:animEffect>
                                      </p:childTnLst>
                                    </p:cTn>
                                  </p:par>
                                </p:childTnLst>
                              </p:cTn>
                            </p:par>
                            <p:par>
                              <p:cTn id="65" fill="hold">
                                <p:stCondLst>
                                  <p:cond delay="7200"/>
                                </p:stCondLst>
                                <p:childTnLst>
                                  <p:par>
                                    <p:cTn id="66" presetID="2" presetClass="entr" presetSubtype="4" accel="60000" fill="hold" grpId="0" nodeType="afterEffect">
                                      <p:stCondLst>
                                        <p:cond delay="0"/>
                                      </p:stCondLst>
                                      <p:childTnLst>
                                        <p:set>
                                          <p:cBhvr>
                                            <p:cTn id="67" dur="1" fill="hold">
                                              <p:stCondLst>
                                                <p:cond delay="0"/>
                                              </p:stCondLst>
                                            </p:cTn>
                                            <p:tgtEl>
                                              <p:spTgt spid="92"/>
                                            </p:tgtEl>
                                            <p:attrNameLst>
                                              <p:attrName>style.visibility</p:attrName>
                                            </p:attrNameLst>
                                          </p:cBhvr>
                                          <p:to>
                                            <p:strVal val="visible"/>
                                          </p:to>
                                        </p:set>
                                        <p:anim calcmode="lin" valueType="num">
                                          <p:cBhvr additive="base">
                                            <p:cTn id="68" dur="500" fill="hold"/>
                                            <p:tgtEl>
                                              <p:spTgt spid="92"/>
                                            </p:tgtEl>
                                            <p:attrNameLst>
                                              <p:attrName>ppt_x</p:attrName>
                                            </p:attrNameLst>
                                          </p:cBhvr>
                                          <p:tavLst>
                                            <p:tav tm="0">
                                              <p:val>
                                                <p:strVal val="#ppt_x"/>
                                              </p:val>
                                            </p:tav>
                                            <p:tav tm="100000">
                                              <p:val>
                                                <p:strVal val="#ppt_x"/>
                                              </p:val>
                                            </p:tav>
                                          </p:tavLst>
                                        </p:anim>
                                        <p:anim calcmode="lin" valueType="num">
                                          <p:cBhvr additive="base">
                                            <p:cTn id="69" dur="500" fill="hold"/>
                                            <p:tgtEl>
                                              <p:spTgt spid="92"/>
                                            </p:tgtEl>
                                            <p:attrNameLst>
                                              <p:attrName>ppt_y</p:attrName>
                                            </p:attrNameLst>
                                          </p:cBhvr>
                                          <p:tavLst>
                                            <p:tav tm="0">
                                              <p:val>
                                                <p:strVal val="1+#ppt_h/2"/>
                                              </p:val>
                                            </p:tav>
                                            <p:tav tm="100000">
                                              <p:val>
                                                <p:strVal val="#ppt_y"/>
                                              </p:val>
                                            </p:tav>
                                          </p:tavLst>
                                        </p:anim>
                                      </p:childTnLst>
                                    </p:cTn>
                                  </p:par>
                                  <p:par>
                                    <p:cTn id="70" presetID="53" presetClass="entr" presetSubtype="16" fill="hold" grpId="0" nodeType="withEffect">
                                      <p:stCondLst>
                                        <p:cond delay="0"/>
                                      </p:stCondLst>
                                      <p:iterate type="lt">
                                        <p:tmPct val="10000"/>
                                      </p:iterate>
                                      <p:childTnLst>
                                        <p:set>
                                          <p:cBhvr>
                                            <p:cTn id="71" dur="1" fill="hold">
                                              <p:stCondLst>
                                                <p:cond delay="0"/>
                                              </p:stCondLst>
                                            </p:cTn>
                                            <p:tgtEl>
                                              <p:spTgt spid="113"/>
                                            </p:tgtEl>
                                            <p:attrNameLst>
                                              <p:attrName>style.visibility</p:attrName>
                                            </p:attrNameLst>
                                          </p:cBhvr>
                                          <p:to>
                                            <p:strVal val="visible"/>
                                          </p:to>
                                        </p:set>
                                        <p:anim calcmode="lin" valueType="num">
                                          <p:cBhvr>
                                            <p:cTn id="72" dur="500" fill="hold"/>
                                            <p:tgtEl>
                                              <p:spTgt spid="113"/>
                                            </p:tgtEl>
                                            <p:attrNameLst>
                                              <p:attrName>ppt_w</p:attrName>
                                            </p:attrNameLst>
                                          </p:cBhvr>
                                          <p:tavLst>
                                            <p:tav tm="0">
                                              <p:val>
                                                <p:fltVal val="0"/>
                                              </p:val>
                                            </p:tav>
                                            <p:tav tm="100000">
                                              <p:val>
                                                <p:strVal val="#ppt_w"/>
                                              </p:val>
                                            </p:tav>
                                          </p:tavLst>
                                        </p:anim>
                                        <p:anim calcmode="lin" valueType="num">
                                          <p:cBhvr>
                                            <p:cTn id="73" dur="500" fill="hold"/>
                                            <p:tgtEl>
                                              <p:spTgt spid="113"/>
                                            </p:tgtEl>
                                            <p:attrNameLst>
                                              <p:attrName>ppt_h</p:attrName>
                                            </p:attrNameLst>
                                          </p:cBhvr>
                                          <p:tavLst>
                                            <p:tav tm="0">
                                              <p:val>
                                                <p:fltVal val="0"/>
                                              </p:val>
                                            </p:tav>
                                            <p:tav tm="100000">
                                              <p:val>
                                                <p:strVal val="#ppt_h"/>
                                              </p:val>
                                            </p:tav>
                                          </p:tavLst>
                                        </p:anim>
                                        <p:animEffect transition="in" filter="fade">
                                          <p:cBhvr>
                                            <p:cTn id="74" dur="500"/>
                                            <p:tgtEl>
                                              <p:spTgt spid="113"/>
                                            </p:tgtEl>
                                          </p:cBhvr>
                                        </p:animEffect>
                                      </p:childTnLst>
                                    </p:cTn>
                                  </p:par>
                                </p:childTnLst>
                              </p:cTn>
                            </p:par>
                            <p:par>
                              <p:cTn id="75" fill="hold">
                                <p:stCondLst>
                                  <p:cond delay="9100"/>
                                </p:stCondLst>
                                <p:childTnLst>
                                  <p:par>
                                    <p:cTn id="76" presetID="2" presetClass="entr" presetSubtype="4" accel="60000" fill="hold" nodeType="afterEffect">
                                      <p:stCondLst>
                                        <p:cond delay="0"/>
                                      </p:stCondLst>
                                      <p:childTnLst>
                                        <p:set>
                                          <p:cBhvr>
                                            <p:cTn id="77" dur="1" fill="hold">
                                              <p:stCondLst>
                                                <p:cond delay="0"/>
                                              </p:stCondLst>
                                            </p:cTn>
                                            <p:tgtEl>
                                              <p:spTgt spid="93"/>
                                            </p:tgtEl>
                                            <p:attrNameLst>
                                              <p:attrName>style.visibility</p:attrName>
                                            </p:attrNameLst>
                                          </p:cBhvr>
                                          <p:to>
                                            <p:strVal val="visible"/>
                                          </p:to>
                                        </p:set>
                                        <p:anim calcmode="lin" valueType="num">
                                          <p:cBhvr additive="base">
                                            <p:cTn id="78" dur="500" fill="hold"/>
                                            <p:tgtEl>
                                              <p:spTgt spid="93"/>
                                            </p:tgtEl>
                                            <p:attrNameLst>
                                              <p:attrName>ppt_x</p:attrName>
                                            </p:attrNameLst>
                                          </p:cBhvr>
                                          <p:tavLst>
                                            <p:tav tm="0">
                                              <p:val>
                                                <p:strVal val="#ppt_x"/>
                                              </p:val>
                                            </p:tav>
                                            <p:tav tm="100000">
                                              <p:val>
                                                <p:strVal val="#ppt_x"/>
                                              </p:val>
                                            </p:tav>
                                          </p:tavLst>
                                        </p:anim>
                                        <p:anim calcmode="lin" valueType="num">
                                          <p:cBhvr additive="base">
                                            <p:cTn id="79" dur="500" fill="hold"/>
                                            <p:tgtEl>
                                              <p:spTgt spid="93"/>
                                            </p:tgtEl>
                                            <p:attrNameLst>
                                              <p:attrName>ppt_y</p:attrName>
                                            </p:attrNameLst>
                                          </p:cBhvr>
                                          <p:tavLst>
                                            <p:tav tm="0">
                                              <p:val>
                                                <p:strVal val="1+#ppt_h/2"/>
                                              </p:val>
                                            </p:tav>
                                            <p:tav tm="100000">
                                              <p:val>
                                                <p:strVal val="#ppt_y"/>
                                              </p:val>
                                            </p:tav>
                                          </p:tavLst>
                                        </p:anim>
                                      </p:childTnLst>
                                    </p:cTn>
                                  </p:par>
                                  <p:par>
                                    <p:cTn id="80" presetID="53" presetClass="entr" presetSubtype="16" fill="hold" grpId="0" nodeType="withEffect">
                                      <p:stCondLst>
                                        <p:cond delay="0"/>
                                      </p:stCondLst>
                                      <p:iterate type="lt">
                                        <p:tmPct val="10000"/>
                                      </p:iterate>
                                      <p:childTnLst>
                                        <p:set>
                                          <p:cBhvr>
                                            <p:cTn id="81" dur="1" fill="hold">
                                              <p:stCondLst>
                                                <p:cond delay="0"/>
                                              </p:stCondLst>
                                            </p:cTn>
                                            <p:tgtEl>
                                              <p:spTgt spid="115"/>
                                            </p:tgtEl>
                                            <p:attrNameLst>
                                              <p:attrName>style.visibility</p:attrName>
                                            </p:attrNameLst>
                                          </p:cBhvr>
                                          <p:to>
                                            <p:strVal val="visible"/>
                                          </p:to>
                                        </p:set>
                                        <p:anim calcmode="lin" valueType="num">
                                          <p:cBhvr>
                                            <p:cTn id="82" dur="500" fill="hold"/>
                                            <p:tgtEl>
                                              <p:spTgt spid="115"/>
                                            </p:tgtEl>
                                            <p:attrNameLst>
                                              <p:attrName>ppt_w</p:attrName>
                                            </p:attrNameLst>
                                          </p:cBhvr>
                                          <p:tavLst>
                                            <p:tav tm="0">
                                              <p:val>
                                                <p:fltVal val="0"/>
                                              </p:val>
                                            </p:tav>
                                            <p:tav tm="100000">
                                              <p:val>
                                                <p:strVal val="#ppt_w"/>
                                              </p:val>
                                            </p:tav>
                                          </p:tavLst>
                                        </p:anim>
                                        <p:anim calcmode="lin" valueType="num">
                                          <p:cBhvr>
                                            <p:cTn id="83" dur="500" fill="hold"/>
                                            <p:tgtEl>
                                              <p:spTgt spid="115"/>
                                            </p:tgtEl>
                                            <p:attrNameLst>
                                              <p:attrName>ppt_h</p:attrName>
                                            </p:attrNameLst>
                                          </p:cBhvr>
                                          <p:tavLst>
                                            <p:tav tm="0">
                                              <p:val>
                                                <p:fltVal val="0"/>
                                              </p:val>
                                            </p:tav>
                                            <p:tav tm="100000">
                                              <p:val>
                                                <p:strVal val="#ppt_h"/>
                                              </p:val>
                                            </p:tav>
                                          </p:tavLst>
                                        </p:anim>
                                        <p:animEffect transition="in" filter="fade">
                                          <p:cBhvr>
                                            <p:cTn id="84" dur="500"/>
                                            <p:tgtEl>
                                              <p:spTgt spid="115"/>
                                            </p:tgtEl>
                                          </p:cBhvr>
                                        </p:animEffect>
                                      </p:childTnLst>
                                    </p:cTn>
                                  </p:par>
                                </p:childTnLst>
                              </p:cTn>
                            </p:par>
                            <p:par>
                              <p:cTn id="85" fill="hold">
                                <p:stCondLst>
                                  <p:cond delay="11000"/>
                                </p:stCondLst>
                                <p:childTnLst>
                                  <p:par>
                                    <p:cTn id="86" presetID="2" presetClass="entr" presetSubtype="4" accel="60000" fill="hold" nodeType="afterEffect">
                                      <p:stCondLst>
                                        <p:cond delay="0"/>
                                      </p:stCondLst>
                                      <p:childTnLst>
                                        <p:set>
                                          <p:cBhvr>
                                            <p:cTn id="87" dur="1" fill="hold">
                                              <p:stCondLst>
                                                <p:cond delay="0"/>
                                              </p:stCondLst>
                                            </p:cTn>
                                            <p:tgtEl>
                                              <p:spTgt spid="105"/>
                                            </p:tgtEl>
                                            <p:attrNameLst>
                                              <p:attrName>style.visibility</p:attrName>
                                            </p:attrNameLst>
                                          </p:cBhvr>
                                          <p:to>
                                            <p:strVal val="visible"/>
                                          </p:to>
                                        </p:set>
                                        <p:anim calcmode="lin" valueType="num">
                                          <p:cBhvr additive="base">
                                            <p:cTn id="88" dur="500" fill="hold"/>
                                            <p:tgtEl>
                                              <p:spTgt spid="105"/>
                                            </p:tgtEl>
                                            <p:attrNameLst>
                                              <p:attrName>ppt_x</p:attrName>
                                            </p:attrNameLst>
                                          </p:cBhvr>
                                          <p:tavLst>
                                            <p:tav tm="0">
                                              <p:val>
                                                <p:strVal val="#ppt_x"/>
                                              </p:val>
                                            </p:tav>
                                            <p:tav tm="100000">
                                              <p:val>
                                                <p:strVal val="#ppt_x"/>
                                              </p:val>
                                            </p:tav>
                                          </p:tavLst>
                                        </p:anim>
                                        <p:anim calcmode="lin" valueType="num">
                                          <p:cBhvr additive="base">
                                            <p:cTn id="89" dur="500" fill="hold"/>
                                            <p:tgtEl>
                                              <p:spTgt spid="105"/>
                                            </p:tgtEl>
                                            <p:attrNameLst>
                                              <p:attrName>ppt_y</p:attrName>
                                            </p:attrNameLst>
                                          </p:cBhvr>
                                          <p:tavLst>
                                            <p:tav tm="0">
                                              <p:val>
                                                <p:strVal val="1+#ppt_h/2"/>
                                              </p:val>
                                            </p:tav>
                                            <p:tav tm="100000">
                                              <p:val>
                                                <p:strVal val="#ppt_y"/>
                                              </p:val>
                                            </p:tav>
                                          </p:tavLst>
                                        </p:anim>
                                      </p:childTnLst>
                                    </p:cTn>
                                  </p:par>
                                  <p:par>
                                    <p:cTn id="90" presetID="53" presetClass="entr" presetSubtype="16" fill="hold" grpId="0" nodeType="withEffect">
                                      <p:stCondLst>
                                        <p:cond delay="0"/>
                                      </p:stCondLst>
                                      <p:iterate type="lt">
                                        <p:tmPct val="10000"/>
                                      </p:iterate>
                                      <p:childTnLst>
                                        <p:set>
                                          <p:cBhvr>
                                            <p:cTn id="91" dur="1" fill="hold">
                                              <p:stCondLst>
                                                <p:cond delay="0"/>
                                              </p:stCondLst>
                                            </p:cTn>
                                            <p:tgtEl>
                                              <p:spTgt spid="117"/>
                                            </p:tgtEl>
                                            <p:attrNameLst>
                                              <p:attrName>style.visibility</p:attrName>
                                            </p:attrNameLst>
                                          </p:cBhvr>
                                          <p:to>
                                            <p:strVal val="visible"/>
                                          </p:to>
                                        </p:set>
                                        <p:anim calcmode="lin" valueType="num">
                                          <p:cBhvr>
                                            <p:cTn id="92" dur="500" fill="hold"/>
                                            <p:tgtEl>
                                              <p:spTgt spid="117"/>
                                            </p:tgtEl>
                                            <p:attrNameLst>
                                              <p:attrName>ppt_w</p:attrName>
                                            </p:attrNameLst>
                                          </p:cBhvr>
                                          <p:tavLst>
                                            <p:tav tm="0">
                                              <p:val>
                                                <p:fltVal val="0"/>
                                              </p:val>
                                            </p:tav>
                                            <p:tav tm="100000">
                                              <p:val>
                                                <p:strVal val="#ppt_w"/>
                                              </p:val>
                                            </p:tav>
                                          </p:tavLst>
                                        </p:anim>
                                        <p:anim calcmode="lin" valueType="num">
                                          <p:cBhvr>
                                            <p:cTn id="93" dur="500" fill="hold"/>
                                            <p:tgtEl>
                                              <p:spTgt spid="117"/>
                                            </p:tgtEl>
                                            <p:attrNameLst>
                                              <p:attrName>ppt_h</p:attrName>
                                            </p:attrNameLst>
                                          </p:cBhvr>
                                          <p:tavLst>
                                            <p:tav tm="0">
                                              <p:val>
                                                <p:fltVal val="0"/>
                                              </p:val>
                                            </p:tav>
                                            <p:tav tm="100000">
                                              <p:val>
                                                <p:strVal val="#ppt_h"/>
                                              </p:val>
                                            </p:tav>
                                          </p:tavLst>
                                        </p:anim>
                                        <p:animEffect transition="in" filter="fade">
                                          <p:cBhvr>
                                            <p:cTn id="94" dur="500"/>
                                            <p:tgtEl>
                                              <p:spTgt spid="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animBg="1"/>
          <p:bldP spid="112" grpId="0"/>
          <p:bldP spid="113" grpId="0"/>
          <p:bldP spid="114" grpId="0"/>
          <p:bldP spid="115" grpId="0"/>
          <p:bldP spid="116" grpId="0"/>
          <p:bldP spid="117" grpId="0"/>
        </p:bldLst>
      </p:timing>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原创设计师QQ598969553          _1"/>
          <p:cNvSpPr txBox="1"/>
          <p:nvPr/>
        </p:nvSpPr>
        <p:spPr>
          <a:xfrm>
            <a:off x="2803736" y="299722"/>
            <a:ext cx="3523130" cy="377026"/>
          </a:xfrm>
          <a:prstGeom prst="rect">
            <a:avLst/>
          </a:prstGeom>
          <a:noFill/>
        </p:spPr>
        <p:txBody>
          <a:bodyPr wrap="square" lIns="68580" tIns="34290" rIns="68580" bIns="34290" rtlCol="0">
            <a:spAutoFit/>
          </a:bodyPr>
          <a:lstStyle/>
          <a:p>
            <a:pPr algn="ctr"/>
            <a:r>
              <a:rPr lang="zh-CN" altLang="en-US" sz="2000" b="1" dirty="0">
                <a:solidFill>
                  <a:schemeClr val="tx1">
                    <a:lumMod val="65000"/>
                    <a:lumOff val="35000"/>
                  </a:schemeClr>
                </a:solidFill>
                <a:latin typeface="+mn-ea"/>
              </a:rPr>
              <a:t>添加标题文本内容</a:t>
            </a:r>
            <a:endParaRPr lang="en-US" altLang="zh-CN" sz="2000" b="1" dirty="0">
              <a:solidFill>
                <a:schemeClr val="tx1">
                  <a:lumMod val="65000"/>
                  <a:lumOff val="35000"/>
                </a:schemeClr>
              </a:solidFill>
              <a:latin typeface="+mn-ea"/>
            </a:endParaRPr>
          </a:p>
        </p:txBody>
      </p:sp>
      <p:grpSp>
        <p:nvGrpSpPr>
          <p:cNvPr id="3" name="原创设计师QQ598969553          _2"/>
          <p:cNvGrpSpPr/>
          <p:nvPr/>
        </p:nvGrpSpPr>
        <p:grpSpPr>
          <a:xfrm>
            <a:off x="4282532" y="1214126"/>
            <a:ext cx="565538" cy="3138523"/>
            <a:chOff x="5710045" y="1934627"/>
            <a:chExt cx="754051" cy="4184705"/>
          </a:xfrm>
        </p:grpSpPr>
        <p:grpSp>
          <p:nvGrpSpPr>
            <p:cNvPr id="4" name="组合 3"/>
            <p:cNvGrpSpPr/>
            <p:nvPr/>
          </p:nvGrpSpPr>
          <p:grpSpPr>
            <a:xfrm>
              <a:off x="5710045" y="1934627"/>
              <a:ext cx="754051" cy="4184705"/>
              <a:chOff x="5710045" y="1474252"/>
              <a:chExt cx="754051" cy="4184705"/>
            </a:xfrm>
          </p:grpSpPr>
          <p:sp>
            <p:nvSpPr>
              <p:cNvPr id="7" name="椭圆 6"/>
              <p:cNvSpPr/>
              <p:nvPr/>
            </p:nvSpPr>
            <p:spPr>
              <a:xfrm>
                <a:off x="5710045" y="3188385"/>
                <a:ext cx="754051" cy="754051"/>
              </a:xfrm>
              <a:prstGeom prst="ellipse">
                <a:avLst/>
              </a:prstGeom>
              <a:noFill/>
              <a:ln w="127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cxnSp>
            <p:nvCxnSpPr>
              <p:cNvPr id="8" name="直接连接符 7"/>
              <p:cNvCxnSpPr/>
              <p:nvPr/>
            </p:nvCxnSpPr>
            <p:spPr>
              <a:xfrm flipV="1">
                <a:off x="6096000" y="1474252"/>
                <a:ext cx="0" cy="1713423"/>
              </a:xfrm>
              <a:prstGeom prst="line">
                <a:avLst/>
              </a:prstGeom>
              <a:ln w="12700">
                <a:solidFill>
                  <a:schemeClr val="tx1">
                    <a:lumMod val="65000"/>
                    <a:lumOff val="3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096000" y="3945538"/>
                <a:ext cx="0" cy="1713419"/>
              </a:xfrm>
              <a:prstGeom prst="line">
                <a:avLst/>
              </a:prstGeom>
              <a:ln w="12700">
                <a:solidFill>
                  <a:schemeClr val="tx1">
                    <a:lumMod val="65000"/>
                    <a:lumOff val="35000"/>
                  </a:schemeClr>
                </a:solidFill>
                <a:tailEnd type="oval"/>
              </a:ln>
            </p:spPr>
            <p:style>
              <a:lnRef idx="1">
                <a:schemeClr val="accent1"/>
              </a:lnRef>
              <a:fillRef idx="0">
                <a:schemeClr val="accent1"/>
              </a:fillRef>
              <a:effectRef idx="0">
                <a:schemeClr val="accent1"/>
              </a:effectRef>
              <a:fontRef idx="minor">
                <a:schemeClr val="tx1"/>
              </a:fontRef>
            </p:style>
          </p:cxnSp>
        </p:grpSp>
        <p:sp>
          <p:nvSpPr>
            <p:cNvPr id="6" name="文本框 5"/>
            <p:cNvSpPr txBox="1"/>
            <p:nvPr/>
          </p:nvSpPr>
          <p:spPr bwMode="auto">
            <a:xfrm>
              <a:off x="5792884" y="3826669"/>
              <a:ext cx="606066" cy="451405"/>
            </a:xfrm>
            <a:prstGeom prst="rect">
              <a:avLst/>
            </a:prstGeom>
            <a:noFill/>
          </p:spPr>
          <p:txBody>
            <a:bodyPr wrap="square">
              <a:spAutoFit/>
            </a:bodyPr>
            <a:lstStyle/>
            <a:p>
              <a:pPr algn="ctr">
                <a:defRPr/>
              </a:pPr>
              <a:r>
                <a:rPr lang="en-US" altLang="zh-CN" sz="1600" dirty="0">
                  <a:solidFill>
                    <a:schemeClr val="tx1">
                      <a:lumMod val="65000"/>
                      <a:lumOff val="35000"/>
                    </a:schemeClr>
                  </a:solidFill>
                  <a:latin typeface="+mn-ea"/>
                </a:rPr>
                <a:t>VS</a:t>
              </a:r>
              <a:endParaRPr lang="zh-CN" altLang="en-US" sz="1600" dirty="0">
                <a:solidFill>
                  <a:schemeClr val="tx1">
                    <a:lumMod val="65000"/>
                    <a:lumOff val="35000"/>
                  </a:schemeClr>
                </a:solidFill>
                <a:latin typeface="+mn-ea"/>
              </a:endParaRPr>
            </a:p>
          </p:txBody>
        </p:sp>
      </p:grpSp>
      <p:graphicFrame>
        <p:nvGraphicFramePr>
          <p:cNvPr id="10" name="原创设计师QQ598969553          _3"/>
          <p:cNvGraphicFramePr/>
          <p:nvPr/>
        </p:nvGraphicFramePr>
        <p:xfrm>
          <a:off x="1112780" y="2842437"/>
          <a:ext cx="2860792" cy="1543827"/>
        </p:xfrm>
        <a:graphic>
          <a:graphicData uri="http://schemas.openxmlformats.org/drawingml/2006/chart">
            <c:chart xmlns:c="http://schemas.openxmlformats.org/drawingml/2006/chart" xmlns:r="http://schemas.openxmlformats.org/officeDocument/2006/relationships" r:id="rId3"/>
          </a:graphicData>
        </a:graphic>
      </p:graphicFrame>
      <p:sp>
        <p:nvSpPr>
          <p:cNvPr id="11" name="原创设计师QQ598969553          _4"/>
          <p:cNvSpPr txBox="1"/>
          <p:nvPr/>
        </p:nvSpPr>
        <p:spPr>
          <a:xfrm>
            <a:off x="1269626" y="2867071"/>
            <a:ext cx="663320" cy="176972"/>
          </a:xfrm>
          <a:prstGeom prst="rect">
            <a:avLst/>
          </a:prstGeom>
          <a:noFill/>
        </p:spPr>
        <p:txBody>
          <a:bodyPr wrap="square" lIns="68580" tIns="34290" rIns="68580" bIns="34290" rtlCol="0">
            <a:spAutoFit/>
          </a:bodyPr>
          <a:lstStyle/>
          <a:p>
            <a:r>
              <a:rPr lang="zh-CN" altLang="en-US" sz="700" dirty="0">
                <a:solidFill>
                  <a:schemeClr val="tx1">
                    <a:lumMod val="65000"/>
                    <a:lumOff val="35000"/>
                  </a:schemeClr>
                </a:solidFill>
                <a:latin typeface="+mn-ea"/>
              </a:rPr>
              <a:t>（百万元）</a:t>
            </a:r>
          </a:p>
        </p:txBody>
      </p:sp>
      <p:graphicFrame>
        <p:nvGraphicFramePr>
          <p:cNvPr id="12" name="原创设计师QQ598969553          _5"/>
          <p:cNvGraphicFramePr/>
          <p:nvPr/>
        </p:nvGraphicFramePr>
        <p:xfrm>
          <a:off x="5170430" y="2842437"/>
          <a:ext cx="2860792" cy="1543827"/>
        </p:xfrm>
        <a:graphic>
          <a:graphicData uri="http://schemas.openxmlformats.org/drawingml/2006/chart">
            <c:chart xmlns:c="http://schemas.openxmlformats.org/drawingml/2006/chart" xmlns:r="http://schemas.openxmlformats.org/officeDocument/2006/relationships" r:id="rId4"/>
          </a:graphicData>
        </a:graphic>
      </p:graphicFrame>
      <p:sp>
        <p:nvSpPr>
          <p:cNvPr id="13" name="原创设计师QQ598969553          _6"/>
          <p:cNvSpPr txBox="1"/>
          <p:nvPr/>
        </p:nvSpPr>
        <p:spPr>
          <a:xfrm>
            <a:off x="5327276" y="2867071"/>
            <a:ext cx="663320" cy="176972"/>
          </a:xfrm>
          <a:prstGeom prst="rect">
            <a:avLst/>
          </a:prstGeom>
          <a:noFill/>
        </p:spPr>
        <p:txBody>
          <a:bodyPr wrap="square" lIns="68580" tIns="34290" rIns="68580" bIns="34290" rtlCol="0">
            <a:spAutoFit/>
          </a:bodyPr>
          <a:lstStyle/>
          <a:p>
            <a:r>
              <a:rPr lang="zh-CN" altLang="en-US" sz="700" dirty="0">
                <a:solidFill>
                  <a:schemeClr val="tx1">
                    <a:lumMod val="65000"/>
                    <a:lumOff val="35000"/>
                  </a:schemeClr>
                </a:solidFill>
                <a:latin typeface="+mn-ea"/>
              </a:rPr>
              <a:t>（百万元）</a:t>
            </a:r>
          </a:p>
        </p:txBody>
      </p:sp>
      <p:grpSp>
        <p:nvGrpSpPr>
          <p:cNvPr id="14" name="原创设计师QQ598969553          _7"/>
          <p:cNvGrpSpPr/>
          <p:nvPr/>
        </p:nvGrpSpPr>
        <p:grpSpPr>
          <a:xfrm>
            <a:off x="1202186" y="1333664"/>
            <a:ext cx="2681981" cy="1022583"/>
            <a:chOff x="2330673" y="2010009"/>
            <a:chExt cx="1739454" cy="1412819"/>
          </a:xfrm>
        </p:grpSpPr>
        <p:sp>
          <p:nvSpPr>
            <p:cNvPr id="15" name="圆角矩形 14"/>
            <p:cNvSpPr/>
            <p:nvPr/>
          </p:nvSpPr>
          <p:spPr>
            <a:xfrm>
              <a:off x="2330673" y="2010009"/>
              <a:ext cx="1739454" cy="1412819"/>
            </a:xfrm>
            <a:prstGeom prst="roundRect">
              <a:avLst>
                <a:gd name="adj" fmla="val 0"/>
              </a:avLst>
            </a:prstGeom>
            <a:solidFill>
              <a:schemeClr val="accent1"/>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16" name="圆角矩形 15"/>
            <p:cNvSpPr/>
            <p:nvPr/>
          </p:nvSpPr>
          <p:spPr>
            <a:xfrm>
              <a:off x="2385774" y="2120873"/>
              <a:ext cx="1629239" cy="1191084"/>
            </a:xfrm>
            <a:prstGeom prst="roundRect">
              <a:avLst>
                <a:gd name="adj" fmla="val 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444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17" name="原创设计师QQ598969553          _8"/>
          <p:cNvGrpSpPr/>
          <p:nvPr/>
        </p:nvGrpSpPr>
        <p:grpSpPr>
          <a:xfrm>
            <a:off x="5259835" y="1333664"/>
            <a:ext cx="2681981" cy="1022583"/>
            <a:chOff x="2330673" y="2010009"/>
            <a:chExt cx="1739454" cy="1412819"/>
          </a:xfrm>
        </p:grpSpPr>
        <p:sp>
          <p:nvSpPr>
            <p:cNvPr id="18" name="圆角矩形 17"/>
            <p:cNvSpPr/>
            <p:nvPr/>
          </p:nvSpPr>
          <p:spPr>
            <a:xfrm>
              <a:off x="2330673" y="2010009"/>
              <a:ext cx="1739454" cy="1412819"/>
            </a:xfrm>
            <a:prstGeom prst="roundRect">
              <a:avLst>
                <a:gd name="adj" fmla="val 0"/>
              </a:avLst>
            </a:prstGeom>
            <a:solidFill>
              <a:schemeClr val="accent2"/>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19" name="圆角矩形 18"/>
            <p:cNvSpPr/>
            <p:nvPr/>
          </p:nvSpPr>
          <p:spPr>
            <a:xfrm>
              <a:off x="2385774" y="2120873"/>
              <a:ext cx="1629239" cy="1191084"/>
            </a:xfrm>
            <a:prstGeom prst="roundRect">
              <a:avLst>
                <a:gd name="adj" fmla="val 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444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20" name="原创设计师QQ598969553          _9"/>
          <p:cNvGrpSpPr/>
          <p:nvPr/>
        </p:nvGrpSpPr>
        <p:grpSpPr>
          <a:xfrm>
            <a:off x="1363148" y="1479069"/>
            <a:ext cx="2376603" cy="623462"/>
            <a:chOff x="7183565" y="3740342"/>
            <a:chExt cx="3168804" cy="831285"/>
          </a:xfrm>
        </p:grpSpPr>
        <p:sp>
          <p:nvSpPr>
            <p:cNvPr id="21" name="文本框 27"/>
            <p:cNvSpPr txBox="1"/>
            <p:nvPr/>
          </p:nvSpPr>
          <p:spPr bwMode="auto">
            <a:xfrm>
              <a:off x="7183565" y="4079187"/>
              <a:ext cx="3168804" cy="492440"/>
            </a:xfrm>
            <a:prstGeom prst="rect">
              <a:avLst/>
            </a:prstGeom>
            <a:noFill/>
          </p:spPr>
          <p:txBody>
            <a:bodyPr wrap="square">
              <a:spAutoFit/>
            </a:bodyPr>
            <a:lstStyle/>
            <a:p>
              <a:pPr>
                <a:defRPr/>
              </a:pPr>
              <a:r>
                <a:rPr lang="zh-CN" altLang="en-US" sz="900" dirty="0">
                  <a:solidFill>
                    <a:schemeClr val="tx1">
                      <a:lumMod val="75000"/>
                      <a:lumOff val="25000"/>
                    </a:schemeClr>
                  </a:solidFill>
                  <a:latin typeface="微软雅黑" pitchFamily="34" charset="-122"/>
                  <a:ea typeface="微软雅黑" pitchFamily="34" charset="-122"/>
                </a:rPr>
                <a:t>点击输入本栏的具体文字，简明扼要的说明分项内容，请根据您的具体内容酌情修改。</a:t>
              </a:r>
              <a:endParaRPr lang="zh-CN" altLang="en-US" sz="900" spc="75" dirty="0">
                <a:solidFill>
                  <a:schemeClr val="tx1">
                    <a:lumMod val="65000"/>
                    <a:lumOff val="35000"/>
                  </a:schemeClr>
                </a:solidFill>
                <a:latin typeface="+mn-ea"/>
              </a:endParaRPr>
            </a:p>
          </p:txBody>
        </p:sp>
        <p:sp>
          <p:nvSpPr>
            <p:cNvPr id="22" name="文本框 28"/>
            <p:cNvSpPr txBox="1"/>
            <p:nvPr/>
          </p:nvSpPr>
          <p:spPr bwMode="auto">
            <a:xfrm>
              <a:off x="7183565" y="3740342"/>
              <a:ext cx="2349784" cy="410371"/>
            </a:xfrm>
            <a:prstGeom prst="rect">
              <a:avLst/>
            </a:prstGeom>
            <a:noFill/>
          </p:spPr>
          <p:txBody>
            <a:bodyPr wrap="square">
              <a:spAutoFit/>
            </a:bodyPr>
            <a:lstStyle/>
            <a:p>
              <a:pPr>
                <a:defRPr/>
              </a:pPr>
              <a:r>
                <a:rPr lang="zh-CN" altLang="en-US" b="1" spc="75" dirty="0">
                  <a:solidFill>
                    <a:schemeClr val="accent1"/>
                  </a:solidFill>
                  <a:latin typeface="+mn-ea"/>
                </a:rPr>
                <a:t>点击添加标题内容</a:t>
              </a:r>
            </a:p>
          </p:txBody>
        </p:sp>
      </p:grpSp>
      <p:grpSp>
        <p:nvGrpSpPr>
          <p:cNvPr id="23" name="原创设计师QQ598969553          _10"/>
          <p:cNvGrpSpPr/>
          <p:nvPr/>
        </p:nvGrpSpPr>
        <p:grpSpPr>
          <a:xfrm>
            <a:off x="5412513" y="1479066"/>
            <a:ext cx="2376603" cy="623463"/>
            <a:chOff x="7183565" y="3740342"/>
            <a:chExt cx="3168804" cy="831287"/>
          </a:xfrm>
        </p:grpSpPr>
        <p:sp>
          <p:nvSpPr>
            <p:cNvPr id="24" name="文本框 31"/>
            <p:cNvSpPr txBox="1"/>
            <p:nvPr/>
          </p:nvSpPr>
          <p:spPr bwMode="auto">
            <a:xfrm>
              <a:off x="7183565" y="4079188"/>
              <a:ext cx="3168804" cy="492441"/>
            </a:xfrm>
            <a:prstGeom prst="rect">
              <a:avLst/>
            </a:prstGeom>
            <a:noFill/>
          </p:spPr>
          <p:txBody>
            <a:bodyPr wrap="square">
              <a:spAutoFit/>
            </a:bodyPr>
            <a:lstStyle/>
            <a:p>
              <a:pPr>
                <a:defRPr/>
              </a:pPr>
              <a:r>
                <a:rPr lang="zh-CN" altLang="en-US" sz="900" dirty="0">
                  <a:solidFill>
                    <a:schemeClr val="tx1">
                      <a:lumMod val="75000"/>
                      <a:lumOff val="25000"/>
                    </a:schemeClr>
                  </a:solidFill>
                  <a:latin typeface="微软雅黑" pitchFamily="34" charset="-122"/>
                  <a:ea typeface="微软雅黑" pitchFamily="34" charset="-122"/>
                </a:rPr>
                <a:t>点击输入本栏的具体文字，简明扼要的说明分项内容，请根据您的具体内容酌情修改。</a:t>
              </a:r>
              <a:endParaRPr lang="zh-CN" altLang="en-US" sz="900" spc="75" dirty="0">
                <a:solidFill>
                  <a:schemeClr val="tx1">
                    <a:lumMod val="65000"/>
                    <a:lumOff val="35000"/>
                  </a:schemeClr>
                </a:solidFill>
                <a:latin typeface="+mn-ea"/>
              </a:endParaRPr>
            </a:p>
          </p:txBody>
        </p:sp>
        <p:sp>
          <p:nvSpPr>
            <p:cNvPr id="25" name="文本框 32"/>
            <p:cNvSpPr txBox="1"/>
            <p:nvPr/>
          </p:nvSpPr>
          <p:spPr bwMode="auto">
            <a:xfrm>
              <a:off x="7183565" y="3740342"/>
              <a:ext cx="2349784" cy="410371"/>
            </a:xfrm>
            <a:prstGeom prst="rect">
              <a:avLst/>
            </a:prstGeom>
            <a:noFill/>
          </p:spPr>
          <p:txBody>
            <a:bodyPr wrap="square">
              <a:spAutoFit/>
            </a:bodyPr>
            <a:lstStyle/>
            <a:p>
              <a:pPr>
                <a:defRPr/>
              </a:pPr>
              <a:r>
                <a:rPr lang="zh-CN" altLang="en-US" b="1" spc="75" dirty="0">
                  <a:solidFill>
                    <a:schemeClr val="accent2"/>
                  </a:solidFill>
                  <a:latin typeface="+mn-ea"/>
                </a:rPr>
                <a:t>点击添加标题内容</a:t>
              </a:r>
            </a:p>
          </p:txBody>
        </p:sp>
      </p:grpSp>
      <p:pic>
        <p:nvPicPr>
          <p:cNvPr id="26" name="Picture 64"/>
          <p:cNvPicPr>
            <a:picLocks noGrp="1" noSelect="1" noRot="1" noChangeAspect="1" noMove="1" noResize="1" noChangeShapeType="1"/>
          </p:cNvPicPr>
          <p:nvPr/>
        </p:nvPicPr>
        <p:blipFill>
          <a:blip r:embed="rId5"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4036088418"/>
      </p:ext>
    </p:extLst>
  </p:cSld>
  <p:clrMapOvr>
    <a:masterClrMapping/>
  </p:clrMapOvr>
  <mc:AlternateContent xmlns:mc="http://schemas.openxmlformats.org/markup-compatibility/2006" xmlns:p14="http://schemas.microsoft.com/office/powerpoint/2010/main">
    <mc:Choice Requires="p14">
      <p:transition spd="slow" p14:dur="1600" advClick="0" advTm="0">
        <p14:prism isInverted="1"/>
      </p:transition>
    </mc:Choice>
    <mc:Fallback xmlns="">
      <p:transition spd="slow" advClick="0"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outHorizontal)">
                                          <p:cBhvr>
                                            <p:cTn id="7" dur="500"/>
                                            <p:tgtEl>
                                              <p:spTgt spid="3"/>
                                            </p:tgtEl>
                                          </p:cBhvr>
                                        </p:animEffect>
                                      </p:childTnLst>
                                    </p:cTn>
                                  </p:par>
                                </p:childTnLst>
                              </p:cTn>
                            </p:par>
                            <p:par>
                              <p:cTn id="8" fill="hold">
                                <p:stCondLst>
                                  <p:cond delay="500"/>
                                </p:stCondLst>
                                <p:childTnLst>
                                  <p:par>
                                    <p:cTn id="9" presetID="2" presetClass="entr" presetSubtype="4" accel="60000" fill="hold" nodeType="afterEffect" p14:presetBounceEnd="40000">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14:bounceEnd="40000">
                                          <p:cBhvr additive="base">
                                            <p:cTn id="11" dur="500" fill="hold"/>
                                            <p:tgtEl>
                                              <p:spTgt spid="14"/>
                                            </p:tgtEl>
                                            <p:attrNameLst>
                                              <p:attrName>ppt_x</p:attrName>
                                            </p:attrNameLst>
                                          </p:cBhvr>
                                          <p:tavLst>
                                            <p:tav tm="0">
                                              <p:val>
                                                <p:strVal val="#ppt_x"/>
                                              </p:val>
                                            </p:tav>
                                            <p:tav tm="100000">
                                              <p:val>
                                                <p:strVal val="#ppt_x"/>
                                              </p:val>
                                            </p:tav>
                                          </p:tavLst>
                                        </p:anim>
                                        <p:anim calcmode="lin" valueType="num" p14:bounceEnd="40000">
                                          <p:cBhvr additive="base">
                                            <p:cTn id="12" dur="500" fill="hold"/>
                                            <p:tgtEl>
                                              <p:spTgt spid="14"/>
                                            </p:tgtEl>
                                            <p:attrNameLst>
                                              <p:attrName>ppt_y</p:attrName>
                                            </p:attrNameLst>
                                          </p:cBhvr>
                                          <p:tavLst>
                                            <p:tav tm="0">
                                              <p:val>
                                                <p:strVal val="1+#ppt_h/2"/>
                                              </p:val>
                                            </p:tav>
                                            <p:tav tm="100000">
                                              <p:val>
                                                <p:strVal val="#ppt_y"/>
                                              </p:val>
                                            </p:tav>
                                          </p:tavLst>
                                        </p:anim>
                                      </p:childTnLst>
                                    </p:cTn>
                                  </p:par>
                                  <p:par>
                                    <p:cTn id="13" presetID="2" presetClass="entr" presetSubtype="4" accel="60000" fill="hold" nodeType="withEffect" p14:presetBounceEnd="40000">
                                      <p:stCondLst>
                                        <p:cond delay="200"/>
                                      </p:stCondLst>
                                      <p:childTnLst>
                                        <p:set>
                                          <p:cBhvr>
                                            <p:cTn id="14" dur="1" fill="hold">
                                              <p:stCondLst>
                                                <p:cond delay="0"/>
                                              </p:stCondLst>
                                            </p:cTn>
                                            <p:tgtEl>
                                              <p:spTgt spid="17"/>
                                            </p:tgtEl>
                                            <p:attrNameLst>
                                              <p:attrName>style.visibility</p:attrName>
                                            </p:attrNameLst>
                                          </p:cBhvr>
                                          <p:to>
                                            <p:strVal val="visible"/>
                                          </p:to>
                                        </p:set>
                                        <p:anim calcmode="lin" valueType="num" p14:bounceEnd="40000">
                                          <p:cBhvr additive="base">
                                            <p:cTn id="15" dur="500" fill="hold"/>
                                            <p:tgtEl>
                                              <p:spTgt spid="17"/>
                                            </p:tgtEl>
                                            <p:attrNameLst>
                                              <p:attrName>ppt_x</p:attrName>
                                            </p:attrNameLst>
                                          </p:cBhvr>
                                          <p:tavLst>
                                            <p:tav tm="0">
                                              <p:val>
                                                <p:strVal val="#ppt_x"/>
                                              </p:val>
                                            </p:tav>
                                            <p:tav tm="100000">
                                              <p:val>
                                                <p:strVal val="#ppt_x"/>
                                              </p:val>
                                            </p:tav>
                                          </p:tavLst>
                                        </p:anim>
                                        <p:anim calcmode="lin" valueType="num" p14:bounceEnd="40000">
                                          <p:cBhvr additive="base">
                                            <p:cTn id="16" dur="500" fill="hold"/>
                                            <p:tgtEl>
                                              <p:spTgt spid="17"/>
                                            </p:tgtEl>
                                            <p:attrNameLst>
                                              <p:attrName>ppt_y</p:attrName>
                                            </p:attrNameLst>
                                          </p:cBhvr>
                                          <p:tavLst>
                                            <p:tav tm="0">
                                              <p:val>
                                                <p:strVal val="1+#ppt_h/2"/>
                                              </p:val>
                                            </p:tav>
                                            <p:tav tm="100000">
                                              <p:val>
                                                <p:strVal val="#ppt_y"/>
                                              </p:val>
                                            </p:tav>
                                          </p:tavLst>
                                        </p:anim>
                                      </p:childTnLst>
                                    </p:cTn>
                                  </p:par>
                                </p:childTnLst>
                              </p:cTn>
                            </p:par>
                            <p:par>
                              <p:cTn id="17" fill="hold">
                                <p:stCondLst>
                                  <p:cond delay="1200"/>
                                </p:stCondLst>
                                <p:childTnLst>
                                  <p:par>
                                    <p:cTn id="18" presetID="16" presetClass="entr" presetSubtype="37" fill="hold" nodeType="after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barn(outVertical)">
                                          <p:cBhvr>
                                            <p:cTn id="20" dur="500"/>
                                            <p:tgtEl>
                                              <p:spTgt spid="20"/>
                                            </p:tgtEl>
                                          </p:cBhvr>
                                        </p:animEffect>
                                      </p:childTnLst>
                                    </p:cTn>
                                  </p:par>
                                  <p:par>
                                    <p:cTn id="21" presetID="16" presetClass="entr" presetSubtype="37" fill="hold" nodeType="with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barn(outVertical)">
                                          <p:cBhvr>
                                            <p:cTn id="23" dur="500"/>
                                            <p:tgtEl>
                                              <p:spTgt spid="23"/>
                                            </p:tgtEl>
                                          </p:cBhvr>
                                        </p:animEffect>
                                      </p:childTnLst>
                                    </p:cTn>
                                  </p:par>
                                </p:childTnLst>
                              </p:cTn>
                            </p:par>
                            <p:par>
                              <p:cTn id="24" fill="hold">
                                <p:stCondLst>
                                  <p:cond delay="1700"/>
                                </p:stCondLst>
                                <p:childTnLst>
                                  <p:par>
                                    <p:cTn id="25" presetID="22" presetClass="entr" presetSubtype="4" fill="hold" grpId="0" nodeType="afterEffect">
                                      <p:stCondLst>
                                        <p:cond delay="0"/>
                                      </p:stCondLst>
                                      <p:childTnLst>
                                        <p:set>
                                          <p:cBhvr>
                                            <p:cTn id="26" dur="1" fill="hold">
                                              <p:stCondLst>
                                                <p:cond delay="0"/>
                                              </p:stCondLst>
                                            </p:cTn>
                                            <p:tgtEl>
                                              <p:spTgt spid="10">
                                                <p:graphicEl>
                                                  <a:chart seriesIdx="-3" categoryIdx="-3" bldStep="gridLegend"/>
                                                </p:graphicEl>
                                              </p:spTgt>
                                            </p:tgtEl>
                                            <p:attrNameLst>
                                              <p:attrName>style.visibility</p:attrName>
                                            </p:attrNameLst>
                                          </p:cBhvr>
                                          <p:to>
                                            <p:strVal val="visible"/>
                                          </p:to>
                                        </p:set>
                                        <p:animEffect transition="in" filter="wipe(down)">
                                          <p:cBhvr>
                                            <p:cTn id="27" dur="500"/>
                                            <p:tgtEl>
                                              <p:spTgt spid="10">
                                                <p:graphicEl>
                                                  <a:chart seriesIdx="-3" categoryIdx="-3" bldStep="gridLegend"/>
                                                </p:graphicEl>
                                              </p:spTgt>
                                            </p:tgtEl>
                                          </p:cBhvr>
                                        </p:animEffect>
                                      </p:childTnLst>
                                    </p:cTn>
                                  </p:par>
                                </p:childTnLst>
                              </p:cTn>
                            </p:par>
                            <p:par>
                              <p:cTn id="28" fill="hold">
                                <p:stCondLst>
                                  <p:cond delay="2200"/>
                                </p:stCondLst>
                                <p:childTnLst>
                                  <p:par>
                                    <p:cTn id="29" presetID="53" presetClass="entr" presetSubtype="16" fill="hold" grpId="0" nodeType="after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p:cTn id="31" dur="500" fill="hold"/>
                                            <p:tgtEl>
                                              <p:spTgt spid="11"/>
                                            </p:tgtEl>
                                            <p:attrNameLst>
                                              <p:attrName>ppt_w</p:attrName>
                                            </p:attrNameLst>
                                          </p:cBhvr>
                                          <p:tavLst>
                                            <p:tav tm="0">
                                              <p:val>
                                                <p:fltVal val="0"/>
                                              </p:val>
                                            </p:tav>
                                            <p:tav tm="100000">
                                              <p:val>
                                                <p:strVal val="#ppt_w"/>
                                              </p:val>
                                            </p:tav>
                                          </p:tavLst>
                                        </p:anim>
                                        <p:anim calcmode="lin" valueType="num">
                                          <p:cBhvr>
                                            <p:cTn id="32" dur="500" fill="hold"/>
                                            <p:tgtEl>
                                              <p:spTgt spid="11"/>
                                            </p:tgtEl>
                                            <p:attrNameLst>
                                              <p:attrName>ppt_h</p:attrName>
                                            </p:attrNameLst>
                                          </p:cBhvr>
                                          <p:tavLst>
                                            <p:tav tm="0">
                                              <p:val>
                                                <p:fltVal val="0"/>
                                              </p:val>
                                            </p:tav>
                                            <p:tav tm="100000">
                                              <p:val>
                                                <p:strVal val="#ppt_h"/>
                                              </p:val>
                                            </p:tav>
                                          </p:tavLst>
                                        </p:anim>
                                        <p:animEffect transition="in" filter="fade">
                                          <p:cBhvr>
                                            <p:cTn id="33" dur="500"/>
                                            <p:tgtEl>
                                              <p:spTgt spid="11"/>
                                            </p:tgtEl>
                                          </p:cBhvr>
                                        </p:animEffect>
                                      </p:childTnLst>
                                    </p:cTn>
                                  </p:par>
                                </p:childTnLst>
                              </p:cTn>
                            </p:par>
                            <p:par>
                              <p:cTn id="34" fill="hold">
                                <p:stCondLst>
                                  <p:cond delay="2700"/>
                                </p:stCondLst>
                                <p:childTnLst>
                                  <p:par>
                                    <p:cTn id="35" presetID="22" presetClass="entr" presetSubtype="4" fill="hold" grpId="0" nodeType="afterEffect">
                                      <p:stCondLst>
                                        <p:cond delay="0"/>
                                      </p:stCondLst>
                                      <p:childTnLst>
                                        <p:set>
                                          <p:cBhvr>
                                            <p:cTn id="36" dur="1" fill="hold">
                                              <p:stCondLst>
                                                <p:cond delay="0"/>
                                              </p:stCondLst>
                                            </p:cTn>
                                            <p:tgtEl>
                                              <p:spTgt spid="10">
                                                <p:graphicEl>
                                                  <a:chart seriesIdx="0" categoryIdx="-4" bldStep="series"/>
                                                </p:graphicEl>
                                              </p:spTgt>
                                            </p:tgtEl>
                                            <p:attrNameLst>
                                              <p:attrName>style.visibility</p:attrName>
                                            </p:attrNameLst>
                                          </p:cBhvr>
                                          <p:to>
                                            <p:strVal val="visible"/>
                                          </p:to>
                                        </p:set>
                                        <p:animEffect transition="in" filter="wipe(down)">
                                          <p:cBhvr>
                                            <p:cTn id="37" dur="500"/>
                                            <p:tgtEl>
                                              <p:spTgt spid="10">
                                                <p:graphicEl>
                                                  <a:chart seriesIdx="0" categoryIdx="-4" bldStep="series"/>
                                                </p:graphicEl>
                                              </p:spTgt>
                                            </p:tgtEl>
                                          </p:cBhvr>
                                        </p:animEffect>
                                      </p:childTnLst>
                                    </p:cTn>
                                  </p:par>
                                </p:childTnLst>
                              </p:cTn>
                            </p:par>
                            <p:par>
                              <p:cTn id="38" fill="hold">
                                <p:stCondLst>
                                  <p:cond delay="3200"/>
                                </p:stCondLst>
                                <p:childTnLst>
                                  <p:par>
                                    <p:cTn id="39" presetID="22" presetClass="entr" presetSubtype="4" fill="hold" grpId="0" nodeType="afterEffect">
                                      <p:stCondLst>
                                        <p:cond delay="0"/>
                                      </p:stCondLst>
                                      <p:childTnLst>
                                        <p:set>
                                          <p:cBhvr>
                                            <p:cTn id="40" dur="1" fill="hold">
                                              <p:stCondLst>
                                                <p:cond delay="0"/>
                                              </p:stCondLst>
                                            </p:cTn>
                                            <p:tgtEl>
                                              <p:spTgt spid="12">
                                                <p:graphicEl>
                                                  <a:chart seriesIdx="-3" categoryIdx="-3" bldStep="gridLegend"/>
                                                </p:graphicEl>
                                              </p:spTgt>
                                            </p:tgtEl>
                                            <p:attrNameLst>
                                              <p:attrName>style.visibility</p:attrName>
                                            </p:attrNameLst>
                                          </p:cBhvr>
                                          <p:to>
                                            <p:strVal val="visible"/>
                                          </p:to>
                                        </p:set>
                                        <p:animEffect transition="in" filter="wipe(down)">
                                          <p:cBhvr>
                                            <p:cTn id="41" dur="500"/>
                                            <p:tgtEl>
                                              <p:spTgt spid="12">
                                                <p:graphicEl>
                                                  <a:chart seriesIdx="-3" categoryIdx="-3" bldStep="gridLegend"/>
                                                </p:graphicEl>
                                              </p:spTgt>
                                            </p:tgtEl>
                                          </p:cBhvr>
                                        </p:animEffect>
                                      </p:childTnLst>
                                    </p:cTn>
                                  </p:par>
                                </p:childTnLst>
                              </p:cTn>
                            </p:par>
                            <p:par>
                              <p:cTn id="42" fill="hold">
                                <p:stCondLst>
                                  <p:cond delay="3700"/>
                                </p:stCondLst>
                                <p:childTnLst>
                                  <p:par>
                                    <p:cTn id="43" presetID="53" presetClass="entr" presetSubtype="16" fill="hold" grpId="0" nodeType="afterEffect">
                                      <p:stCondLst>
                                        <p:cond delay="0"/>
                                      </p:stCondLst>
                                      <p:childTnLst>
                                        <p:set>
                                          <p:cBhvr>
                                            <p:cTn id="44" dur="1" fill="hold">
                                              <p:stCondLst>
                                                <p:cond delay="0"/>
                                              </p:stCondLst>
                                            </p:cTn>
                                            <p:tgtEl>
                                              <p:spTgt spid="13"/>
                                            </p:tgtEl>
                                            <p:attrNameLst>
                                              <p:attrName>style.visibility</p:attrName>
                                            </p:attrNameLst>
                                          </p:cBhvr>
                                          <p:to>
                                            <p:strVal val="visible"/>
                                          </p:to>
                                        </p:set>
                                        <p:anim calcmode="lin" valueType="num">
                                          <p:cBhvr>
                                            <p:cTn id="45" dur="500" fill="hold"/>
                                            <p:tgtEl>
                                              <p:spTgt spid="13"/>
                                            </p:tgtEl>
                                            <p:attrNameLst>
                                              <p:attrName>ppt_w</p:attrName>
                                            </p:attrNameLst>
                                          </p:cBhvr>
                                          <p:tavLst>
                                            <p:tav tm="0">
                                              <p:val>
                                                <p:fltVal val="0"/>
                                              </p:val>
                                            </p:tav>
                                            <p:tav tm="100000">
                                              <p:val>
                                                <p:strVal val="#ppt_w"/>
                                              </p:val>
                                            </p:tav>
                                          </p:tavLst>
                                        </p:anim>
                                        <p:anim calcmode="lin" valueType="num">
                                          <p:cBhvr>
                                            <p:cTn id="46" dur="500" fill="hold"/>
                                            <p:tgtEl>
                                              <p:spTgt spid="13"/>
                                            </p:tgtEl>
                                            <p:attrNameLst>
                                              <p:attrName>ppt_h</p:attrName>
                                            </p:attrNameLst>
                                          </p:cBhvr>
                                          <p:tavLst>
                                            <p:tav tm="0">
                                              <p:val>
                                                <p:fltVal val="0"/>
                                              </p:val>
                                            </p:tav>
                                            <p:tav tm="100000">
                                              <p:val>
                                                <p:strVal val="#ppt_h"/>
                                              </p:val>
                                            </p:tav>
                                          </p:tavLst>
                                        </p:anim>
                                        <p:animEffect transition="in" filter="fade">
                                          <p:cBhvr>
                                            <p:cTn id="47" dur="500"/>
                                            <p:tgtEl>
                                              <p:spTgt spid="13"/>
                                            </p:tgtEl>
                                          </p:cBhvr>
                                        </p:animEffect>
                                      </p:childTnLst>
                                    </p:cTn>
                                  </p:par>
                                </p:childTnLst>
                              </p:cTn>
                            </p:par>
                            <p:par>
                              <p:cTn id="48" fill="hold">
                                <p:stCondLst>
                                  <p:cond delay="4200"/>
                                </p:stCondLst>
                                <p:childTnLst>
                                  <p:par>
                                    <p:cTn id="49" presetID="22" presetClass="entr" presetSubtype="4" fill="hold" grpId="0" nodeType="afterEffect">
                                      <p:stCondLst>
                                        <p:cond delay="0"/>
                                      </p:stCondLst>
                                      <p:childTnLst>
                                        <p:set>
                                          <p:cBhvr>
                                            <p:cTn id="50" dur="1" fill="hold">
                                              <p:stCondLst>
                                                <p:cond delay="0"/>
                                              </p:stCondLst>
                                            </p:cTn>
                                            <p:tgtEl>
                                              <p:spTgt spid="12">
                                                <p:graphicEl>
                                                  <a:chart seriesIdx="0" categoryIdx="-4" bldStep="series"/>
                                                </p:graphicEl>
                                              </p:spTgt>
                                            </p:tgtEl>
                                            <p:attrNameLst>
                                              <p:attrName>style.visibility</p:attrName>
                                            </p:attrNameLst>
                                          </p:cBhvr>
                                          <p:to>
                                            <p:strVal val="visible"/>
                                          </p:to>
                                        </p:set>
                                        <p:animEffect transition="in" filter="wipe(down)">
                                          <p:cBhvr>
                                            <p:cTn id="51" dur="500"/>
                                            <p:tgtEl>
                                              <p:spTgt spid="12">
                                                <p:graphicEl>
                                                  <a:chart seriesIdx="0" categoryIdx="-4" bldStep="series"/>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Sub>
              <a:bldChart bld="series"/>
            </p:bldSub>
          </p:bldGraphic>
          <p:bldP spid="11" grpId="0"/>
          <p:bldGraphic spid="12" grpId="0">
            <p:bldSub>
              <a:bldChart bld="series"/>
            </p:bldSub>
          </p:bldGraphic>
          <p:bldP spid="13"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outHorizontal)">
                                          <p:cBhvr>
                                            <p:cTn id="7" dur="500"/>
                                            <p:tgtEl>
                                              <p:spTgt spid="3"/>
                                            </p:tgtEl>
                                          </p:cBhvr>
                                        </p:animEffect>
                                      </p:childTnLst>
                                    </p:cTn>
                                  </p:par>
                                </p:childTnLst>
                              </p:cTn>
                            </p:par>
                            <p:par>
                              <p:cTn id="8" fill="hold">
                                <p:stCondLst>
                                  <p:cond delay="500"/>
                                </p:stCondLst>
                                <p:childTnLst>
                                  <p:par>
                                    <p:cTn id="9" presetID="2" presetClass="entr" presetSubtype="4" accel="60000"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ppt_x"/>
                                              </p:val>
                                            </p:tav>
                                            <p:tav tm="100000">
                                              <p:val>
                                                <p:strVal val="#ppt_x"/>
                                              </p:val>
                                            </p:tav>
                                          </p:tavLst>
                                        </p:anim>
                                        <p:anim calcmode="lin" valueType="num">
                                          <p:cBhvr additive="base">
                                            <p:cTn id="12" dur="500" fill="hold"/>
                                            <p:tgtEl>
                                              <p:spTgt spid="14"/>
                                            </p:tgtEl>
                                            <p:attrNameLst>
                                              <p:attrName>ppt_y</p:attrName>
                                            </p:attrNameLst>
                                          </p:cBhvr>
                                          <p:tavLst>
                                            <p:tav tm="0">
                                              <p:val>
                                                <p:strVal val="1+#ppt_h/2"/>
                                              </p:val>
                                            </p:tav>
                                            <p:tav tm="100000">
                                              <p:val>
                                                <p:strVal val="#ppt_y"/>
                                              </p:val>
                                            </p:tav>
                                          </p:tavLst>
                                        </p:anim>
                                      </p:childTnLst>
                                    </p:cTn>
                                  </p:par>
                                  <p:par>
                                    <p:cTn id="13" presetID="2" presetClass="entr" presetSubtype="4" accel="60000" fill="hold" nodeType="withEffect">
                                      <p:stCondLst>
                                        <p:cond delay="20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500" fill="hold"/>
                                            <p:tgtEl>
                                              <p:spTgt spid="17"/>
                                            </p:tgtEl>
                                            <p:attrNameLst>
                                              <p:attrName>ppt_x</p:attrName>
                                            </p:attrNameLst>
                                          </p:cBhvr>
                                          <p:tavLst>
                                            <p:tav tm="0">
                                              <p:val>
                                                <p:strVal val="#ppt_x"/>
                                              </p:val>
                                            </p:tav>
                                            <p:tav tm="100000">
                                              <p:val>
                                                <p:strVal val="#ppt_x"/>
                                              </p:val>
                                            </p:tav>
                                          </p:tavLst>
                                        </p:anim>
                                        <p:anim calcmode="lin" valueType="num">
                                          <p:cBhvr additive="base">
                                            <p:cTn id="16" dur="500" fill="hold"/>
                                            <p:tgtEl>
                                              <p:spTgt spid="17"/>
                                            </p:tgtEl>
                                            <p:attrNameLst>
                                              <p:attrName>ppt_y</p:attrName>
                                            </p:attrNameLst>
                                          </p:cBhvr>
                                          <p:tavLst>
                                            <p:tav tm="0">
                                              <p:val>
                                                <p:strVal val="1+#ppt_h/2"/>
                                              </p:val>
                                            </p:tav>
                                            <p:tav tm="100000">
                                              <p:val>
                                                <p:strVal val="#ppt_y"/>
                                              </p:val>
                                            </p:tav>
                                          </p:tavLst>
                                        </p:anim>
                                      </p:childTnLst>
                                    </p:cTn>
                                  </p:par>
                                </p:childTnLst>
                              </p:cTn>
                            </p:par>
                            <p:par>
                              <p:cTn id="17" fill="hold">
                                <p:stCondLst>
                                  <p:cond delay="1200"/>
                                </p:stCondLst>
                                <p:childTnLst>
                                  <p:par>
                                    <p:cTn id="18" presetID="16" presetClass="entr" presetSubtype="37" fill="hold" nodeType="after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barn(outVertical)">
                                          <p:cBhvr>
                                            <p:cTn id="20" dur="500"/>
                                            <p:tgtEl>
                                              <p:spTgt spid="20"/>
                                            </p:tgtEl>
                                          </p:cBhvr>
                                        </p:animEffect>
                                      </p:childTnLst>
                                    </p:cTn>
                                  </p:par>
                                  <p:par>
                                    <p:cTn id="21" presetID="16" presetClass="entr" presetSubtype="37" fill="hold" nodeType="with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barn(outVertical)">
                                          <p:cBhvr>
                                            <p:cTn id="23" dur="500"/>
                                            <p:tgtEl>
                                              <p:spTgt spid="23"/>
                                            </p:tgtEl>
                                          </p:cBhvr>
                                        </p:animEffect>
                                      </p:childTnLst>
                                    </p:cTn>
                                  </p:par>
                                </p:childTnLst>
                              </p:cTn>
                            </p:par>
                            <p:par>
                              <p:cTn id="24" fill="hold">
                                <p:stCondLst>
                                  <p:cond delay="1700"/>
                                </p:stCondLst>
                                <p:childTnLst>
                                  <p:par>
                                    <p:cTn id="25" presetID="22" presetClass="entr" presetSubtype="4" fill="hold" grpId="0" nodeType="afterEffect">
                                      <p:stCondLst>
                                        <p:cond delay="0"/>
                                      </p:stCondLst>
                                      <p:childTnLst>
                                        <p:set>
                                          <p:cBhvr>
                                            <p:cTn id="26" dur="1" fill="hold">
                                              <p:stCondLst>
                                                <p:cond delay="0"/>
                                              </p:stCondLst>
                                            </p:cTn>
                                            <p:tgtEl>
                                              <p:spTgt spid="10">
                                                <p:graphicEl>
                                                  <a:chart seriesIdx="-3" categoryIdx="-3" bldStep="gridLegend"/>
                                                </p:graphicEl>
                                              </p:spTgt>
                                            </p:tgtEl>
                                            <p:attrNameLst>
                                              <p:attrName>style.visibility</p:attrName>
                                            </p:attrNameLst>
                                          </p:cBhvr>
                                          <p:to>
                                            <p:strVal val="visible"/>
                                          </p:to>
                                        </p:set>
                                        <p:animEffect transition="in" filter="wipe(down)">
                                          <p:cBhvr>
                                            <p:cTn id="27" dur="500"/>
                                            <p:tgtEl>
                                              <p:spTgt spid="10">
                                                <p:graphicEl>
                                                  <a:chart seriesIdx="-3" categoryIdx="-3" bldStep="gridLegend"/>
                                                </p:graphicEl>
                                              </p:spTgt>
                                            </p:tgtEl>
                                          </p:cBhvr>
                                        </p:animEffect>
                                      </p:childTnLst>
                                    </p:cTn>
                                  </p:par>
                                </p:childTnLst>
                              </p:cTn>
                            </p:par>
                            <p:par>
                              <p:cTn id="28" fill="hold">
                                <p:stCondLst>
                                  <p:cond delay="2200"/>
                                </p:stCondLst>
                                <p:childTnLst>
                                  <p:par>
                                    <p:cTn id="29" presetID="53" presetClass="entr" presetSubtype="16" fill="hold" grpId="0" nodeType="after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p:cTn id="31" dur="500" fill="hold"/>
                                            <p:tgtEl>
                                              <p:spTgt spid="11"/>
                                            </p:tgtEl>
                                            <p:attrNameLst>
                                              <p:attrName>ppt_w</p:attrName>
                                            </p:attrNameLst>
                                          </p:cBhvr>
                                          <p:tavLst>
                                            <p:tav tm="0">
                                              <p:val>
                                                <p:fltVal val="0"/>
                                              </p:val>
                                            </p:tav>
                                            <p:tav tm="100000">
                                              <p:val>
                                                <p:strVal val="#ppt_w"/>
                                              </p:val>
                                            </p:tav>
                                          </p:tavLst>
                                        </p:anim>
                                        <p:anim calcmode="lin" valueType="num">
                                          <p:cBhvr>
                                            <p:cTn id="32" dur="500" fill="hold"/>
                                            <p:tgtEl>
                                              <p:spTgt spid="11"/>
                                            </p:tgtEl>
                                            <p:attrNameLst>
                                              <p:attrName>ppt_h</p:attrName>
                                            </p:attrNameLst>
                                          </p:cBhvr>
                                          <p:tavLst>
                                            <p:tav tm="0">
                                              <p:val>
                                                <p:fltVal val="0"/>
                                              </p:val>
                                            </p:tav>
                                            <p:tav tm="100000">
                                              <p:val>
                                                <p:strVal val="#ppt_h"/>
                                              </p:val>
                                            </p:tav>
                                          </p:tavLst>
                                        </p:anim>
                                        <p:animEffect transition="in" filter="fade">
                                          <p:cBhvr>
                                            <p:cTn id="33" dur="500"/>
                                            <p:tgtEl>
                                              <p:spTgt spid="11"/>
                                            </p:tgtEl>
                                          </p:cBhvr>
                                        </p:animEffect>
                                      </p:childTnLst>
                                    </p:cTn>
                                  </p:par>
                                </p:childTnLst>
                              </p:cTn>
                            </p:par>
                            <p:par>
                              <p:cTn id="34" fill="hold">
                                <p:stCondLst>
                                  <p:cond delay="2700"/>
                                </p:stCondLst>
                                <p:childTnLst>
                                  <p:par>
                                    <p:cTn id="35" presetID="22" presetClass="entr" presetSubtype="4" fill="hold" grpId="0" nodeType="afterEffect">
                                      <p:stCondLst>
                                        <p:cond delay="0"/>
                                      </p:stCondLst>
                                      <p:childTnLst>
                                        <p:set>
                                          <p:cBhvr>
                                            <p:cTn id="36" dur="1" fill="hold">
                                              <p:stCondLst>
                                                <p:cond delay="0"/>
                                              </p:stCondLst>
                                            </p:cTn>
                                            <p:tgtEl>
                                              <p:spTgt spid="10">
                                                <p:graphicEl>
                                                  <a:chart seriesIdx="0" categoryIdx="-4" bldStep="series"/>
                                                </p:graphicEl>
                                              </p:spTgt>
                                            </p:tgtEl>
                                            <p:attrNameLst>
                                              <p:attrName>style.visibility</p:attrName>
                                            </p:attrNameLst>
                                          </p:cBhvr>
                                          <p:to>
                                            <p:strVal val="visible"/>
                                          </p:to>
                                        </p:set>
                                        <p:animEffect transition="in" filter="wipe(down)">
                                          <p:cBhvr>
                                            <p:cTn id="37" dur="500"/>
                                            <p:tgtEl>
                                              <p:spTgt spid="10">
                                                <p:graphicEl>
                                                  <a:chart seriesIdx="0" categoryIdx="-4" bldStep="series"/>
                                                </p:graphicEl>
                                              </p:spTgt>
                                            </p:tgtEl>
                                          </p:cBhvr>
                                        </p:animEffect>
                                      </p:childTnLst>
                                    </p:cTn>
                                  </p:par>
                                </p:childTnLst>
                              </p:cTn>
                            </p:par>
                            <p:par>
                              <p:cTn id="38" fill="hold">
                                <p:stCondLst>
                                  <p:cond delay="3200"/>
                                </p:stCondLst>
                                <p:childTnLst>
                                  <p:par>
                                    <p:cTn id="39" presetID="22" presetClass="entr" presetSubtype="4" fill="hold" grpId="0" nodeType="afterEffect">
                                      <p:stCondLst>
                                        <p:cond delay="0"/>
                                      </p:stCondLst>
                                      <p:childTnLst>
                                        <p:set>
                                          <p:cBhvr>
                                            <p:cTn id="40" dur="1" fill="hold">
                                              <p:stCondLst>
                                                <p:cond delay="0"/>
                                              </p:stCondLst>
                                            </p:cTn>
                                            <p:tgtEl>
                                              <p:spTgt spid="12">
                                                <p:graphicEl>
                                                  <a:chart seriesIdx="-3" categoryIdx="-3" bldStep="gridLegend"/>
                                                </p:graphicEl>
                                              </p:spTgt>
                                            </p:tgtEl>
                                            <p:attrNameLst>
                                              <p:attrName>style.visibility</p:attrName>
                                            </p:attrNameLst>
                                          </p:cBhvr>
                                          <p:to>
                                            <p:strVal val="visible"/>
                                          </p:to>
                                        </p:set>
                                        <p:animEffect transition="in" filter="wipe(down)">
                                          <p:cBhvr>
                                            <p:cTn id="41" dur="500"/>
                                            <p:tgtEl>
                                              <p:spTgt spid="12">
                                                <p:graphicEl>
                                                  <a:chart seriesIdx="-3" categoryIdx="-3" bldStep="gridLegend"/>
                                                </p:graphicEl>
                                              </p:spTgt>
                                            </p:tgtEl>
                                          </p:cBhvr>
                                        </p:animEffect>
                                      </p:childTnLst>
                                    </p:cTn>
                                  </p:par>
                                </p:childTnLst>
                              </p:cTn>
                            </p:par>
                            <p:par>
                              <p:cTn id="42" fill="hold">
                                <p:stCondLst>
                                  <p:cond delay="3700"/>
                                </p:stCondLst>
                                <p:childTnLst>
                                  <p:par>
                                    <p:cTn id="43" presetID="53" presetClass="entr" presetSubtype="16" fill="hold" grpId="0" nodeType="afterEffect">
                                      <p:stCondLst>
                                        <p:cond delay="0"/>
                                      </p:stCondLst>
                                      <p:childTnLst>
                                        <p:set>
                                          <p:cBhvr>
                                            <p:cTn id="44" dur="1" fill="hold">
                                              <p:stCondLst>
                                                <p:cond delay="0"/>
                                              </p:stCondLst>
                                            </p:cTn>
                                            <p:tgtEl>
                                              <p:spTgt spid="13"/>
                                            </p:tgtEl>
                                            <p:attrNameLst>
                                              <p:attrName>style.visibility</p:attrName>
                                            </p:attrNameLst>
                                          </p:cBhvr>
                                          <p:to>
                                            <p:strVal val="visible"/>
                                          </p:to>
                                        </p:set>
                                        <p:anim calcmode="lin" valueType="num">
                                          <p:cBhvr>
                                            <p:cTn id="45" dur="500" fill="hold"/>
                                            <p:tgtEl>
                                              <p:spTgt spid="13"/>
                                            </p:tgtEl>
                                            <p:attrNameLst>
                                              <p:attrName>ppt_w</p:attrName>
                                            </p:attrNameLst>
                                          </p:cBhvr>
                                          <p:tavLst>
                                            <p:tav tm="0">
                                              <p:val>
                                                <p:fltVal val="0"/>
                                              </p:val>
                                            </p:tav>
                                            <p:tav tm="100000">
                                              <p:val>
                                                <p:strVal val="#ppt_w"/>
                                              </p:val>
                                            </p:tav>
                                          </p:tavLst>
                                        </p:anim>
                                        <p:anim calcmode="lin" valueType="num">
                                          <p:cBhvr>
                                            <p:cTn id="46" dur="500" fill="hold"/>
                                            <p:tgtEl>
                                              <p:spTgt spid="13"/>
                                            </p:tgtEl>
                                            <p:attrNameLst>
                                              <p:attrName>ppt_h</p:attrName>
                                            </p:attrNameLst>
                                          </p:cBhvr>
                                          <p:tavLst>
                                            <p:tav tm="0">
                                              <p:val>
                                                <p:fltVal val="0"/>
                                              </p:val>
                                            </p:tav>
                                            <p:tav tm="100000">
                                              <p:val>
                                                <p:strVal val="#ppt_h"/>
                                              </p:val>
                                            </p:tav>
                                          </p:tavLst>
                                        </p:anim>
                                        <p:animEffect transition="in" filter="fade">
                                          <p:cBhvr>
                                            <p:cTn id="47" dur="500"/>
                                            <p:tgtEl>
                                              <p:spTgt spid="13"/>
                                            </p:tgtEl>
                                          </p:cBhvr>
                                        </p:animEffect>
                                      </p:childTnLst>
                                    </p:cTn>
                                  </p:par>
                                </p:childTnLst>
                              </p:cTn>
                            </p:par>
                            <p:par>
                              <p:cTn id="48" fill="hold">
                                <p:stCondLst>
                                  <p:cond delay="4200"/>
                                </p:stCondLst>
                                <p:childTnLst>
                                  <p:par>
                                    <p:cTn id="49" presetID="22" presetClass="entr" presetSubtype="4" fill="hold" grpId="0" nodeType="afterEffect">
                                      <p:stCondLst>
                                        <p:cond delay="0"/>
                                      </p:stCondLst>
                                      <p:childTnLst>
                                        <p:set>
                                          <p:cBhvr>
                                            <p:cTn id="50" dur="1" fill="hold">
                                              <p:stCondLst>
                                                <p:cond delay="0"/>
                                              </p:stCondLst>
                                            </p:cTn>
                                            <p:tgtEl>
                                              <p:spTgt spid="12">
                                                <p:graphicEl>
                                                  <a:chart seriesIdx="0" categoryIdx="-4" bldStep="series"/>
                                                </p:graphicEl>
                                              </p:spTgt>
                                            </p:tgtEl>
                                            <p:attrNameLst>
                                              <p:attrName>style.visibility</p:attrName>
                                            </p:attrNameLst>
                                          </p:cBhvr>
                                          <p:to>
                                            <p:strVal val="visible"/>
                                          </p:to>
                                        </p:set>
                                        <p:animEffect transition="in" filter="wipe(down)">
                                          <p:cBhvr>
                                            <p:cTn id="51" dur="500"/>
                                            <p:tgtEl>
                                              <p:spTgt spid="12">
                                                <p:graphicEl>
                                                  <a:chart seriesIdx="0" categoryIdx="-4" bldStep="series"/>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Sub>
              <a:bldChart bld="series"/>
            </p:bldSub>
          </p:bldGraphic>
          <p:bldP spid="11" grpId="0"/>
          <p:bldGraphic spid="12" grpId="0">
            <p:bldSub>
              <a:bldChart bld="series"/>
            </p:bldSub>
          </p:bldGraphic>
          <p:bldP spid="13" grpId="0"/>
        </p:bldLst>
      </p:timing>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原创设计师QQ598969553          _1"/>
          <p:cNvSpPr/>
          <p:nvPr/>
        </p:nvSpPr>
        <p:spPr>
          <a:xfrm>
            <a:off x="3984952" y="1901409"/>
            <a:ext cx="5159048" cy="132371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3" name="原创设计师QQ598969553          _2"/>
          <p:cNvGrpSpPr/>
          <p:nvPr/>
        </p:nvGrpSpPr>
        <p:grpSpPr>
          <a:xfrm>
            <a:off x="2926908" y="1901409"/>
            <a:ext cx="1497888" cy="1327566"/>
            <a:chOff x="2926908" y="1901409"/>
            <a:chExt cx="1497888" cy="1327566"/>
          </a:xfrm>
        </p:grpSpPr>
        <p:grpSp>
          <p:nvGrpSpPr>
            <p:cNvPr id="25" name="组合 24"/>
            <p:cNvGrpSpPr/>
            <p:nvPr/>
          </p:nvGrpSpPr>
          <p:grpSpPr>
            <a:xfrm rot="5400000">
              <a:off x="3012069" y="1816248"/>
              <a:ext cx="1327566" cy="1497888"/>
              <a:chOff x="4468733" y="2771468"/>
              <a:chExt cx="1487127" cy="1677919"/>
            </a:xfrm>
          </p:grpSpPr>
          <p:sp>
            <p:nvSpPr>
              <p:cNvPr id="27" name="Freeform 5"/>
              <p:cNvSpPr>
                <a:spLocks/>
              </p:cNvSpPr>
              <p:nvPr/>
            </p:nvSpPr>
            <p:spPr bwMode="auto">
              <a:xfrm rot="5400000">
                <a:off x="4373337" y="2866864"/>
                <a:ext cx="1677919" cy="148712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0">
                    <a:schemeClr val="bg1"/>
                  </a:gs>
                  <a:gs pos="100000">
                    <a:srgbClr val="DCDCDC"/>
                  </a:gs>
                </a:gsLst>
                <a:lin ang="2700000" scaled="0"/>
              </a:gradFill>
              <a:ln w="19050">
                <a:gradFill>
                  <a:gsLst>
                    <a:gs pos="0">
                      <a:srgbClr val="ADADAD"/>
                    </a:gs>
                    <a:gs pos="66000">
                      <a:schemeClr val="bg1"/>
                    </a:gs>
                  </a:gsLst>
                  <a:lin ang="2700000" scaled="0"/>
                </a:gradFill>
              </a:ln>
              <a:effectLst>
                <a:outerShdw blurRad="1143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a:p>
            </p:txBody>
          </p:sp>
          <p:sp>
            <p:nvSpPr>
              <p:cNvPr id="28" name="Freeform 5"/>
              <p:cNvSpPr>
                <a:spLocks/>
              </p:cNvSpPr>
              <p:nvPr/>
            </p:nvSpPr>
            <p:spPr bwMode="auto">
              <a:xfrm rot="5400000">
                <a:off x="4600910" y="3068560"/>
                <a:ext cx="1222771" cy="108373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1"/>
              </a:solidFill>
              <a:ln w="15875">
                <a:noFill/>
              </a:ln>
              <a:effectLst>
                <a:innerShdw blurRad="63500" dist="25400" dir="2700000">
                  <a:prstClr val="black">
                    <a:alpha val="50000"/>
                  </a:prstClr>
                </a:innerShdw>
              </a:effectLst>
            </p:spPr>
            <p:txBody>
              <a:bodyPr vert="horz" wrap="square" lIns="91440" tIns="45720" rIns="91440" bIns="45720" numCol="1" anchor="t" anchorCtr="0" compatLnSpc="1">
                <a:prstTxWarp prst="textNoShape">
                  <a:avLst/>
                </a:prstTxWarp>
              </a:bodyPr>
              <a:lstStyle/>
              <a:p>
                <a:endParaRPr lang="zh-CN" altLang="en-US" dirty="0"/>
              </a:p>
            </p:txBody>
          </p:sp>
        </p:grpSp>
        <p:sp>
          <p:nvSpPr>
            <p:cNvPr id="26" name="TextBox 6"/>
            <p:cNvSpPr txBox="1"/>
            <p:nvPr/>
          </p:nvSpPr>
          <p:spPr>
            <a:xfrm>
              <a:off x="3366751" y="2272804"/>
              <a:ext cx="618201" cy="584775"/>
            </a:xfrm>
            <a:prstGeom prst="rect">
              <a:avLst/>
            </a:prstGeom>
            <a:noFill/>
          </p:spPr>
          <p:txBody>
            <a:bodyPr wrap="square" rtlCol="0">
              <a:spAutoFit/>
            </a:bodyPr>
            <a:lstStyle/>
            <a:p>
              <a:pPr algn="ctr"/>
              <a:r>
                <a:rPr lang="en-US" altLang="zh-CN" sz="3200" dirty="0">
                  <a:solidFill>
                    <a:schemeClr val="bg1"/>
                  </a:solidFill>
                  <a:latin typeface="Impact" panose="020B0806030902050204" pitchFamily="34" charset="0"/>
                  <a:ea typeface="微软雅黑" panose="020B0503020204020204" pitchFamily="34" charset="-122"/>
                </a:rPr>
                <a:t>04</a:t>
              </a:r>
              <a:endParaRPr lang="zh-CN" altLang="en-US" sz="3200" dirty="0">
                <a:solidFill>
                  <a:schemeClr val="bg1"/>
                </a:solidFill>
                <a:latin typeface="Impact" panose="020B0806030902050204" pitchFamily="34" charset="0"/>
                <a:ea typeface="微软雅黑" panose="020B0503020204020204" pitchFamily="34" charset="-122"/>
              </a:endParaRPr>
            </a:p>
          </p:txBody>
        </p:sp>
      </p:grpSp>
      <p:sp>
        <p:nvSpPr>
          <p:cNvPr id="39" name="原创设计师QQ598969553          _3"/>
          <p:cNvSpPr/>
          <p:nvPr/>
        </p:nvSpPr>
        <p:spPr>
          <a:xfrm>
            <a:off x="5560624" y="2245339"/>
            <a:ext cx="1338828" cy="369332"/>
          </a:xfrm>
          <a:prstGeom prst="rect">
            <a:avLst/>
          </a:prstGeom>
        </p:spPr>
        <p:txBody>
          <a:bodyPr wrap="none">
            <a:spAutoFit/>
          </a:bodyPr>
          <a:lstStyle/>
          <a:p>
            <a:pPr algn="ctr"/>
            <a:r>
              <a:rPr lang="zh-CN" altLang="en-US" b="1" dirty="0">
                <a:solidFill>
                  <a:schemeClr val="bg1"/>
                </a:solidFill>
                <a:latin typeface="华文细黑" panose="02010600040101010101" pitchFamily="2" charset="-122"/>
                <a:ea typeface="华文细黑" panose="02010600040101010101" pitchFamily="2" charset="-122"/>
              </a:rPr>
              <a:t>发展与计划</a:t>
            </a:r>
          </a:p>
        </p:txBody>
      </p:sp>
      <p:sp>
        <p:nvSpPr>
          <p:cNvPr id="40" name="原创设计师QQ598969553          _4"/>
          <p:cNvSpPr/>
          <p:nvPr/>
        </p:nvSpPr>
        <p:spPr>
          <a:xfrm>
            <a:off x="5667478" y="2682905"/>
            <a:ext cx="1165704" cy="276999"/>
          </a:xfrm>
          <a:prstGeom prst="rect">
            <a:avLst/>
          </a:prstGeom>
        </p:spPr>
        <p:txBody>
          <a:bodyPr wrap="none">
            <a:spAutoFit/>
          </a:bodyPr>
          <a:lstStyle/>
          <a:p>
            <a:pPr algn="ctr"/>
            <a:r>
              <a:rPr lang="en-US" altLang="zh-CN" sz="1200" b="1" dirty="0">
                <a:solidFill>
                  <a:schemeClr val="bg1"/>
                </a:solidFill>
                <a:latin typeface="华文细黑" panose="02010600040101010101" pitchFamily="2" charset="-122"/>
                <a:ea typeface="华文细黑" panose="02010600040101010101" pitchFamily="2" charset="-122"/>
              </a:rPr>
              <a:t>(</a:t>
            </a:r>
            <a:r>
              <a:rPr lang="zh-CN" altLang="en-US" sz="1200" b="1" dirty="0">
                <a:solidFill>
                  <a:schemeClr val="bg1"/>
                </a:solidFill>
                <a:latin typeface="华文细黑" panose="02010600040101010101" pitchFamily="2" charset="-122"/>
                <a:ea typeface="华文细黑" panose="02010600040101010101" pitchFamily="2" charset="-122"/>
              </a:rPr>
              <a:t>打算怎么做）</a:t>
            </a:r>
          </a:p>
        </p:txBody>
      </p:sp>
      <p:sp>
        <p:nvSpPr>
          <p:cNvPr id="41" name="原创设计师QQ598969553          _5"/>
          <p:cNvSpPr txBox="1"/>
          <p:nvPr/>
        </p:nvSpPr>
        <p:spPr>
          <a:xfrm>
            <a:off x="4756556" y="3486546"/>
            <a:ext cx="1249060" cy="307777"/>
          </a:xfrm>
          <a:prstGeom prst="rect">
            <a:avLst/>
          </a:prstGeom>
          <a:noFill/>
        </p:spPr>
        <p:txBody>
          <a:bodyPr wrap="none" rtlCol="0">
            <a:spAutoFit/>
          </a:bodyPr>
          <a:lstStyle/>
          <a:p>
            <a:pPr marL="342900" indent="-342900">
              <a:buFont typeface="Wingdings" panose="05000000000000000000" pitchFamily="2" charset="2"/>
              <a:buChar char="l"/>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总体思路</a:t>
            </a:r>
          </a:p>
        </p:txBody>
      </p:sp>
      <p:sp>
        <p:nvSpPr>
          <p:cNvPr id="42" name="原创设计师QQ598969553          _6"/>
          <p:cNvSpPr txBox="1"/>
          <p:nvPr/>
        </p:nvSpPr>
        <p:spPr>
          <a:xfrm>
            <a:off x="6580713" y="3486546"/>
            <a:ext cx="1608133" cy="307777"/>
          </a:xfrm>
          <a:prstGeom prst="rect">
            <a:avLst/>
          </a:prstGeom>
          <a:noFill/>
        </p:spPr>
        <p:txBody>
          <a:bodyPr wrap="none" rtlCol="0">
            <a:spAutoFit/>
          </a:bodyPr>
          <a:lstStyle/>
          <a:p>
            <a:pPr marL="342900" indent="-342900">
              <a:buFont typeface="Wingdings" panose="05000000000000000000" pitchFamily="2" charset="2"/>
              <a:buChar char="l"/>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计划实施阶段</a:t>
            </a:r>
          </a:p>
        </p:txBody>
      </p:sp>
      <p:sp>
        <p:nvSpPr>
          <p:cNvPr id="43" name="原创设计师QQ598969553          _7"/>
          <p:cNvSpPr txBox="1"/>
          <p:nvPr/>
        </p:nvSpPr>
        <p:spPr>
          <a:xfrm>
            <a:off x="4756556" y="3867100"/>
            <a:ext cx="1608133" cy="307777"/>
          </a:xfrm>
          <a:prstGeom prst="rect">
            <a:avLst/>
          </a:prstGeom>
          <a:noFill/>
        </p:spPr>
        <p:txBody>
          <a:bodyPr wrap="none" rtlCol="0">
            <a:spAutoFit/>
          </a:bodyPr>
          <a:lstStyle/>
          <a:p>
            <a:pPr marL="342900" indent="-342900">
              <a:buFont typeface="Wingdings" panose="05000000000000000000" pitchFamily="2" charset="2"/>
              <a:buChar char="l"/>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具体目标规划</a:t>
            </a:r>
          </a:p>
        </p:txBody>
      </p:sp>
      <p:sp>
        <p:nvSpPr>
          <p:cNvPr id="44" name="原创设计师QQ598969553          _8"/>
          <p:cNvSpPr txBox="1"/>
          <p:nvPr/>
        </p:nvSpPr>
        <p:spPr>
          <a:xfrm>
            <a:off x="6580714" y="3867100"/>
            <a:ext cx="1608133" cy="307777"/>
          </a:xfrm>
          <a:prstGeom prst="rect">
            <a:avLst/>
          </a:prstGeom>
          <a:noFill/>
        </p:spPr>
        <p:txBody>
          <a:bodyPr wrap="none" rtlCol="0">
            <a:spAutoFit/>
          </a:bodyPr>
          <a:lstStyle/>
          <a:p>
            <a:pPr marL="342900" indent="-342900">
              <a:buFont typeface="Wingdings" panose="05000000000000000000" pitchFamily="2" charset="2"/>
              <a:buChar char="l"/>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能力提升计划</a:t>
            </a:r>
          </a:p>
        </p:txBody>
      </p:sp>
      <p:pic>
        <p:nvPicPr>
          <p:cNvPr id="14" name="Picture 64"/>
          <p:cNvPicPr>
            <a:picLocks noGrp="1" noSelect="1" noRot="1" noChangeAspect="1" noMove="1" noResize="1" noChangeShapeType="1"/>
          </p:cNvPicPr>
          <p:nvPr/>
        </p:nvPicPr>
        <p:blipFill>
          <a:blip r:embed="rId3"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1283647379"/>
      </p:ext>
    </p:extLst>
  </p:cSld>
  <p:clrMapOvr>
    <a:masterClrMapping/>
  </p:clrMapOvr>
  <mc:AlternateContent xmlns:mc="http://schemas.openxmlformats.org/markup-compatibility/2006" xmlns:p14="http://schemas.microsoft.com/office/powerpoint/2010/main">
    <mc:Choice Requires="p14">
      <p:transition spd="slow" p14:dur="1250" advClick="0" advTm="0">
        <p14:flip dir="r"/>
      </p:transition>
    </mc:Choice>
    <mc:Fallback xmlns="">
      <p:transition spd="slow" advClick="0"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p:cTn id="7" dur="500" fill="hold"/>
                                            <p:tgtEl>
                                              <p:spTgt spid="23"/>
                                            </p:tgtEl>
                                            <p:attrNameLst>
                                              <p:attrName>ppt_w</p:attrName>
                                            </p:attrNameLst>
                                          </p:cBhvr>
                                          <p:tavLst>
                                            <p:tav tm="0">
                                              <p:val>
                                                <p:fltVal val="0"/>
                                              </p:val>
                                            </p:tav>
                                            <p:tav tm="100000">
                                              <p:val>
                                                <p:strVal val="#ppt_w"/>
                                              </p:val>
                                            </p:tav>
                                          </p:tavLst>
                                        </p:anim>
                                        <p:anim calcmode="lin" valueType="num">
                                          <p:cBhvr>
                                            <p:cTn id="8" dur="500" fill="hold"/>
                                            <p:tgtEl>
                                              <p:spTgt spid="23"/>
                                            </p:tgtEl>
                                            <p:attrNameLst>
                                              <p:attrName>ppt_h</p:attrName>
                                            </p:attrNameLst>
                                          </p:cBhvr>
                                          <p:tavLst>
                                            <p:tav tm="0">
                                              <p:val>
                                                <p:fltVal val="0"/>
                                              </p:val>
                                            </p:tav>
                                            <p:tav tm="100000">
                                              <p:val>
                                                <p:strVal val="#ppt_h"/>
                                              </p:val>
                                            </p:tav>
                                          </p:tavLst>
                                        </p:anim>
                                        <p:animEffect transition="in" filter="fade">
                                          <p:cBhvr>
                                            <p:cTn id="9" dur="500"/>
                                            <p:tgtEl>
                                              <p:spTgt spid="23"/>
                                            </p:tgtEl>
                                          </p:cBhvr>
                                        </p:animEffec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wipe(left)">
                                          <p:cBhvr>
                                            <p:cTn id="13" dur="500"/>
                                            <p:tgtEl>
                                              <p:spTgt spid="22"/>
                                            </p:tgtEl>
                                          </p:cBhvr>
                                        </p:animEffect>
                                      </p:childTnLst>
                                    </p:cTn>
                                  </p:par>
                                  <p:par>
                                    <p:cTn id="14" presetID="2" presetClass="entr" presetSubtype="4" fill="hold" grpId="0" nodeType="withEffect" p14:presetBounceEnd="60000">
                                      <p:stCondLst>
                                        <p:cond delay="1100"/>
                                      </p:stCondLst>
                                      <p:childTnLst>
                                        <p:set>
                                          <p:cBhvr>
                                            <p:cTn id="15" dur="1" fill="hold">
                                              <p:stCondLst>
                                                <p:cond delay="0"/>
                                              </p:stCondLst>
                                            </p:cTn>
                                            <p:tgtEl>
                                              <p:spTgt spid="41"/>
                                            </p:tgtEl>
                                            <p:attrNameLst>
                                              <p:attrName>style.visibility</p:attrName>
                                            </p:attrNameLst>
                                          </p:cBhvr>
                                          <p:to>
                                            <p:strVal val="visible"/>
                                          </p:to>
                                        </p:set>
                                        <p:anim calcmode="lin" valueType="num" p14:bounceEnd="60000">
                                          <p:cBhvr additive="base">
                                            <p:cTn id="16" dur="750" fill="hold"/>
                                            <p:tgtEl>
                                              <p:spTgt spid="41"/>
                                            </p:tgtEl>
                                            <p:attrNameLst>
                                              <p:attrName>ppt_x</p:attrName>
                                            </p:attrNameLst>
                                          </p:cBhvr>
                                          <p:tavLst>
                                            <p:tav tm="0">
                                              <p:val>
                                                <p:strVal val="#ppt_x"/>
                                              </p:val>
                                            </p:tav>
                                            <p:tav tm="100000">
                                              <p:val>
                                                <p:strVal val="#ppt_x"/>
                                              </p:val>
                                            </p:tav>
                                          </p:tavLst>
                                        </p:anim>
                                        <p:anim calcmode="lin" valueType="num" p14:bounceEnd="60000">
                                          <p:cBhvr additive="base">
                                            <p:cTn id="17" dur="750" fill="hold"/>
                                            <p:tgtEl>
                                              <p:spTgt spid="41"/>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14:presetBounceEnd="60000">
                                      <p:stCondLst>
                                        <p:cond delay="1300"/>
                                      </p:stCondLst>
                                      <p:childTnLst>
                                        <p:set>
                                          <p:cBhvr>
                                            <p:cTn id="19" dur="1" fill="hold">
                                              <p:stCondLst>
                                                <p:cond delay="0"/>
                                              </p:stCondLst>
                                            </p:cTn>
                                            <p:tgtEl>
                                              <p:spTgt spid="43"/>
                                            </p:tgtEl>
                                            <p:attrNameLst>
                                              <p:attrName>style.visibility</p:attrName>
                                            </p:attrNameLst>
                                          </p:cBhvr>
                                          <p:to>
                                            <p:strVal val="visible"/>
                                          </p:to>
                                        </p:set>
                                        <p:anim calcmode="lin" valueType="num" p14:bounceEnd="60000">
                                          <p:cBhvr additive="base">
                                            <p:cTn id="20" dur="750" fill="hold"/>
                                            <p:tgtEl>
                                              <p:spTgt spid="43"/>
                                            </p:tgtEl>
                                            <p:attrNameLst>
                                              <p:attrName>ppt_x</p:attrName>
                                            </p:attrNameLst>
                                          </p:cBhvr>
                                          <p:tavLst>
                                            <p:tav tm="0">
                                              <p:val>
                                                <p:strVal val="#ppt_x"/>
                                              </p:val>
                                            </p:tav>
                                            <p:tav tm="100000">
                                              <p:val>
                                                <p:strVal val="#ppt_x"/>
                                              </p:val>
                                            </p:tav>
                                          </p:tavLst>
                                        </p:anim>
                                        <p:anim calcmode="lin" valueType="num" p14:bounceEnd="60000">
                                          <p:cBhvr additive="base">
                                            <p:cTn id="21" dur="750" fill="hold"/>
                                            <p:tgtEl>
                                              <p:spTgt spid="43"/>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14:presetBounceEnd="60000">
                                      <p:stCondLst>
                                        <p:cond delay="1500"/>
                                      </p:stCondLst>
                                      <p:childTnLst>
                                        <p:set>
                                          <p:cBhvr>
                                            <p:cTn id="23" dur="1" fill="hold">
                                              <p:stCondLst>
                                                <p:cond delay="0"/>
                                              </p:stCondLst>
                                            </p:cTn>
                                            <p:tgtEl>
                                              <p:spTgt spid="42"/>
                                            </p:tgtEl>
                                            <p:attrNameLst>
                                              <p:attrName>style.visibility</p:attrName>
                                            </p:attrNameLst>
                                          </p:cBhvr>
                                          <p:to>
                                            <p:strVal val="visible"/>
                                          </p:to>
                                        </p:set>
                                        <p:anim calcmode="lin" valueType="num" p14:bounceEnd="60000">
                                          <p:cBhvr additive="base">
                                            <p:cTn id="24" dur="750" fill="hold"/>
                                            <p:tgtEl>
                                              <p:spTgt spid="42"/>
                                            </p:tgtEl>
                                            <p:attrNameLst>
                                              <p:attrName>ppt_x</p:attrName>
                                            </p:attrNameLst>
                                          </p:cBhvr>
                                          <p:tavLst>
                                            <p:tav tm="0">
                                              <p:val>
                                                <p:strVal val="#ppt_x"/>
                                              </p:val>
                                            </p:tav>
                                            <p:tav tm="100000">
                                              <p:val>
                                                <p:strVal val="#ppt_x"/>
                                              </p:val>
                                            </p:tav>
                                          </p:tavLst>
                                        </p:anim>
                                        <p:anim calcmode="lin" valueType="num" p14:bounceEnd="60000">
                                          <p:cBhvr additive="base">
                                            <p:cTn id="25" dur="750" fill="hold"/>
                                            <p:tgtEl>
                                              <p:spTgt spid="42"/>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14:presetBounceEnd="60000">
                                      <p:stCondLst>
                                        <p:cond delay="1700"/>
                                      </p:stCondLst>
                                      <p:childTnLst>
                                        <p:set>
                                          <p:cBhvr>
                                            <p:cTn id="27" dur="1" fill="hold">
                                              <p:stCondLst>
                                                <p:cond delay="0"/>
                                              </p:stCondLst>
                                            </p:cTn>
                                            <p:tgtEl>
                                              <p:spTgt spid="44"/>
                                            </p:tgtEl>
                                            <p:attrNameLst>
                                              <p:attrName>style.visibility</p:attrName>
                                            </p:attrNameLst>
                                          </p:cBhvr>
                                          <p:to>
                                            <p:strVal val="visible"/>
                                          </p:to>
                                        </p:set>
                                        <p:anim calcmode="lin" valueType="num" p14:bounceEnd="60000">
                                          <p:cBhvr additive="base">
                                            <p:cTn id="28" dur="750" fill="hold"/>
                                            <p:tgtEl>
                                              <p:spTgt spid="44"/>
                                            </p:tgtEl>
                                            <p:attrNameLst>
                                              <p:attrName>ppt_x</p:attrName>
                                            </p:attrNameLst>
                                          </p:cBhvr>
                                          <p:tavLst>
                                            <p:tav tm="0">
                                              <p:val>
                                                <p:strVal val="#ppt_x"/>
                                              </p:val>
                                            </p:tav>
                                            <p:tav tm="100000">
                                              <p:val>
                                                <p:strVal val="#ppt_x"/>
                                              </p:val>
                                            </p:tav>
                                          </p:tavLst>
                                        </p:anim>
                                        <p:anim calcmode="lin" valueType="num" p14:bounceEnd="60000">
                                          <p:cBhvr additive="base">
                                            <p:cTn id="29" dur="750" fill="hold"/>
                                            <p:tgtEl>
                                              <p:spTgt spid="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41" grpId="0"/>
          <p:bldP spid="42" grpId="0"/>
          <p:bldP spid="43" grpId="0"/>
          <p:bldP spid="44"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p:cTn id="7" dur="500" fill="hold"/>
                                            <p:tgtEl>
                                              <p:spTgt spid="23"/>
                                            </p:tgtEl>
                                            <p:attrNameLst>
                                              <p:attrName>ppt_w</p:attrName>
                                            </p:attrNameLst>
                                          </p:cBhvr>
                                          <p:tavLst>
                                            <p:tav tm="0">
                                              <p:val>
                                                <p:fltVal val="0"/>
                                              </p:val>
                                            </p:tav>
                                            <p:tav tm="100000">
                                              <p:val>
                                                <p:strVal val="#ppt_w"/>
                                              </p:val>
                                            </p:tav>
                                          </p:tavLst>
                                        </p:anim>
                                        <p:anim calcmode="lin" valueType="num">
                                          <p:cBhvr>
                                            <p:cTn id="8" dur="500" fill="hold"/>
                                            <p:tgtEl>
                                              <p:spTgt spid="23"/>
                                            </p:tgtEl>
                                            <p:attrNameLst>
                                              <p:attrName>ppt_h</p:attrName>
                                            </p:attrNameLst>
                                          </p:cBhvr>
                                          <p:tavLst>
                                            <p:tav tm="0">
                                              <p:val>
                                                <p:fltVal val="0"/>
                                              </p:val>
                                            </p:tav>
                                            <p:tav tm="100000">
                                              <p:val>
                                                <p:strVal val="#ppt_h"/>
                                              </p:val>
                                            </p:tav>
                                          </p:tavLst>
                                        </p:anim>
                                        <p:animEffect transition="in" filter="fade">
                                          <p:cBhvr>
                                            <p:cTn id="9" dur="500"/>
                                            <p:tgtEl>
                                              <p:spTgt spid="23"/>
                                            </p:tgtEl>
                                          </p:cBhvr>
                                        </p:animEffec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wipe(left)">
                                          <p:cBhvr>
                                            <p:cTn id="13" dur="500"/>
                                            <p:tgtEl>
                                              <p:spTgt spid="22"/>
                                            </p:tgtEl>
                                          </p:cBhvr>
                                        </p:animEffect>
                                      </p:childTnLst>
                                    </p:cTn>
                                  </p:par>
                                  <p:par>
                                    <p:cTn id="14" presetID="2" presetClass="entr" presetSubtype="4" fill="hold" grpId="0" nodeType="withEffect">
                                      <p:stCondLst>
                                        <p:cond delay="1100"/>
                                      </p:stCondLst>
                                      <p:childTnLst>
                                        <p:set>
                                          <p:cBhvr>
                                            <p:cTn id="15" dur="1" fill="hold">
                                              <p:stCondLst>
                                                <p:cond delay="0"/>
                                              </p:stCondLst>
                                            </p:cTn>
                                            <p:tgtEl>
                                              <p:spTgt spid="41"/>
                                            </p:tgtEl>
                                            <p:attrNameLst>
                                              <p:attrName>style.visibility</p:attrName>
                                            </p:attrNameLst>
                                          </p:cBhvr>
                                          <p:to>
                                            <p:strVal val="visible"/>
                                          </p:to>
                                        </p:set>
                                        <p:anim calcmode="lin" valueType="num">
                                          <p:cBhvr additive="base">
                                            <p:cTn id="16" dur="750" fill="hold"/>
                                            <p:tgtEl>
                                              <p:spTgt spid="41"/>
                                            </p:tgtEl>
                                            <p:attrNameLst>
                                              <p:attrName>ppt_x</p:attrName>
                                            </p:attrNameLst>
                                          </p:cBhvr>
                                          <p:tavLst>
                                            <p:tav tm="0">
                                              <p:val>
                                                <p:strVal val="#ppt_x"/>
                                              </p:val>
                                            </p:tav>
                                            <p:tav tm="100000">
                                              <p:val>
                                                <p:strVal val="#ppt_x"/>
                                              </p:val>
                                            </p:tav>
                                          </p:tavLst>
                                        </p:anim>
                                        <p:anim calcmode="lin" valueType="num">
                                          <p:cBhvr additive="base">
                                            <p:cTn id="17" dur="750" fill="hold"/>
                                            <p:tgtEl>
                                              <p:spTgt spid="41"/>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1300"/>
                                      </p:stCondLst>
                                      <p:childTnLst>
                                        <p:set>
                                          <p:cBhvr>
                                            <p:cTn id="19" dur="1" fill="hold">
                                              <p:stCondLst>
                                                <p:cond delay="0"/>
                                              </p:stCondLst>
                                            </p:cTn>
                                            <p:tgtEl>
                                              <p:spTgt spid="43"/>
                                            </p:tgtEl>
                                            <p:attrNameLst>
                                              <p:attrName>style.visibility</p:attrName>
                                            </p:attrNameLst>
                                          </p:cBhvr>
                                          <p:to>
                                            <p:strVal val="visible"/>
                                          </p:to>
                                        </p:set>
                                        <p:anim calcmode="lin" valueType="num">
                                          <p:cBhvr additive="base">
                                            <p:cTn id="20" dur="750" fill="hold"/>
                                            <p:tgtEl>
                                              <p:spTgt spid="43"/>
                                            </p:tgtEl>
                                            <p:attrNameLst>
                                              <p:attrName>ppt_x</p:attrName>
                                            </p:attrNameLst>
                                          </p:cBhvr>
                                          <p:tavLst>
                                            <p:tav tm="0">
                                              <p:val>
                                                <p:strVal val="#ppt_x"/>
                                              </p:val>
                                            </p:tav>
                                            <p:tav tm="100000">
                                              <p:val>
                                                <p:strVal val="#ppt_x"/>
                                              </p:val>
                                            </p:tav>
                                          </p:tavLst>
                                        </p:anim>
                                        <p:anim calcmode="lin" valueType="num">
                                          <p:cBhvr additive="base">
                                            <p:cTn id="21" dur="750" fill="hold"/>
                                            <p:tgtEl>
                                              <p:spTgt spid="43"/>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1500"/>
                                      </p:stCondLst>
                                      <p:childTnLst>
                                        <p:set>
                                          <p:cBhvr>
                                            <p:cTn id="23" dur="1" fill="hold">
                                              <p:stCondLst>
                                                <p:cond delay="0"/>
                                              </p:stCondLst>
                                            </p:cTn>
                                            <p:tgtEl>
                                              <p:spTgt spid="42"/>
                                            </p:tgtEl>
                                            <p:attrNameLst>
                                              <p:attrName>style.visibility</p:attrName>
                                            </p:attrNameLst>
                                          </p:cBhvr>
                                          <p:to>
                                            <p:strVal val="visible"/>
                                          </p:to>
                                        </p:set>
                                        <p:anim calcmode="lin" valueType="num">
                                          <p:cBhvr additive="base">
                                            <p:cTn id="24" dur="750" fill="hold"/>
                                            <p:tgtEl>
                                              <p:spTgt spid="42"/>
                                            </p:tgtEl>
                                            <p:attrNameLst>
                                              <p:attrName>ppt_x</p:attrName>
                                            </p:attrNameLst>
                                          </p:cBhvr>
                                          <p:tavLst>
                                            <p:tav tm="0">
                                              <p:val>
                                                <p:strVal val="#ppt_x"/>
                                              </p:val>
                                            </p:tav>
                                            <p:tav tm="100000">
                                              <p:val>
                                                <p:strVal val="#ppt_x"/>
                                              </p:val>
                                            </p:tav>
                                          </p:tavLst>
                                        </p:anim>
                                        <p:anim calcmode="lin" valueType="num">
                                          <p:cBhvr additive="base">
                                            <p:cTn id="25" dur="750" fill="hold"/>
                                            <p:tgtEl>
                                              <p:spTgt spid="42"/>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1700"/>
                                      </p:stCondLst>
                                      <p:childTnLst>
                                        <p:set>
                                          <p:cBhvr>
                                            <p:cTn id="27" dur="1" fill="hold">
                                              <p:stCondLst>
                                                <p:cond delay="0"/>
                                              </p:stCondLst>
                                            </p:cTn>
                                            <p:tgtEl>
                                              <p:spTgt spid="44"/>
                                            </p:tgtEl>
                                            <p:attrNameLst>
                                              <p:attrName>style.visibility</p:attrName>
                                            </p:attrNameLst>
                                          </p:cBhvr>
                                          <p:to>
                                            <p:strVal val="visible"/>
                                          </p:to>
                                        </p:set>
                                        <p:anim calcmode="lin" valueType="num">
                                          <p:cBhvr additive="base">
                                            <p:cTn id="28" dur="750" fill="hold"/>
                                            <p:tgtEl>
                                              <p:spTgt spid="44"/>
                                            </p:tgtEl>
                                            <p:attrNameLst>
                                              <p:attrName>ppt_x</p:attrName>
                                            </p:attrNameLst>
                                          </p:cBhvr>
                                          <p:tavLst>
                                            <p:tav tm="0">
                                              <p:val>
                                                <p:strVal val="#ppt_x"/>
                                              </p:val>
                                            </p:tav>
                                            <p:tav tm="100000">
                                              <p:val>
                                                <p:strVal val="#ppt_x"/>
                                              </p:val>
                                            </p:tav>
                                          </p:tavLst>
                                        </p:anim>
                                        <p:anim calcmode="lin" valueType="num">
                                          <p:cBhvr additive="base">
                                            <p:cTn id="29" dur="750" fill="hold"/>
                                            <p:tgtEl>
                                              <p:spTgt spid="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41" grpId="0"/>
          <p:bldP spid="42" grpId="0"/>
          <p:bldP spid="43" grpId="0"/>
          <p:bldP spid="44" grpId="0"/>
        </p:bldLst>
      </p:timing>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6" name="原创设计师QQ598969553          _1"/>
          <p:cNvGrpSpPr/>
          <p:nvPr/>
        </p:nvGrpSpPr>
        <p:grpSpPr>
          <a:xfrm>
            <a:off x="2730854" y="2981478"/>
            <a:ext cx="5153514" cy="467806"/>
            <a:chOff x="2330673" y="2010009"/>
            <a:chExt cx="1739454" cy="1412819"/>
          </a:xfrm>
        </p:grpSpPr>
        <p:sp>
          <p:nvSpPr>
            <p:cNvPr id="117" name="圆角矩形 116"/>
            <p:cNvSpPr/>
            <p:nvPr/>
          </p:nvSpPr>
          <p:spPr>
            <a:xfrm>
              <a:off x="2330673" y="2010009"/>
              <a:ext cx="1739454" cy="1412819"/>
            </a:xfrm>
            <a:prstGeom prst="roundRect">
              <a:avLst>
                <a:gd name="adj" fmla="val 0"/>
              </a:avLst>
            </a:prstGeom>
            <a:solidFill>
              <a:schemeClr val="accent1"/>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Calibri"/>
                <a:ea typeface="宋体" panose="02010600030101010101" pitchFamily="2" charset="-122"/>
              </a:endParaRPr>
            </a:p>
          </p:txBody>
        </p:sp>
        <p:sp>
          <p:nvSpPr>
            <p:cNvPr id="118" name="圆角矩形 117"/>
            <p:cNvSpPr/>
            <p:nvPr/>
          </p:nvSpPr>
          <p:spPr>
            <a:xfrm>
              <a:off x="2358539" y="2269028"/>
              <a:ext cx="1687412" cy="892897"/>
            </a:xfrm>
            <a:prstGeom prst="roundRect">
              <a:avLst>
                <a:gd name="adj" fmla="val 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2540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Calibri"/>
                <a:ea typeface="宋体" panose="02010600030101010101" pitchFamily="2" charset="-122"/>
              </a:endParaRPr>
            </a:p>
          </p:txBody>
        </p:sp>
      </p:grpSp>
      <p:grpSp>
        <p:nvGrpSpPr>
          <p:cNvPr id="110" name="原创设计师QQ598969553          _2"/>
          <p:cNvGrpSpPr/>
          <p:nvPr/>
        </p:nvGrpSpPr>
        <p:grpSpPr>
          <a:xfrm>
            <a:off x="2730854" y="1253418"/>
            <a:ext cx="5153514" cy="467806"/>
            <a:chOff x="2330673" y="2010009"/>
            <a:chExt cx="1739454" cy="1412819"/>
          </a:xfrm>
        </p:grpSpPr>
        <p:sp>
          <p:nvSpPr>
            <p:cNvPr id="111" name="圆角矩形 110"/>
            <p:cNvSpPr/>
            <p:nvPr/>
          </p:nvSpPr>
          <p:spPr>
            <a:xfrm>
              <a:off x="2330673" y="2010009"/>
              <a:ext cx="1739454" cy="1412819"/>
            </a:xfrm>
            <a:prstGeom prst="roundRect">
              <a:avLst>
                <a:gd name="adj" fmla="val 0"/>
              </a:avLst>
            </a:prstGeom>
            <a:solidFill>
              <a:schemeClr val="accent1"/>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Calibri"/>
                <a:ea typeface="宋体" panose="02010600030101010101" pitchFamily="2" charset="-122"/>
              </a:endParaRPr>
            </a:p>
          </p:txBody>
        </p:sp>
        <p:sp>
          <p:nvSpPr>
            <p:cNvPr id="112" name="圆角矩形 111"/>
            <p:cNvSpPr/>
            <p:nvPr/>
          </p:nvSpPr>
          <p:spPr>
            <a:xfrm>
              <a:off x="2358539" y="2269028"/>
              <a:ext cx="1687412" cy="892897"/>
            </a:xfrm>
            <a:prstGeom prst="roundRect">
              <a:avLst>
                <a:gd name="adj" fmla="val 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2540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Calibri"/>
                <a:ea typeface="宋体" panose="02010600030101010101" pitchFamily="2" charset="-122"/>
              </a:endParaRPr>
            </a:p>
          </p:txBody>
        </p:sp>
      </p:grpSp>
      <p:sp>
        <p:nvSpPr>
          <p:cNvPr id="5" name="原创设计师QQ598969553          _3"/>
          <p:cNvSpPr txBox="1"/>
          <p:nvPr/>
        </p:nvSpPr>
        <p:spPr>
          <a:xfrm>
            <a:off x="2803736" y="299722"/>
            <a:ext cx="3523130" cy="377026"/>
          </a:xfrm>
          <a:prstGeom prst="rect">
            <a:avLst/>
          </a:prstGeom>
          <a:noFill/>
        </p:spPr>
        <p:txBody>
          <a:bodyPr wrap="square" lIns="68580" tIns="34290" rIns="68580" bIns="34290" rtlCol="0">
            <a:spAutoFit/>
          </a:bodyPr>
          <a:lstStyle/>
          <a:p>
            <a:pPr algn="ctr"/>
            <a:r>
              <a:rPr lang="zh-CN" altLang="en-US" sz="2000" b="1" dirty="0">
                <a:solidFill>
                  <a:schemeClr val="tx1">
                    <a:lumMod val="65000"/>
                    <a:lumOff val="35000"/>
                  </a:schemeClr>
                </a:solidFill>
                <a:latin typeface="+mn-ea"/>
              </a:rPr>
              <a:t>添加标题文本内容</a:t>
            </a:r>
            <a:endParaRPr lang="en-US" altLang="zh-CN" sz="2000" b="1" dirty="0">
              <a:solidFill>
                <a:schemeClr val="tx1">
                  <a:lumMod val="65000"/>
                  <a:lumOff val="35000"/>
                </a:schemeClr>
              </a:solidFill>
              <a:latin typeface="+mn-ea"/>
            </a:endParaRPr>
          </a:p>
        </p:txBody>
      </p:sp>
      <p:sp>
        <p:nvSpPr>
          <p:cNvPr id="6" name="原创设计师QQ598969553          _4"/>
          <p:cNvSpPr txBox="1"/>
          <p:nvPr/>
        </p:nvSpPr>
        <p:spPr>
          <a:xfrm>
            <a:off x="2874626" y="1345265"/>
            <a:ext cx="4148104" cy="307777"/>
          </a:xfrm>
          <a:prstGeom prst="rect">
            <a:avLst/>
          </a:prstGeom>
          <a:noFill/>
        </p:spPr>
        <p:txBody>
          <a:bodyPr wrap="square" rtlCol="0">
            <a:spAutoFit/>
          </a:bodyPr>
          <a:lstStyle/>
          <a:p>
            <a:r>
              <a:rPr lang="zh-CN" altLang="en-US" b="1" dirty="0">
                <a:solidFill>
                  <a:schemeClr val="accent2"/>
                </a:solidFill>
                <a:latin typeface="微软雅黑" pitchFamily="34" charset="-122"/>
                <a:ea typeface="微软雅黑" pitchFamily="34" charset="-122"/>
              </a:rPr>
              <a:t>单击此处添加标题</a:t>
            </a:r>
          </a:p>
        </p:txBody>
      </p:sp>
      <p:sp>
        <p:nvSpPr>
          <p:cNvPr id="9" name="原创设计师QQ598969553          _5"/>
          <p:cNvSpPr txBox="1"/>
          <p:nvPr/>
        </p:nvSpPr>
        <p:spPr>
          <a:xfrm>
            <a:off x="2867761" y="3052011"/>
            <a:ext cx="2979364" cy="307777"/>
          </a:xfrm>
          <a:prstGeom prst="rect">
            <a:avLst/>
          </a:prstGeom>
          <a:noFill/>
        </p:spPr>
        <p:txBody>
          <a:bodyPr wrap="square" rtlCol="0">
            <a:spAutoFit/>
          </a:bodyPr>
          <a:lstStyle/>
          <a:p>
            <a:r>
              <a:rPr lang="zh-CN" altLang="en-US" b="1" dirty="0">
                <a:solidFill>
                  <a:schemeClr val="accent1"/>
                </a:solidFill>
                <a:latin typeface="微软雅黑" pitchFamily="34" charset="-122"/>
                <a:ea typeface="微软雅黑" pitchFamily="34" charset="-122"/>
              </a:rPr>
              <a:t>单击此处添加标题</a:t>
            </a:r>
          </a:p>
        </p:txBody>
      </p:sp>
      <p:sp>
        <p:nvSpPr>
          <p:cNvPr id="10" name="原创设计师QQ598969553          _6"/>
          <p:cNvSpPr txBox="1"/>
          <p:nvPr/>
        </p:nvSpPr>
        <p:spPr>
          <a:xfrm>
            <a:off x="2730853" y="1815365"/>
            <a:ext cx="5223081" cy="729430"/>
          </a:xfrm>
          <a:prstGeom prst="rect">
            <a:avLst/>
          </a:prstGeom>
          <a:noFill/>
        </p:spPr>
        <p:txBody>
          <a:bodyPr wrap="square" lIns="68580" tIns="34290" rIns="68580" bIns="34290" rtlCol="0">
            <a:spAutoFit/>
          </a:bodyPr>
          <a:lstStyle/>
          <a:p>
            <a:pPr>
              <a:lnSpc>
                <a:spcPct val="130000"/>
              </a:lnSpc>
            </a:pPr>
            <a:r>
              <a:rPr lang="zh-CN" altLang="en-US" sz="1100" dirty="0">
                <a:latin typeface="微软雅黑" pitchFamily="34" charset="-122"/>
                <a:ea typeface="微软雅黑" pitchFamily="34" charset="-122"/>
              </a:rPr>
              <a:t>您的内容打在这里，或者通过复制您的文本后，在此框中选择粘贴，并选择只保留文字。在此录入上述图表的综合描述说明，在此录入上述图表的综合描述说明您的内容打在这里，或者通过复制您的文本后，在此框中选择粘贴，并选择只保留文字。</a:t>
            </a:r>
          </a:p>
        </p:txBody>
      </p:sp>
      <p:sp>
        <p:nvSpPr>
          <p:cNvPr id="11" name="原创设计师QQ598969553          _7"/>
          <p:cNvSpPr txBox="1"/>
          <p:nvPr/>
        </p:nvSpPr>
        <p:spPr>
          <a:xfrm>
            <a:off x="2730853" y="3486453"/>
            <a:ext cx="5223081" cy="729430"/>
          </a:xfrm>
          <a:prstGeom prst="rect">
            <a:avLst/>
          </a:prstGeom>
          <a:noFill/>
        </p:spPr>
        <p:txBody>
          <a:bodyPr wrap="square" lIns="68580" tIns="34290" rIns="68580" bIns="34290" rtlCol="0">
            <a:spAutoFit/>
          </a:bodyPr>
          <a:lstStyle/>
          <a:p>
            <a:pPr>
              <a:lnSpc>
                <a:spcPct val="130000"/>
              </a:lnSpc>
            </a:pPr>
            <a:r>
              <a:rPr lang="zh-CN" altLang="en-US" sz="1100" dirty="0">
                <a:latin typeface="微软雅黑" pitchFamily="34" charset="-122"/>
                <a:ea typeface="微软雅黑" pitchFamily="34" charset="-122"/>
              </a:rPr>
              <a:t>您的内容打在这里，或者通过复制您的文本后，在此框中选择粘贴，并选择只保留文字。在此录入上述图表的综合描述说明，在此录入上述图表的综合描述说明您的内容打在这里，或者通过复制您的文本后，在此框中选择粘贴，并选择只保留文字。</a:t>
            </a:r>
          </a:p>
        </p:txBody>
      </p:sp>
      <p:sp>
        <p:nvSpPr>
          <p:cNvPr id="68" name="原创设计师QQ598969553          _8"/>
          <p:cNvSpPr>
            <a:spLocks/>
          </p:cNvSpPr>
          <p:nvPr/>
        </p:nvSpPr>
        <p:spPr bwMode="auto">
          <a:xfrm>
            <a:off x="1228079" y="1262616"/>
            <a:ext cx="1333350" cy="118173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1"/>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2">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69" name="原创设计师QQ598969553          _9"/>
          <p:cNvSpPr>
            <a:spLocks/>
          </p:cNvSpPr>
          <p:nvPr/>
        </p:nvSpPr>
        <p:spPr bwMode="auto">
          <a:xfrm>
            <a:off x="1308950" y="1319540"/>
            <a:ext cx="1188253" cy="1053138"/>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95000"/>
            </a:schemeClr>
          </a:solidFill>
          <a:ln w="50800">
            <a:noFill/>
          </a:ln>
          <a:effectLst>
            <a:outerShdw blurRad="101600" dist="50800" dir="2700000" algn="tl" rotWithShape="0">
              <a:schemeClr val="accent2">
                <a:lumMod val="50000"/>
                <a:alpha val="64000"/>
              </a:schemeClr>
            </a:outerShdw>
          </a:effectLst>
          <a:scene3d>
            <a:camera prst="orthographicFront"/>
            <a:lightRig rig="threePt" dir="t"/>
          </a:scene3d>
          <a:sp3d prstMaterial="softEdge">
            <a:bevelT w="63500" h="19050" prst="angle"/>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70" name="原创设计师QQ598969553          _10"/>
          <p:cNvSpPr/>
          <p:nvPr/>
        </p:nvSpPr>
        <p:spPr>
          <a:xfrm>
            <a:off x="1413941" y="1511692"/>
            <a:ext cx="929555" cy="623248"/>
          </a:xfrm>
          <a:prstGeom prst="rect">
            <a:avLst/>
          </a:prstGeom>
        </p:spPr>
        <p:txBody>
          <a:bodyPr wrap="square" lIns="68580" tIns="34290" rIns="68580" bIns="34290">
            <a:spAutoFit/>
          </a:bodyPr>
          <a:lstStyle/>
          <a:p>
            <a:pPr algn="ctr"/>
            <a:r>
              <a:rPr lang="zh-CN" altLang="en-US" sz="1800" b="1" dirty="0">
                <a:solidFill>
                  <a:schemeClr val="tx1">
                    <a:lumMod val="65000"/>
                    <a:lumOff val="35000"/>
                  </a:schemeClr>
                </a:solidFill>
                <a:latin typeface="ITC Avant Garde Std Bk" panose="020B0502020202020204" pitchFamily="34" charset="0"/>
              </a:rPr>
              <a:t>正面</a:t>
            </a:r>
            <a:endParaRPr lang="en-US" altLang="zh-CN" sz="1800" b="1" dirty="0">
              <a:solidFill>
                <a:schemeClr val="tx1">
                  <a:lumMod val="65000"/>
                  <a:lumOff val="35000"/>
                </a:schemeClr>
              </a:solidFill>
              <a:latin typeface="ITC Avant Garde Std Bk" panose="020B0502020202020204" pitchFamily="34" charset="0"/>
            </a:endParaRPr>
          </a:p>
          <a:p>
            <a:pPr algn="ctr"/>
            <a:r>
              <a:rPr lang="zh-CN" altLang="en-US" sz="1800" b="1" dirty="0">
                <a:solidFill>
                  <a:schemeClr val="tx1">
                    <a:lumMod val="65000"/>
                    <a:lumOff val="35000"/>
                  </a:schemeClr>
                </a:solidFill>
                <a:latin typeface="ITC Avant Garde Std Bk" panose="020B0502020202020204" pitchFamily="34" charset="0"/>
              </a:rPr>
              <a:t>观点</a:t>
            </a:r>
          </a:p>
        </p:txBody>
      </p:sp>
      <p:sp>
        <p:nvSpPr>
          <p:cNvPr id="89" name="原创设计师QQ598969553          _11"/>
          <p:cNvSpPr>
            <a:spLocks/>
          </p:cNvSpPr>
          <p:nvPr/>
        </p:nvSpPr>
        <p:spPr bwMode="auto">
          <a:xfrm>
            <a:off x="1266034" y="2981478"/>
            <a:ext cx="1333350" cy="118173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1"/>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3">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90" name="原创设计师QQ598969553          _12"/>
          <p:cNvSpPr>
            <a:spLocks/>
          </p:cNvSpPr>
          <p:nvPr/>
        </p:nvSpPr>
        <p:spPr bwMode="auto">
          <a:xfrm>
            <a:off x="1346905" y="3038402"/>
            <a:ext cx="1188253" cy="1053138"/>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95000"/>
            </a:schemeClr>
          </a:solidFill>
          <a:ln w="50800">
            <a:noFill/>
          </a:ln>
          <a:effectLst>
            <a:outerShdw blurRad="101600" dist="50800" dir="2700000" algn="tl" rotWithShape="0">
              <a:schemeClr val="accent3">
                <a:lumMod val="50000"/>
                <a:alpha val="64000"/>
              </a:schemeClr>
            </a:outerShdw>
          </a:effectLst>
          <a:scene3d>
            <a:camera prst="orthographicFront"/>
            <a:lightRig rig="threePt" dir="t"/>
          </a:scene3d>
          <a:sp3d prstMaterial="softEdge">
            <a:bevelT w="63500" h="19050" prst="angle"/>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sym typeface="Arial" panose="020B0604020202020204" pitchFamily="34" charset="0"/>
            </a:endParaRPr>
          </a:p>
        </p:txBody>
      </p:sp>
      <p:sp>
        <p:nvSpPr>
          <p:cNvPr id="91" name="原创设计师QQ598969553          _13"/>
          <p:cNvSpPr/>
          <p:nvPr/>
        </p:nvSpPr>
        <p:spPr>
          <a:xfrm>
            <a:off x="1451896" y="3230554"/>
            <a:ext cx="929555" cy="623248"/>
          </a:xfrm>
          <a:prstGeom prst="rect">
            <a:avLst/>
          </a:prstGeom>
        </p:spPr>
        <p:txBody>
          <a:bodyPr wrap="square" lIns="68580" tIns="34290" rIns="68580" bIns="34290">
            <a:spAutoFit/>
          </a:bodyPr>
          <a:lstStyle/>
          <a:p>
            <a:pPr algn="ctr"/>
            <a:r>
              <a:rPr lang="zh-CN" altLang="en-US" sz="1800" b="1" dirty="0">
                <a:solidFill>
                  <a:schemeClr val="tx1">
                    <a:lumMod val="65000"/>
                    <a:lumOff val="35000"/>
                  </a:schemeClr>
                </a:solidFill>
                <a:latin typeface="ITC Avant Garde Std Bk" panose="020B0502020202020204" pitchFamily="34" charset="0"/>
              </a:rPr>
              <a:t>负面</a:t>
            </a:r>
            <a:endParaRPr lang="en-US" altLang="zh-CN" sz="1800" b="1" dirty="0">
              <a:solidFill>
                <a:schemeClr val="tx1">
                  <a:lumMod val="65000"/>
                  <a:lumOff val="35000"/>
                </a:schemeClr>
              </a:solidFill>
              <a:latin typeface="ITC Avant Garde Std Bk" panose="020B0502020202020204" pitchFamily="34" charset="0"/>
            </a:endParaRPr>
          </a:p>
          <a:p>
            <a:pPr algn="ctr"/>
            <a:r>
              <a:rPr lang="zh-CN" altLang="en-US" sz="1800" b="1" dirty="0">
                <a:solidFill>
                  <a:schemeClr val="tx1">
                    <a:lumMod val="65000"/>
                    <a:lumOff val="35000"/>
                  </a:schemeClr>
                </a:solidFill>
                <a:latin typeface="ITC Avant Garde Std Bk" panose="020B0502020202020204" pitchFamily="34" charset="0"/>
              </a:rPr>
              <a:t>观点</a:t>
            </a:r>
          </a:p>
        </p:txBody>
      </p:sp>
      <p:pic>
        <p:nvPicPr>
          <p:cNvPr id="19" name="Picture 64"/>
          <p:cNvPicPr>
            <a:picLocks noGrp="1" noSelect="1" noRot="1" noChangeAspect="1" noMove="1" noResize="1" noChangeShapeType="1"/>
          </p:cNvPicPr>
          <p:nvPr/>
        </p:nvPicPr>
        <p:blipFill>
          <a:blip r:embed="rId3"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2673139319"/>
      </p:ext>
    </p:extLst>
  </p:cSld>
  <p:clrMapOvr>
    <a:masterClrMapping/>
  </p:clrMapOvr>
  <p:transition spd="slow" advClick="0" advTm="0">
    <p:pull/>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68"/>
                                            </p:tgtEl>
                                            <p:attrNameLst>
                                              <p:attrName>style.visibility</p:attrName>
                                            </p:attrNameLst>
                                          </p:cBhvr>
                                          <p:to>
                                            <p:strVal val="visible"/>
                                          </p:to>
                                        </p:set>
                                        <p:anim calcmode="lin" valueType="num">
                                          <p:cBhvr>
                                            <p:cTn id="7" dur="500" fill="hold"/>
                                            <p:tgtEl>
                                              <p:spTgt spid="68"/>
                                            </p:tgtEl>
                                            <p:attrNameLst>
                                              <p:attrName>ppt_w</p:attrName>
                                            </p:attrNameLst>
                                          </p:cBhvr>
                                          <p:tavLst>
                                            <p:tav tm="0">
                                              <p:val>
                                                <p:fltVal val="0"/>
                                              </p:val>
                                            </p:tav>
                                            <p:tav tm="100000">
                                              <p:val>
                                                <p:strVal val="#ppt_w"/>
                                              </p:val>
                                            </p:tav>
                                          </p:tavLst>
                                        </p:anim>
                                        <p:anim calcmode="lin" valueType="num">
                                          <p:cBhvr>
                                            <p:cTn id="8" dur="500" fill="hold"/>
                                            <p:tgtEl>
                                              <p:spTgt spid="68"/>
                                            </p:tgtEl>
                                            <p:attrNameLst>
                                              <p:attrName>ppt_h</p:attrName>
                                            </p:attrNameLst>
                                          </p:cBhvr>
                                          <p:tavLst>
                                            <p:tav tm="0">
                                              <p:val>
                                                <p:fltVal val="0"/>
                                              </p:val>
                                            </p:tav>
                                            <p:tav tm="100000">
                                              <p:val>
                                                <p:strVal val="#ppt_h"/>
                                              </p:val>
                                            </p:tav>
                                          </p:tavLst>
                                        </p:anim>
                                        <p:animEffect transition="in" filter="fade">
                                          <p:cBhvr>
                                            <p:cTn id="9" dur="500"/>
                                            <p:tgtEl>
                                              <p:spTgt spid="68"/>
                                            </p:tgtEl>
                                          </p:cBhvr>
                                        </p:animEffect>
                                      </p:childTnLst>
                                    </p:cTn>
                                  </p:par>
                                </p:childTnLst>
                              </p:cTn>
                            </p:par>
                            <p:par>
                              <p:cTn id="10" fill="hold">
                                <p:stCondLst>
                                  <p:cond delay="500"/>
                                </p:stCondLst>
                                <p:childTnLst>
                                  <p:par>
                                    <p:cTn id="11" presetID="21" presetClass="entr" presetSubtype="1" fill="hold" grpId="0" nodeType="afterEffect">
                                      <p:stCondLst>
                                        <p:cond delay="0"/>
                                      </p:stCondLst>
                                      <p:childTnLst>
                                        <p:set>
                                          <p:cBhvr>
                                            <p:cTn id="12" dur="1" fill="hold">
                                              <p:stCondLst>
                                                <p:cond delay="0"/>
                                              </p:stCondLst>
                                            </p:cTn>
                                            <p:tgtEl>
                                              <p:spTgt spid="69"/>
                                            </p:tgtEl>
                                            <p:attrNameLst>
                                              <p:attrName>style.visibility</p:attrName>
                                            </p:attrNameLst>
                                          </p:cBhvr>
                                          <p:to>
                                            <p:strVal val="visible"/>
                                          </p:to>
                                        </p:set>
                                        <p:animEffect transition="in" filter="wheel(1)">
                                          <p:cBhvr>
                                            <p:cTn id="13" dur="500"/>
                                            <p:tgtEl>
                                              <p:spTgt spid="69"/>
                                            </p:tgtEl>
                                          </p:cBhvr>
                                        </p:animEffect>
                                      </p:childTnLst>
                                    </p:cTn>
                                  </p:par>
                                  <p:par>
                                    <p:cTn id="14" presetID="53" presetClass="entr" presetSubtype="16" fill="hold" grpId="0" nodeType="withEffect">
                                      <p:stCondLst>
                                        <p:cond delay="0"/>
                                      </p:stCondLst>
                                      <p:iterate type="lt">
                                        <p:tmPct val="10000"/>
                                      </p:iterate>
                                      <p:childTnLst>
                                        <p:set>
                                          <p:cBhvr>
                                            <p:cTn id="15" dur="1" fill="hold">
                                              <p:stCondLst>
                                                <p:cond delay="0"/>
                                              </p:stCondLst>
                                            </p:cTn>
                                            <p:tgtEl>
                                              <p:spTgt spid="70"/>
                                            </p:tgtEl>
                                            <p:attrNameLst>
                                              <p:attrName>style.visibility</p:attrName>
                                            </p:attrNameLst>
                                          </p:cBhvr>
                                          <p:to>
                                            <p:strVal val="visible"/>
                                          </p:to>
                                        </p:set>
                                        <p:anim calcmode="lin" valueType="num">
                                          <p:cBhvr>
                                            <p:cTn id="16" dur="500" fill="hold"/>
                                            <p:tgtEl>
                                              <p:spTgt spid="70"/>
                                            </p:tgtEl>
                                            <p:attrNameLst>
                                              <p:attrName>ppt_w</p:attrName>
                                            </p:attrNameLst>
                                          </p:cBhvr>
                                          <p:tavLst>
                                            <p:tav tm="0">
                                              <p:val>
                                                <p:fltVal val="0"/>
                                              </p:val>
                                            </p:tav>
                                            <p:tav tm="100000">
                                              <p:val>
                                                <p:strVal val="#ppt_w"/>
                                              </p:val>
                                            </p:tav>
                                          </p:tavLst>
                                        </p:anim>
                                        <p:anim calcmode="lin" valueType="num">
                                          <p:cBhvr>
                                            <p:cTn id="17" dur="500" fill="hold"/>
                                            <p:tgtEl>
                                              <p:spTgt spid="70"/>
                                            </p:tgtEl>
                                            <p:attrNameLst>
                                              <p:attrName>ppt_h</p:attrName>
                                            </p:attrNameLst>
                                          </p:cBhvr>
                                          <p:tavLst>
                                            <p:tav tm="0">
                                              <p:val>
                                                <p:fltVal val="0"/>
                                              </p:val>
                                            </p:tav>
                                            <p:tav tm="100000">
                                              <p:val>
                                                <p:strVal val="#ppt_h"/>
                                              </p:val>
                                            </p:tav>
                                          </p:tavLst>
                                        </p:anim>
                                        <p:animEffect transition="in" filter="fade">
                                          <p:cBhvr>
                                            <p:cTn id="18" dur="500"/>
                                            <p:tgtEl>
                                              <p:spTgt spid="70"/>
                                            </p:tgtEl>
                                          </p:cBhvr>
                                        </p:animEffect>
                                      </p:childTnLst>
                                    </p:cTn>
                                  </p:par>
                                </p:childTnLst>
                              </p:cTn>
                            </p:par>
                            <p:par>
                              <p:cTn id="19" fill="hold">
                                <p:stCondLst>
                                  <p:cond delay="1150"/>
                                </p:stCondLst>
                                <p:childTnLst>
                                  <p:par>
                                    <p:cTn id="20" presetID="2" presetClass="entr" presetSubtype="4" accel="60000" fill="hold" nodeType="afterEffect" p14:presetBounceEnd="40000">
                                      <p:stCondLst>
                                        <p:cond delay="0"/>
                                      </p:stCondLst>
                                      <p:childTnLst>
                                        <p:set>
                                          <p:cBhvr>
                                            <p:cTn id="21" dur="1" fill="hold">
                                              <p:stCondLst>
                                                <p:cond delay="0"/>
                                              </p:stCondLst>
                                            </p:cTn>
                                            <p:tgtEl>
                                              <p:spTgt spid="110"/>
                                            </p:tgtEl>
                                            <p:attrNameLst>
                                              <p:attrName>style.visibility</p:attrName>
                                            </p:attrNameLst>
                                          </p:cBhvr>
                                          <p:to>
                                            <p:strVal val="visible"/>
                                          </p:to>
                                        </p:set>
                                        <p:anim calcmode="lin" valueType="num" p14:bounceEnd="40000">
                                          <p:cBhvr additive="base">
                                            <p:cTn id="22" dur="500" fill="hold"/>
                                            <p:tgtEl>
                                              <p:spTgt spid="110"/>
                                            </p:tgtEl>
                                            <p:attrNameLst>
                                              <p:attrName>ppt_x</p:attrName>
                                            </p:attrNameLst>
                                          </p:cBhvr>
                                          <p:tavLst>
                                            <p:tav tm="0">
                                              <p:val>
                                                <p:strVal val="#ppt_x"/>
                                              </p:val>
                                            </p:tav>
                                            <p:tav tm="100000">
                                              <p:val>
                                                <p:strVal val="#ppt_x"/>
                                              </p:val>
                                            </p:tav>
                                          </p:tavLst>
                                        </p:anim>
                                        <p:anim calcmode="lin" valueType="num" p14:bounceEnd="40000">
                                          <p:cBhvr additive="base">
                                            <p:cTn id="23" dur="500" fill="hold"/>
                                            <p:tgtEl>
                                              <p:spTgt spid="110"/>
                                            </p:tgtEl>
                                            <p:attrNameLst>
                                              <p:attrName>ppt_y</p:attrName>
                                            </p:attrNameLst>
                                          </p:cBhvr>
                                          <p:tavLst>
                                            <p:tav tm="0">
                                              <p:val>
                                                <p:strVal val="1+#ppt_h/2"/>
                                              </p:val>
                                            </p:tav>
                                            <p:tav tm="100000">
                                              <p:val>
                                                <p:strVal val="#ppt_y"/>
                                              </p:val>
                                            </p:tav>
                                          </p:tavLst>
                                        </p:anim>
                                      </p:childTnLst>
                                    </p:cTn>
                                  </p:par>
                                </p:childTnLst>
                              </p:cTn>
                            </p:par>
                            <p:par>
                              <p:cTn id="24" fill="hold">
                                <p:stCondLst>
                                  <p:cond delay="1650"/>
                                </p:stCondLst>
                                <p:childTnLst>
                                  <p:par>
                                    <p:cTn id="25" presetID="22" presetClass="entr" presetSubtype="8" fill="hold" grpId="0" nodeType="after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par>
                              <p:cTn id="28" fill="hold">
                                <p:stCondLst>
                                  <p:cond delay="2150"/>
                                </p:stCondLst>
                                <p:childTnLst>
                                  <p:par>
                                    <p:cTn id="29" presetID="12" presetClass="entr" presetSubtype="4" fill="hold" grpId="0" nodeType="afterEffect">
                                      <p:stCondLst>
                                        <p:cond delay="0"/>
                                      </p:stCondLst>
                                      <p:iterate type="lt">
                                        <p:tmPct val="5983"/>
                                      </p:iterate>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300"/>
                                            <p:tgtEl>
                                              <p:spTgt spid="10"/>
                                            </p:tgtEl>
                                            <p:attrNameLst>
                                              <p:attrName>ppt_y</p:attrName>
                                            </p:attrNameLst>
                                          </p:cBhvr>
                                          <p:tavLst>
                                            <p:tav tm="0">
                                              <p:val>
                                                <p:strVal val="#ppt_y+#ppt_h*1.125000"/>
                                              </p:val>
                                            </p:tav>
                                            <p:tav tm="100000">
                                              <p:val>
                                                <p:strVal val="#ppt_y"/>
                                              </p:val>
                                            </p:tav>
                                          </p:tavLst>
                                        </p:anim>
                                        <p:animEffect transition="in" filter="wipe(up)">
                                          <p:cBhvr>
                                            <p:cTn id="32" dur="300"/>
                                            <p:tgtEl>
                                              <p:spTgt spid="10"/>
                                            </p:tgtEl>
                                          </p:cBhvr>
                                        </p:animEffect>
                                      </p:childTnLst>
                                    </p:cTn>
                                  </p:par>
                                </p:childTnLst>
                              </p:cTn>
                            </p:par>
                            <p:par>
                              <p:cTn id="33" fill="hold">
                                <p:stCondLst>
                                  <p:cond delay="4388"/>
                                </p:stCondLst>
                                <p:childTnLst>
                                  <p:par>
                                    <p:cTn id="34" presetID="53" presetClass="entr" presetSubtype="16" fill="hold" grpId="0" nodeType="afterEffect">
                                      <p:stCondLst>
                                        <p:cond delay="0"/>
                                      </p:stCondLst>
                                      <p:childTnLst>
                                        <p:set>
                                          <p:cBhvr>
                                            <p:cTn id="35" dur="1" fill="hold">
                                              <p:stCondLst>
                                                <p:cond delay="0"/>
                                              </p:stCondLst>
                                            </p:cTn>
                                            <p:tgtEl>
                                              <p:spTgt spid="89"/>
                                            </p:tgtEl>
                                            <p:attrNameLst>
                                              <p:attrName>style.visibility</p:attrName>
                                            </p:attrNameLst>
                                          </p:cBhvr>
                                          <p:to>
                                            <p:strVal val="visible"/>
                                          </p:to>
                                        </p:set>
                                        <p:anim calcmode="lin" valueType="num">
                                          <p:cBhvr>
                                            <p:cTn id="36" dur="500" fill="hold"/>
                                            <p:tgtEl>
                                              <p:spTgt spid="89"/>
                                            </p:tgtEl>
                                            <p:attrNameLst>
                                              <p:attrName>ppt_w</p:attrName>
                                            </p:attrNameLst>
                                          </p:cBhvr>
                                          <p:tavLst>
                                            <p:tav tm="0">
                                              <p:val>
                                                <p:fltVal val="0"/>
                                              </p:val>
                                            </p:tav>
                                            <p:tav tm="100000">
                                              <p:val>
                                                <p:strVal val="#ppt_w"/>
                                              </p:val>
                                            </p:tav>
                                          </p:tavLst>
                                        </p:anim>
                                        <p:anim calcmode="lin" valueType="num">
                                          <p:cBhvr>
                                            <p:cTn id="37" dur="500" fill="hold"/>
                                            <p:tgtEl>
                                              <p:spTgt spid="89"/>
                                            </p:tgtEl>
                                            <p:attrNameLst>
                                              <p:attrName>ppt_h</p:attrName>
                                            </p:attrNameLst>
                                          </p:cBhvr>
                                          <p:tavLst>
                                            <p:tav tm="0">
                                              <p:val>
                                                <p:fltVal val="0"/>
                                              </p:val>
                                            </p:tav>
                                            <p:tav tm="100000">
                                              <p:val>
                                                <p:strVal val="#ppt_h"/>
                                              </p:val>
                                            </p:tav>
                                          </p:tavLst>
                                        </p:anim>
                                        <p:animEffect transition="in" filter="fade">
                                          <p:cBhvr>
                                            <p:cTn id="38" dur="500"/>
                                            <p:tgtEl>
                                              <p:spTgt spid="89"/>
                                            </p:tgtEl>
                                          </p:cBhvr>
                                        </p:animEffect>
                                      </p:childTnLst>
                                    </p:cTn>
                                  </p:par>
                                </p:childTnLst>
                              </p:cTn>
                            </p:par>
                            <p:par>
                              <p:cTn id="39" fill="hold">
                                <p:stCondLst>
                                  <p:cond delay="4888"/>
                                </p:stCondLst>
                                <p:childTnLst>
                                  <p:par>
                                    <p:cTn id="40" presetID="21" presetClass="entr" presetSubtype="1" fill="hold" grpId="0" nodeType="afterEffect">
                                      <p:stCondLst>
                                        <p:cond delay="0"/>
                                      </p:stCondLst>
                                      <p:childTnLst>
                                        <p:set>
                                          <p:cBhvr>
                                            <p:cTn id="41" dur="1" fill="hold">
                                              <p:stCondLst>
                                                <p:cond delay="0"/>
                                              </p:stCondLst>
                                            </p:cTn>
                                            <p:tgtEl>
                                              <p:spTgt spid="90"/>
                                            </p:tgtEl>
                                            <p:attrNameLst>
                                              <p:attrName>style.visibility</p:attrName>
                                            </p:attrNameLst>
                                          </p:cBhvr>
                                          <p:to>
                                            <p:strVal val="visible"/>
                                          </p:to>
                                        </p:set>
                                        <p:animEffect transition="in" filter="wheel(1)">
                                          <p:cBhvr>
                                            <p:cTn id="42" dur="500"/>
                                            <p:tgtEl>
                                              <p:spTgt spid="90"/>
                                            </p:tgtEl>
                                          </p:cBhvr>
                                        </p:animEffect>
                                      </p:childTnLst>
                                    </p:cTn>
                                  </p:par>
                                  <p:par>
                                    <p:cTn id="43" presetID="53" presetClass="entr" presetSubtype="16" fill="hold" grpId="0" nodeType="withEffect">
                                      <p:stCondLst>
                                        <p:cond delay="0"/>
                                      </p:stCondLst>
                                      <p:iterate type="lt">
                                        <p:tmPct val="10000"/>
                                      </p:iterate>
                                      <p:childTnLst>
                                        <p:set>
                                          <p:cBhvr>
                                            <p:cTn id="44" dur="1" fill="hold">
                                              <p:stCondLst>
                                                <p:cond delay="0"/>
                                              </p:stCondLst>
                                            </p:cTn>
                                            <p:tgtEl>
                                              <p:spTgt spid="91"/>
                                            </p:tgtEl>
                                            <p:attrNameLst>
                                              <p:attrName>style.visibility</p:attrName>
                                            </p:attrNameLst>
                                          </p:cBhvr>
                                          <p:to>
                                            <p:strVal val="visible"/>
                                          </p:to>
                                        </p:set>
                                        <p:anim calcmode="lin" valueType="num">
                                          <p:cBhvr>
                                            <p:cTn id="45" dur="500" fill="hold"/>
                                            <p:tgtEl>
                                              <p:spTgt spid="91"/>
                                            </p:tgtEl>
                                            <p:attrNameLst>
                                              <p:attrName>ppt_w</p:attrName>
                                            </p:attrNameLst>
                                          </p:cBhvr>
                                          <p:tavLst>
                                            <p:tav tm="0">
                                              <p:val>
                                                <p:fltVal val="0"/>
                                              </p:val>
                                            </p:tav>
                                            <p:tav tm="100000">
                                              <p:val>
                                                <p:strVal val="#ppt_w"/>
                                              </p:val>
                                            </p:tav>
                                          </p:tavLst>
                                        </p:anim>
                                        <p:anim calcmode="lin" valueType="num">
                                          <p:cBhvr>
                                            <p:cTn id="46" dur="500" fill="hold"/>
                                            <p:tgtEl>
                                              <p:spTgt spid="91"/>
                                            </p:tgtEl>
                                            <p:attrNameLst>
                                              <p:attrName>ppt_h</p:attrName>
                                            </p:attrNameLst>
                                          </p:cBhvr>
                                          <p:tavLst>
                                            <p:tav tm="0">
                                              <p:val>
                                                <p:fltVal val="0"/>
                                              </p:val>
                                            </p:tav>
                                            <p:tav tm="100000">
                                              <p:val>
                                                <p:strVal val="#ppt_h"/>
                                              </p:val>
                                            </p:tav>
                                          </p:tavLst>
                                        </p:anim>
                                        <p:animEffect transition="in" filter="fade">
                                          <p:cBhvr>
                                            <p:cTn id="47" dur="500"/>
                                            <p:tgtEl>
                                              <p:spTgt spid="91"/>
                                            </p:tgtEl>
                                          </p:cBhvr>
                                        </p:animEffect>
                                      </p:childTnLst>
                                    </p:cTn>
                                  </p:par>
                                </p:childTnLst>
                              </p:cTn>
                            </p:par>
                            <p:par>
                              <p:cTn id="48" fill="hold">
                                <p:stCondLst>
                                  <p:cond delay="5538"/>
                                </p:stCondLst>
                                <p:childTnLst>
                                  <p:par>
                                    <p:cTn id="49" presetID="2" presetClass="entr" presetSubtype="4" accel="60000" fill="hold" nodeType="afterEffect" p14:presetBounceEnd="40000">
                                      <p:stCondLst>
                                        <p:cond delay="0"/>
                                      </p:stCondLst>
                                      <p:childTnLst>
                                        <p:set>
                                          <p:cBhvr>
                                            <p:cTn id="50" dur="1" fill="hold">
                                              <p:stCondLst>
                                                <p:cond delay="0"/>
                                              </p:stCondLst>
                                            </p:cTn>
                                            <p:tgtEl>
                                              <p:spTgt spid="116"/>
                                            </p:tgtEl>
                                            <p:attrNameLst>
                                              <p:attrName>style.visibility</p:attrName>
                                            </p:attrNameLst>
                                          </p:cBhvr>
                                          <p:to>
                                            <p:strVal val="visible"/>
                                          </p:to>
                                        </p:set>
                                        <p:anim calcmode="lin" valueType="num" p14:bounceEnd="40000">
                                          <p:cBhvr additive="base">
                                            <p:cTn id="51" dur="500" fill="hold"/>
                                            <p:tgtEl>
                                              <p:spTgt spid="116"/>
                                            </p:tgtEl>
                                            <p:attrNameLst>
                                              <p:attrName>ppt_x</p:attrName>
                                            </p:attrNameLst>
                                          </p:cBhvr>
                                          <p:tavLst>
                                            <p:tav tm="0">
                                              <p:val>
                                                <p:strVal val="#ppt_x"/>
                                              </p:val>
                                            </p:tav>
                                            <p:tav tm="100000">
                                              <p:val>
                                                <p:strVal val="#ppt_x"/>
                                              </p:val>
                                            </p:tav>
                                          </p:tavLst>
                                        </p:anim>
                                        <p:anim calcmode="lin" valueType="num" p14:bounceEnd="40000">
                                          <p:cBhvr additive="base">
                                            <p:cTn id="52" dur="500" fill="hold"/>
                                            <p:tgtEl>
                                              <p:spTgt spid="116"/>
                                            </p:tgtEl>
                                            <p:attrNameLst>
                                              <p:attrName>ppt_y</p:attrName>
                                            </p:attrNameLst>
                                          </p:cBhvr>
                                          <p:tavLst>
                                            <p:tav tm="0">
                                              <p:val>
                                                <p:strVal val="1+#ppt_h/2"/>
                                              </p:val>
                                            </p:tav>
                                            <p:tav tm="100000">
                                              <p:val>
                                                <p:strVal val="#ppt_y"/>
                                              </p:val>
                                            </p:tav>
                                          </p:tavLst>
                                        </p:anim>
                                      </p:childTnLst>
                                    </p:cTn>
                                  </p:par>
                                </p:childTnLst>
                              </p:cTn>
                            </p:par>
                            <p:par>
                              <p:cTn id="53" fill="hold">
                                <p:stCondLst>
                                  <p:cond delay="6038"/>
                                </p:stCondLst>
                                <p:childTnLst>
                                  <p:par>
                                    <p:cTn id="54" presetID="22" presetClass="entr" presetSubtype="8" fill="hold" grpId="0" nodeType="afterEffect">
                                      <p:stCondLst>
                                        <p:cond delay="0"/>
                                      </p:stCondLst>
                                      <p:childTnLst>
                                        <p:set>
                                          <p:cBhvr>
                                            <p:cTn id="55" dur="1" fill="hold">
                                              <p:stCondLst>
                                                <p:cond delay="0"/>
                                              </p:stCondLst>
                                            </p:cTn>
                                            <p:tgtEl>
                                              <p:spTgt spid="9"/>
                                            </p:tgtEl>
                                            <p:attrNameLst>
                                              <p:attrName>style.visibility</p:attrName>
                                            </p:attrNameLst>
                                          </p:cBhvr>
                                          <p:to>
                                            <p:strVal val="visible"/>
                                          </p:to>
                                        </p:set>
                                        <p:animEffect transition="in" filter="wipe(left)">
                                          <p:cBhvr>
                                            <p:cTn id="56" dur="500"/>
                                            <p:tgtEl>
                                              <p:spTgt spid="9"/>
                                            </p:tgtEl>
                                          </p:cBhvr>
                                        </p:animEffect>
                                      </p:childTnLst>
                                    </p:cTn>
                                  </p:par>
                                </p:childTnLst>
                              </p:cTn>
                            </p:par>
                            <p:par>
                              <p:cTn id="57" fill="hold">
                                <p:stCondLst>
                                  <p:cond delay="6538"/>
                                </p:stCondLst>
                                <p:childTnLst>
                                  <p:par>
                                    <p:cTn id="58" presetID="12" presetClass="entr" presetSubtype="4" fill="hold" grpId="0" nodeType="afterEffect">
                                      <p:stCondLst>
                                        <p:cond delay="0"/>
                                      </p:stCondLst>
                                      <p:iterate type="lt">
                                        <p:tmPct val="5983"/>
                                      </p:iterate>
                                      <p:childTnLst>
                                        <p:set>
                                          <p:cBhvr>
                                            <p:cTn id="59" dur="1" fill="hold">
                                              <p:stCondLst>
                                                <p:cond delay="0"/>
                                              </p:stCondLst>
                                            </p:cTn>
                                            <p:tgtEl>
                                              <p:spTgt spid="11"/>
                                            </p:tgtEl>
                                            <p:attrNameLst>
                                              <p:attrName>style.visibility</p:attrName>
                                            </p:attrNameLst>
                                          </p:cBhvr>
                                          <p:to>
                                            <p:strVal val="visible"/>
                                          </p:to>
                                        </p:set>
                                        <p:anim calcmode="lin" valueType="num">
                                          <p:cBhvr additive="base">
                                            <p:cTn id="60" dur="300"/>
                                            <p:tgtEl>
                                              <p:spTgt spid="11"/>
                                            </p:tgtEl>
                                            <p:attrNameLst>
                                              <p:attrName>ppt_y</p:attrName>
                                            </p:attrNameLst>
                                          </p:cBhvr>
                                          <p:tavLst>
                                            <p:tav tm="0">
                                              <p:val>
                                                <p:strVal val="#ppt_y+#ppt_h*1.125000"/>
                                              </p:val>
                                            </p:tav>
                                            <p:tav tm="100000">
                                              <p:val>
                                                <p:strVal val="#ppt_y"/>
                                              </p:val>
                                            </p:tav>
                                          </p:tavLst>
                                        </p:anim>
                                        <p:animEffect transition="in" filter="wipe(up)">
                                          <p:cBhvr>
                                            <p:cTn id="61" dur="3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0" grpId="0"/>
          <p:bldP spid="11" grpId="0"/>
          <p:bldP spid="68" grpId="0" animBg="1"/>
          <p:bldP spid="69" grpId="0" animBg="1"/>
          <p:bldP spid="70" grpId="0"/>
          <p:bldP spid="89" grpId="0" animBg="1"/>
          <p:bldP spid="90" grpId="0" animBg="1"/>
          <p:bldP spid="91"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68"/>
                                            </p:tgtEl>
                                            <p:attrNameLst>
                                              <p:attrName>style.visibility</p:attrName>
                                            </p:attrNameLst>
                                          </p:cBhvr>
                                          <p:to>
                                            <p:strVal val="visible"/>
                                          </p:to>
                                        </p:set>
                                        <p:anim calcmode="lin" valueType="num">
                                          <p:cBhvr>
                                            <p:cTn id="7" dur="500" fill="hold"/>
                                            <p:tgtEl>
                                              <p:spTgt spid="68"/>
                                            </p:tgtEl>
                                            <p:attrNameLst>
                                              <p:attrName>ppt_w</p:attrName>
                                            </p:attrNameLst>
                                          </p:cBhvr>
                                          <p:tavLst>
                                            <p:tav tm="0">
                                              <p:val>
                                                <p:fltVal val="0"/>
                                              </p:val>
                                            </p:tav>
                                            <p:tav tm="100000">
                                              <p:val>
                                                <p:strVal val="#ppt_w"/>
                                              </p:val>
                                            </p:tav>
                                          </p:tavLst>
                                        </p:anim>
                                        <p:anim calcmode="lin" valueType="num">
                                          <p:cBhvr>
                                            <p:cTn id="8" dur="500" fill="hold"/>
                                            <p:tgtEl>
                                              <p:spTgt spid="68"/>
                                            </p:tgtEl>
                                            <p:attrNameLst>
                                              <p:attrName>ppt_h</p:attrName>
                                            </p:attrNameLst>
                                          </p:cBhvr>
                                          <p:tavLst>
                                            <p:tav tm="0">
                                              <p:val>
                                                <p:fltVal val="0"/>
                                              </p:val>
                                            </p:tav>
                                            <p:tav tm="100000">
                                              <p:val>
                                                <p:strVal val="#ppt_h"/>
                                              </p:val>
                                            </p:tav>
                                          </p:tavLst>
                                        </p:anim>
                                        <p:animEffect transition="in" filter="fade">
                                          <p:cBhvr>
                                            <p:cTn id="9" dur="500"/>
                                            <p:tgtEl>
                                              <p:spTgt spid="68"/>
                                            </p:tgtEl>
                                          </p:cBhvr>
                                        </p:animEffect>
                                      </p:childTnLst>
                                    </p:cTn>
                                  </p:par>
                                </p:childTnLst>
                              </p:cTn>
                            </p:par>
                            <p:par>
                              <p:cTn id="10" fill="hold">
                                <p:stCondLst>
                                  <p:cond delay="500"/>
                                </p:stCondLst>
                                <p:childTnLst>
                                  <p:par>
                                    <p:cTn id="11" presetID="21" presetClass="entr" presetSubtype="1" fill="hold" grpId="0" nodeType="afterEffect">
                                      <p:stCondLst>
                                        <p:cond delay="0"/>
                                      </p:stCondLst>
                                      <p:childTnLst>
                                        <p:set>
                                          <p:cBhvr>
                                            <p:cTn id="12" dur="1" fill="hold">
                                              <p:stCondLst>
                                                <p:cond delay="0"/>
                                              </p:stCondLst>
                                            </p:cTn>
                                            <p:tgtEl>
                                              <p:spTgt spid="69"/>
                                            </p:tgtEl>
                                            <p:attrNameLst>
                                              <p:attrName>style.visibility</p:attrName>
                                            </p:attrNameLst>
                                          </p:cBhvr>
                                          <p:to>
                                            <p:strVal val="visible"/>
                                          </p:to>
                                        </p:set>
                                        <p:animEffect transition="in" filter="wheel(1)">
                                          <p:cBhvr>
                                            <p:cTn id="13" dur="500"/>
                                            <p:tgtEl>
                                              <p:spTgt spid="69"/>
                                            </p:tgtEl>
                                          </p:cBhvr>
                                        </p:animEffect>
                                      </p:childTnLst>
                                    </p:cTn>
                                  </p:par>
                                  <p:par>
                                    <p:cTn id="14" presetID="53" presetClass="entr" presetSubtype="16" fill="hold" grpId="0" nodeType="withEffect">
                                      <p:stCondLst>
                                        <p:cond delay="0"/>
                                      </p:stCondLst>
                                      <p:iterate type="lt">
                                        <p:tmPct val="10000"/>
                                      </p:iterate>
                                      <p:childTnLst>
                                        <p:set>
                                          <p:cBhvr>
                                            <p:cTn id="15" dur="1" fill="hold">
                                              <p:stCondLst>
                                                <p:cond delay="0"/>
                                              </p:stCondLst>
                                            </p:cTn>
                                            <p:tgtEl>
                                              <p:spTgt spid="70"/>
                                            </p:tgtEl>
                                            <p:attrNameLst>
                                              <p:attrName>style.visibility</p:attrName>
                                            </p:attrNameLst>
                                          </p:cBhvr>
                                          <p:to>
                                            <p:strVal val="visible"/>
                                          </p:to>
                                        </p:set>
                                        <p:anim calcmode="lin" valueType="num">
                                          <p:cBhvr>
                                            <p:cTn id="16" dur="500" fill="hold"/>
                                            <p:tgtEl>
                                              <p:spTgt spid="70"/>
                                            </p:tgtEl>
                                            <p:attrNameLst>
                                              <p:attrName>ppt_w</p:attrName>
                                            </p:attrNameLst>
                                          </p:cBhvr>
                                          <p:tavLst>
                                            <p:tav tm="0">
                                              <p:val>
                                                <p:fltVal val="0"/>
                                              </p:val>
                                            </p:tav>
                                            <p:tav tm="100000">
                                              <p:val>
                                                <p:strVal val="#ppt_w"/>
                                              </p:val>
                                            </p:tav>
                                          </p:tavLst>
                                        </p:anim>
                                        <p:anim calcmode="lin" valueType="num">
                                          <p:cBhvr>
                                            <p:cTn id="17" dur="500" fill="hold"/>
                                            <p:tgtEl>
                                              <p:spTgt spid="70"/>
                                            </p:tgtEl>
                                            <p:attrNameLst>
                                              <p:attrName>ppt_h</p:attrName>
                                            </p:attrNameLst>
                                          </p:cBhvr>
                                          <p:tavLst>
                                            <p:tav tm="0">
                                              <p:val>
                                                <p:fltVal val="0"/>
                                              </p:val>
                                            </p:tav>
                                            <p:tav tm="100000">
                                              <p:val>
                                                <p:strVal val="#ppt_h"/>
                                              </p:val>
                                            </p:tav>
                                          </p:tavLst>
                                        </p:anim>
                                        <p:animEffect transition="in" filter="fade">
                                          <p:cBhvr>
                                            <p:cTn id="18" dur="500"/>
                                            <p:tgtEl>
                                              <p:spTgt spid="70"/>
                                            </p:tgtEl>
                                          </p:cBhvr>
                                        </p:animEffect>
                                      </p:childTnLst>
                                    </p:cTn>
                                  </p:par>
                                </p:childTnLst>
                              </p:cTn>
                            </p:par>
                            <p:par>
                              <p:cTn id="19" fill="hold">
                                <p:stCondLst>
                                  <p:cond delay="1150"/>
                                </p:stCondLst>
                                <p:childTnLst>
                                  <p:par>
                                    <p:cTn id="20" presetID="2" presetClass="entr" presetSubtype="4" accel="60000" fill="hold" nodeType="afterEffect">
                                      <p:stCondLst>
                                        <p:cond delay="0"/>
                                      </p:stCondLst>
                                      <p:childTnLst>
                                        <p:set>
                                          <p:cBhvr>
                                            <p:cTn id="21" dur="1" fill="hold">
                                              <p:stCondLst>
                                                <p:cond delay="0"/>
                                              </p:stCondLst>
                                            </p:cTn>
                                            <p:tgtEl>
                                              <p:spTgt spid="110"/>
                                            </p:tgtEl>
                                            <p:attrNameLst>
                                              <p:attrName>style.visibility</p:attrName>
                                            </p:attrNameLst>
                                          </p:cBhvr>
                                          <p:to>
                                            <p:strVal val="visible"/>
                                          </p:to>
                                        </p:set>
                                        <p:anim calcmode="lin" valueType="num">
                                          <p:cBhvr additive="base">
                                            <p:cTn id="22" dur="500" fill="hold"/>
                                            <p:tgtEl>
                                              <p:spTgt spid="110"/>
                                            </p:tgtEl>
                                            <p:attrNameLst>
                                              <p:attrName>ppt_x</p:attrName>
                                            </p:attrNameLst>
                                          </p:cBhvr>
                                          <p:tavLst>
                                            <p:tav tm="0">
                                              <p:val>
                                                <p:strVal val="#ppt_x"/>
                                              </p:val>
                                            </p:tav>
                                            <p:tav tm="100000">
                                              <p:val>
                                                <p:strVal val="#ppt_x"/>
                                              </p:val>
                                            </p:tav>
                                          </p:tavLst>
                                        </p:anim>
                                        <p:anim calcmode="lin" valueType="num">
                                          <p:cBhvr additive="base">
                                            <p:cTn id="23" dur="500" fill="hold"/>
                                            <p:tgtEl>
                                              <p:spTgt spid="110"/>
                                            </p:tgtEl>
                                            <p:attrNameLst>
                                              <p:attrName>ppt_y</p:attrName>
                                            </p:attrNameLst>
                                          </p:cBhvr>
                                          <p:tavLst>
                                            <p:tav tm="0">
                                              <p:val>
                                                <p:strVal val="1+#ppt_h/2"/>
                                              </p:val>
                                            </p:tav>
                                            <p:tav tm="100000">
                                              <p:val>
                                                <p:strVal val="#ppt_y"/>
                                              </p:val>
                                            </p:tav>
                                          </p:tavLst>
                                        </p:anim>
                                      </p:childTnLst>
                                    </p:cTn>
                                  </p:par>
                                </p:childTnLst>
                              </p:cTn>
                            </p:par>
                            <p:par>
                              <p:cTn id="24" fill="hold">
                                <p:stCondLst>
                                  <p:cond delay="1650"/>
                                </p:stCondLst>
                                <p:childTnLst>
                                  <p:par>
                                    <p:cTn id="25" presetID="22" presetClass="entr" presetSubtype="8" fill="hold" grpId="0" nodeType="after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par>
                              <p:cTn id="28" fill="hold">
                                <p:stCondLst>
                                  <p:cond delay="2150"/>
                                </p:stCondLst>
                                <p:childTnLst>
                                  <p:par>
                                    <p:cTn id="29" presetID="12" presetClass="entr" presetSubtype="4" fill="hold" grpId="0" nodeType="afterEffect">
                                      <p:stCondLst>
                                        <p:cond delay="0"/>
                                      </p:stCondLst>
                                      <p:iterate type="lt">
                                        <p:tmPct val="5983"/>
                                      </p:iterate>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300"/>
                                            <p:tgtEl>
                                              <p:spTgt spid="10"/>
                                            </p:tgtEl>
                                            <p:attrNameLst>
                                              <p:attrName>ppt_y</p:attrName>
                                            </p:attrNameLst>
                                          </p:cBhvr>
                                          <p:tavLst>
                                            <p:tav tm="0">
                                              <p:val>
                                                <p:strVal val="#ppt_y+#ppt_h*1.125000"/>
                                              </p:val>
                                            </p:tav>
                                            <p:tav tm="100000">
                                              <p:val>
                                                <p:strVal val="#ppt_y"/>
                                              </p:val>
                                            </p:tav>
                                          </p:tavLst>
                                        </p:anim>
                                        <p:animEffect transition="in" filter="wipe(up)">
                                          <p:cBhvr>
                                            <p:cTn id="32" dur="300"/>
                                            <p:tgtEl>
                                              <p:spTgt spid="10"/>
                                            </p:tgtEl>
                                          </p:cBhvr>
                                        </p:animEffect>
                                      </p:childTnLst>
                                    </p:cTn>
                                  </p:par>
                                </p:childTnLst>
                              </p:cTn>
                            </p:par>
                            <p:par>
                              <p:cTn id="33" fill="hold">
                                <p:stCondLst>
                                  <p:cond delay="4388"/>
                                </p:stCondLst>
                                <p:childTnLst>
                                  <p:par>
                                    <p:cTn id="34" presetID="53" presetClass="entr" presetSubtype="16" fill="hold" grpId="0" nodeType="afterEffect">
                                      <p:stCondLst>
                                        <p:cond delay="0"/>
                                      </p:stCondLst>
                                      <p:childTnLst>
                                        <p:set>
                                          <p:cBhvr>
                                            <p:cTn id="35" dur="1" fill="hold">
                                              <p:stCondLst>
                                                <p:cond delay="0"/>
                                              </p:stCondLst>
                                            </p:cTn>
                                            <p:tgtEl>
                                              <p:spTgt spid="89"/>
                                            </p:tgtEl>
                                            <p:attrNameLst>
                                              <p:attrName>style.visibility</p:attrName>
                                            </p:attrNameLst>
                                          </p:cBhvr>
                                          <p:to>
                                            <p:strVal val="visible"/>
                                          </p:to>
                                        </p:set>
                                        <p:anim calcmode="lin" valueType="num">
                                          <p:cBhvr>
                                            <p:cTn id="36" dur="500" fill="hold"/>
                                            <p:tgtEl>
                                              <p:spTgt spid="89"/>
                                            </p:tgtEl>
                                            <p:attrNameLst>
                                              <p:attrName>ppt_w</p:attrName>
                                            </p:attrNameLst>
                                          </p:cBhvr>
                                          <p:tavLst>
                                            <p:tav tm="0">
                                              <p:val>
                                                <p:fltVal val="0"/>
                                              </p:val>
                                            </p:tav>
                                            <p:tav tm="100000">
                                              <p:val>
                                                <p:strVal val="#ppt_w"/>
                                              </p:val>
                                            </p:tav>
                                          </p:tavLst>
                                        </p:anim>
                                        <p:anim calcmode="lin" valueType="num">
                                          <p:cBhvr>
                                            <p:cTn id="37" dur="500" fill="hold"/>
                                            <p:tgtEl>
                                              <p:spTgt spid="89"/>
                                            </p:tgtEl>
                                            <p:attrNameLst>
                                              <p:attrName>ppt_h</p:attrName>
                                            </p:attrNameLst>
                                          </p:cBhvr>
                                          <p:tavLst>
                                            <p:tav tm="0">
                                              <p:val>
                                                <p:fltVal val="0"/>
                                              </p:val>
                                            </p:tav>
                                            <p:tav tm="100000">
                                              <p:val>
                                                <p:strVal val="#ppt_h"/>
                                              </p:val>
                                            </p:tav>
                                          </p:tavLst>
                                        </p:anim>
                                        <p:animEffect transition="in" filter="fade">
                                          <p:cBhvr>
                                            <p:cTn id="38" dur="500"/>
                                            <p:tgtEl>
                                              <p:spTgt spid="89"/>
                                            </p:tgtEl>
                                          </p:cBhvr>
                                        </p:animEffect>
                                      </p:childTnLst>
                                    </p:cTn>
                                  </p:par>
                                </p:childTnLst>
                              </p:cTn>
                            </p:par>
                            <p:par>
                              <p:cTn id="39" fill="hold">
                                <p:stCondLst>
                                  <p:cond delay="4888"/>
                                </p:stCondLst>
                                <p:childTnLst>
                                  <p:par>
                                    <p:cTn id="40" presetID="21" presetClass="entr" presetSubtype="1" fill="hold" grpId="0" nodeType="afterEffect">
                                      <p:stCondLst>
                                        <p:cond delay="0"/>
                                      </p:stCondLst>
                                      <p:childTnLst>
                                        <p:set>
                                          <p:cBhvr>
                                            <p:cTn id="41" dur="1" fill="hold">
                                              <p:stCondLst>
                                                <p:cond delay="0"/>
                                              </p:stCondLst>
                                            </p:cTn>
                                            <p:tgtEl>
                                              <p:spTgt spid="90"/>
                                            </p:tgtEl>
                                            <p:attrNameLst>
                                              <p:attrName>style.visibility</p:attrName>
                                            </p:attrNameLst>
                                          </p:cBhvr>
                                          <p:to>
                                            <p:strVal val="visible"/>
                                          </p:to>
                                        </p:set>
                                        <p:animEffect transition="in" filter="wheel(1)">
                                          <p:cBhvr>
                                            <p:cTn id="42" dur="500"/>
                                            <p:tgtEl>
                                              <p:spTgt spid="90"/>
                                            </p:tgtEl>
                                          </p:cBhvr>
                                        </p:animEffect>
                                      </p:childTnLst>
                                    </p:cTn>
                                  </p:par>
                                  <p:par>
                                    <p:cTn id="43" presetID="53" presetClass="entr" presetSubtype="16" fill="hold" grpId="0" nodeType="withEffect">
                                      <p:stCondLst>
                                        <p:cond delay="0"/>
                                      </p:stCondLst>
                                      <p:iterate type="lt">
                                        <p:tmPct val="10000"/>
                                      </p:iterate>
                                      <p:childTnLst>
                                        <p:set>
                                          <p:cBhvr>
                                            <p:cTn id="44" dur="1" fill="hold">
                                              <p:stCondLst>
                                                <p:cond delay="0"/>
                                              </p:stCondLst>
                                            </p:cTn>
                                            <p:tgtEl>
                                              <p:spTgt spid="91"/>
                                            </p:tgtEl>
                                            <p:attrNameLst>
                                              <p:attrName>style.visibility</p:attrName>
                                            </p:attrNameLst>
                                          </p:cBhvr>
                                          <p:to>
                                            <p:strVal val="visible"/>
                                          </p:to>
                                        </p:set>
                                        <p:anim calcmode="lin" valueType="num">
                                          <p:cBhvr>
                                            <p:cTn id="45" dur="500" fill="hold"/>
                                            <p:tgtEl>
                                              <p:spTgt spid="91"/>
                                            </p:tgtEl>
                                            <p:attrNameLst>
                                              <p:attrName>ppt_w</p:attrName>
                                            </p:attrNameLst>
                                          </p:cBhvr>
                                          <p:tavLst>
                                            <p:tav tm="0">
                                              <p:val>
                                                <p:fltVal val="0"/>
                                              </p:val>
                                            </p:tav>
                                            <p:tav tm="100000">
                                              <p:val>
                                                <p:strVal val="#ppt_w"/>
                                              </p:val>
                                            </p:tav>
                                          </p:tavLst>
                                        </p:anim>
                                        <p:anim calcmode="lin" valueType="num">
                                          <p:cBhvr>
                                            <p:cTn id="46" dur="500" fill="hold"/>
                                            <p:tgtEl>
                                              <p:spTgt spid="91"/>
                                            </p:tgtEl>
                                            <p:attrNameLst>
                                              <p:attrName>ppt_h</p:attrName>
                                            </p:attrNameLst>
                                          </p:cBhvr>
                                          <p:tavLst>
                                            <p:tav tm="0">
                                              <p:val>
                                                <p:fltVal val="0"/>
                                              </p:val>
                                            </p:tav>
                                            <p:tav tm="100000">
                                              <p:val>
                                                <p:strVal val="#ppt_h"/>
                                              </p:val>
                                            </p:tav>
                                          </p:tavLst>
                                        </p:anim>
                                        <p:animEffect transition="in" filter="fade">
                                          <p:cBhvr>
                                            <p:cTn id="47" dur="500"/>
                                            <p:tgtEl>
                                              <p:spTgt spid="91"/>
                                            </p:tgtEl>
                                          </p:cBhvr>
                                        </p:animEffect>
                                      </p:childTnLst>
                                    </p:cTn>
                                  </p:par>
                                </p:childTnLst>
                              </p:cTn>
                            </p:par>
                            <p:par>
                              <p:cTn id="48" fill="hold">
                                <p:stCondLst>
                                  <p:cond delay="5538"/>
                                </p:stCondLst>
                                <p:childTnLst>
                                  <p:par>
                                    <p:cTn id="49" presetID="2" presetClass="entr" presetSubtype="4" accel="60000" fill="hold" nodeType="afterEffect">
                                      <p:stCondLst>
                                        <p:cond delay="0"/>
                                      </p:stCondLst>
                                      <p:childTnLst>
                                        <p:set>
                                          <p:cBhvr>
                                            <p:cTn id="50" dur="1" fill="hold">
                                              <p:stCondLst>
                                                <p:cond delay="0"/>
                                              </p:stCondLst>
                                            </p:cTn>
                                            <p:tgtEl>
                                              <p:spTgt spid="116"/>
                                            </p:tgtEl>
                                            <p:attrNameLst>
                                              <p:attrName>style.visibility</p:attrName>
                                            </p:attrNameLst>
                                          </p:cBhvr>
                                          <p:to>
                                            <p:strVal val="visible"/>
                                          </p:to>
                                        </p:set>
                                        <p:anim calcmode="lin" valueType="num">
                                          <p:cBhvr additive="base">
                                            <p:cTn id="51" dur="500" fill="hold"/>
                                            <p:tgtEl>
                                              <p:spTgt spid="116"/>
                                            </p:tgtEl>
                                            <p:attrNameLst>
                                              <p:attrName>ppt_x</p:attrName>
                                            </p:attrNameLst>
                                          </p:cBhvr>
                                          <p:tavLst>
                                            <p:tav tm="0">
                                              <p:val>
                                                <p:strVal val="#ppt_x"/>
                                              </p:val>
                                            </p:tav>
                                            <p:tav tm="100000">
                                              <p:val>
                                                <p:strVal val="#ppt_x"/>
                                              </p:val>
                                            </p:tav>
                                          </p:tavLst>
                                        </p:anim>
                                        <p:anim calcmode="lin" valueType="num">
                                          <p:cBhvr additive="base">
                                            <p:cTn id="52" dur="500" fill="hold"/>
                                            <p:tgtEl>
                                              <p:spTgt spid="116"/>
                                            </p:tgtEl>
                                            <p:attrNameLst>
                                              <p:attrName>ppt_y</p:attrName>
                                            </p:attrNameLst>
                                          </p:cBhvr>
                                          <p:tavLst>
                                            <p:tav tm="0">
                                              <p:val>
                                                <p:strVal val="1+#ppt_h/2"/>
                                              </p:val>
                                            </p:tav>
                                            <p:tav tm="100000">
                                              <p:val>
                                                <p:strVal val="#ppt_y"/>
                                              </p:val>
                                            </p:tav>
                                          </p:tavLst>
                                        </p:anim>
                                      </p:childTnLst>
                                    </p:cTn>
                                  </p:par>
                                </p:childTnLst>
                              </p:cTn>
                            </p:par>
                            <p:par>
                              <p:cTn id="53" fill="hold">
                                <p:stCondLst>
                                  <p:cond delay="6038"/>
                                </p:stCondLst>
                                <p:childTnLst>
                                  <p:par>
                                    <p:cTn id="54" presetID="22" presetClass="entr" presetSubtype="8" fill="hold" grpId="0" nodeType="afterEffect">
                                      <p:stCondLst>
                                        <p:cond delay="0"/>
                                      </p:stCondLst>
                                      <p:childTnLst>
                                        <p:set>
                                          <p:cBhvr>
                                            <p:cTn id="55" dur="1" fill="hold">
                                              <p:stCondLst>
                                                <p:cond delay="0"/>
                                              </p:stCondLst>
                                            </p:cTn>
                                            <p:tgtEl>
                                              <p:spTgt spid="9"/>
                                            </p:tgtEl>
                                            <p:attrNameLst>
                                              <p:attrName>style.visibility</p:attrName>
                                            </p:attrNameLst>
                                          </p:cBhvr>
                                          <p:to>
                                            <p:strVal val="visible"/>
                                          </p:to>
                                        </p:set>
                                        <p:animEffect transition="in" filter="wipe(left)">
                                          <p:cBhvr>
                                            <p:cTn id="56" dur="500"/>
                                            <p:tgtEl>
                                              <p:spTgt spid="9"/>
                                            </p:tgtEl>
                                          </p:cBhvr>
                                        </p:animEffect>
                                      </p:childTnLst>
                                    </p:cTn>
                                  </p:par>
                                </p:childTnLst>
                              </p:cTn>
                            </p:par>
                            <p:par>
                              <p:cTn id="57" fill="hold">
                                <p:stCondLst>
                                  <p:cond delay="6538"/>
                                </p:stCondLst>
                                <p:childTnLst>
                                  <p:par>
                                    <p:cTn id="58" presetID="12" presetClass="entr" presetSubtype="4" fill="hold" grpId="0" nodeType="afterEffect">
                                      <p:stCondLst>
                                        <p:cond delay="0"/>
                                      </p:stCondLst>
                                      <p:iterate type="lt">
                                        <p:tmPct val="5983"/>
                                      </p:iterate>
                                      <p:childTnLst>
                                        <p:set>
                                          <p:cBhvr>
                                            <p:cTn id="59" dur="1" fill="hold">
                                              <p:stCondLst>
                                                <p:cond delay="0"/>
                                              </p:stCondLst>
                                            </p:cTn>
                                            <p:tgtEl>
                                              <p:spTgt spid="11"/>
                                            </p:tgtEl>
                                            <p:attrNameLst>
                                              <p:attrName>style.visibility</p:attrName>
                                            </p:attrNameLst>
                                          </p:cBhvr>
                                          <p:to>
                                            <p:strVal val="visible"/>
                                          </p:to>
                                        </p:set>
                                        <p:anim calcmode="lin" valueType="num">
                                          <p:cBhvr additive="base">
                                            <p:cTn id="60" dur="300"/>
                                            <p:tgtEl>
                                              <p:spTgt spid="11"/>
                                            </p:tgtEl>
                                            <p:attrNameLst>
                                              <p:attrName>ppt_y</p:attrName>
                                            </p:attrNameLst>
                                          </p:cBhvr>
                                          <p:tavLst>
                                            <p:tav tm="0">
                                              <p:val>
                                                <p:strVal val="#ppt_y+#ppt_h*1.125000"/>
                                              </p:val>
                                            </p:tav>
                                            <p:tav tm="100000">
                                              <p:val>
                                                <p:strVal val="#ppt_y"/>
                                              </p:val>
                                            </p:tav>
                                          </p:tavLst>
                                        </p:anim>
                                        <p:animEffect transition="in" filter="wipe(up)">
                                          <p:cBhvr>
                                            <p:cTn id="61" dur="3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0" grpId="0"/>
          <p:bldP spid="11" grpId="0"/>
          <p:bldP spid="68" grpId="0" animBg="1"/>
          <p:bldP spid="69" grpId="0" animBg="1"/>
          <p:bldP spid="70" grpId="0"/>
          <p:bldP spid="89" grpId="0" animBg="1"/>
          <p:bldP spid="90" grpId="0" animBg="1"/>
          <p:bldP spid="91" grpId="0"/>
        </p:bldLst>
      </p:timing>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原创设计师QQ598969553          _1"/>
          <p:cNvSpPr txBox="1"/>
          <p:nvPr/>
        </p:nvSpPr>
        <p:spPr>
          <a:xfrm>
            <a:off x="2803736" y="299722"/>
            <a:ext cx="3523130" cy="377026"/>
          </a:xfrm>
          <a:prstGeom prst="rect">
            <a:avLst/>
          </a:prstGeom>
          <a:noFill/>
        </p:spPr>
        <p:txBody>
          <a:bodyPr wrap="square" lIns="68580" tIns="34290" rIns="68580" bIns="34290" rtlCol="0">
            <a:spAutoFit/>
          </a:bodyPr>
          <a:lstStyle/>
          <a:p>
            <a:pPr algn="ctr"/>
            <a:r>
              <a:rPr lang="zh-CN" altLang="en-US" sz="2000" b="1" dirty="0">
                <a:solidFill>
                  <a:schemeClr val="tx1">
                    <a:lumMod val="65000"/>
                    <a:lumOff val="35000"/>
                  </a:schemeClr>
                </a:solidFill>
                <a:latin typeface="+mn-ea"/>
              </a:rPr>
              <a:t>添加标题文本内容</a:t>
            </a:r>
            <a:endParaRPr lang="en-US" altLang="zh-CN" sz="2000" b="1" dirty="0">
              <a:solidFill>
                <a:schemeClr val="tx1">
                  <a:lumMod val="65000"/>
                  <a:lumOff val="35000"/>
                </a:schemeClr>
              </a:solidFill>
              <a:latin typeface="+mn-ea"/>
            </a:endParaRPr>
          </a:p>
        </p:txBody>
      </p:sp>
      <p:sp>
        <p:nvSpPr>
          <p:cNvPr id="3" name="原创设计师QQ598969553          _2"/>
          <p:cNvSpPr/>
          <p:nvPr/>
        </p:nvSpPr>
        <p:spPr>
          <a:xfrm>
            <a:off x="2240767" y="2729336"/>
            <a:ext cx="4675914" cy="1558567"/>
          </a:xfrm>
          <a:custGeom>
            <a:avLst/>
            <a:gdLst>
              <a:gd name="connsiteX0" fmla="*/ 0 w 6234551"/>
              <a:gd name="connsiteY0" fmla="*/ 1750412 h 3500824"/>
              <a:gd name="connsiteX1" fmla="*/ 3117276 w 6234551"/>
              <a:gd name="connsiteY1" fmla="*/ 0 h 3500824"/>
              <a:gd name="connsiteX2" fmla="*/ 6234552 w 6234551"/>
              <a:gd name="connsiteY2" fmla="*/ 1750412 h 3500824"/>
              <a:gd name="connsiteX3" fmla="*/ 3117276 w 6234551"/>
              <a:gd name="connsiteY3" fmla="*/ 3500824 h 3500824"/>
              <a:gd name="connsiteX4" fmla="*/ 0 w 6234551"/>
              <a:gd name="connsiteY4" fmla="*/ 1750412 h 3500824"/>
              <a:gd name="connsiteX0" fmla="*/ 3117276 w 6234552"/>
              <a:gd name="connsiteY0" fmla="*/ 0 h 3500824"/>
              <a:gd name="connsiteX1" fmla="*/ 6234552 w 6234552"/>
              <a:gd name="connsiteY1" fmla="*/ 1750412 h 3500824"/>
              <a:gd name="connsiteX2" fmla="*/ 3117276 w 6234552"/>
              <a:gd name="connsiteY2" fmla="*/ 3500824 h 3500824"/>
              <a:gd name="connsiteX3" fmla="*/ 0 w 6234552"/>
              <a:gd name="connsiteY3" fmla="*/ 1750412 h 3500824"/>
              <a:gd name="connsiteX4" fmla="*/ 3208716 w 6234552"/>
              <a:gd name="connsiteY4" fmla="*/ 91440 h 3500824"/>
              <a:gd name="connsiteX0" fmla="*/ 3117276 w 6234552"/>
              <a:gd name="connsiteY0" fmla="*/ 0 h 3500824"/>
              <a:gd name="connsiteX1" fmla="*/ 6234552 w 6234552"/>
              <a:gd name="connsiteY1" fmla="*/ 1750412 h 3500824"/>
              <a:gd name="connsiteX2" fmla="*/ 3117276 w 6234552"/>
              <a:gd name="connsiteY2" fmla="*/ 3500824 h 3500824"/>
              <a:gd name="connsiteX3" fmla="*/ 0 w 6234552"/>
              <a:gd name="connsiteY3" fmla="*/ 1750412 h 3500824"/>
              <a:gd name="connsiteX0" fmla="*/ 6234552 w 6234552"/>
              <a:gd name="connsiteY0" fmla="*/ 0 h 1750412"/>
              <a:gd name="connsiteX1" fmla="*/ 3117276 w 6234552"/>
              <a:gd name="connsiteY1" fmla="*/ 1750412 h 1750412"/>
              <a:gd name="connsiteX2" fmla="*/ 0 w 6234552"/>
              <a:gd name="connsiteY2" fmla="*/ 0 h 1750412"/>
            </a:gdLst>
            <a:ahLst/>
            <a:cxnLst>
              <a:cxn ang="0">
                <a:pos x="connsiteX0" y="connsiteY0"/>
              </a:cxn>
              <a:cxn ang="0">
                <a:pos x="connsiteX1" y="connsiteY1"/>
              </a:cxn>
              <a:cxn ang="0">
                <a:pos x="connsiteX2" y="connsiteY2"/>
              </a:cxn>
            </a:cxnLst>
            <a:rect l="l" t="t" r="r" b="b"/>
            <a:pathLst>
              <a:path w="6234552" h="1750412">
                <a:moveTo>
                  <a:pt x="6234552" y="0"/>
                </a:moveTo>
                <a:cubicBezTo>
                  <a:pt x="6234552" y="966726"/>
                  <a:pt x="4838900" y="1750412"/>
                  <a:pt x="3117276" y="1750412"/>
                </a:cubicBezTo>
                <a:cubicBezTo>
                  <a:pt x="1395652" y="1750412"/>
                  <a:pt x="0" y="966726"/>
                  <a:pt x="0" y="0"/>
                </a:cubicBezTo>
              </a:path>
            </a:pathLst>
          </a:custGeom>
          <a:noFill/>
          <a:ln w="12700">
            <a:solidFill>
              <a:schemeClr val="tx1">
                <a:lumMod val="65000"/>
                <a:lumOff val="35000"/>
              </a:schemeClr>
            </a:solidFill>
            <a:headEnd type="triangle"/>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latin typeface="+mn-ea"/>
            </a:endParaRPr>
          </a:p>
        </p:txBody>
      </p:sp>
      <p:grpSp>
        <p:nvGrpSpPr>
          <p:cNvPr id="4" name="原创设计师QQ598969553          _3"/>
          <p:cNvGrpSpPr/>
          <p:nvPr/>
        </p:nvGrpSpPr>
        <p:grpSpPr>
          <a:xfrm>
            <a:off x="1754729" y="1655435"/>
            <a:ext cx="1304591" cy="1059614"/>
            <a:chOff x="3237545" y="4561747"/>
            <a:chExt cx="1146960" cy="1146960"/>
          </a:xfrm>
        </p:grpSpPr>
        <p:sp>
          <p:nvSpPr>
            <p:cNvPr id="6" name="圆角矩形 5"/>
            <p:cNvSpPr/>
            <p:nvPr/>
          </p:nvSpPr>
          <p:spPr>
            <a:xfrm>
              <a:off x="3237545" y="4561747"/>
              <a:ext cx="1146960" cy="1146960"/>
            </a:xfrm>
            <a:prstGeom prst="roundRect">
              <a:avLst>
                <a:gd name="adj" fmla="val 0"/>
              </a:avLst>
            </a:prstGeom>
            <a:solidFill>
              <a:schemeClr val="accent1"/>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mn-ea"/>
              </a:endParaRPr>
            </a:p>
          </p:txBody>
        </p:sp>
        <p:sp>
          <p:nvSpPr>
            <p:cNvPr id="7" name="圆角矩形 6"/>
            <p:cNvSpPr/>
            <p:nvPr/>
          </p:nvSpPr>
          <p:spPr>
            <a:xfrm>
              <a:off x="3305008" y="4637099"/>
              <a:ext cx="1012026" cy="996251"/>
            </a:xfrm>
            <a:prstGeom prst="roundRect">
              <a:avLst>
                <a:gd name="adj" fmla="val 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444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grpSp>
        <p:nvGrpSpPr>
          <p:cNvPr id="8" name="原创设计师QQ598969553          _4"/>
          <p:cNvGrpSpPr/>
          <p:nvPr/>
        </p:nvGrpSpPr>
        <p:grpSpPr>
          <a:xfrm>
            <a:off x="6098129" y="1655435"/>
            <a:ext cx="1304591" cy="1059614"/>
            <a:chOff x="3237545" y="4561747"/>
            <a:chExt cx="1146960" cy="1146960"/>
          </a:xfrm>
        </p:grpSpPr>
        <p:sp>
          <p:nvSpPr>
            <p:cNvPr id="9" name="圆角矩形 8"/>
            <p:cNvSpPr/>
            <p:nvPr/>
          </p:nvSpPr>
          <p:spPr>
            <a:xfrm>
              <a:off x="3237545" y="4561747"/>
              <a:ext cx="1146960" cy="1146960"/>
            </a:xfrm>
            <a:prstGeom prst="roundRect">
              <a:avLst>
                <a:gd name="adj" fmla="val 0"/>
              </a:avLst>
            </a:prstGeom>
            <a:solidFill>
              <a:schemeClr val="accent2"/>
            </a:solidFill>
            <a:ln w="31750">
              <a:gradFill flip="none" rotWithShape="1">
                <a:gsLst>
                  <a:gs pos="0">
                    <a:schemeClr val="bg1">
                      <a:lumMod val="85000"/>
                    </a:schemeClr>
                  </a:gs>
                  <a:gs pos="100000">
                    <a:schemeClr val="bg1"/>
                  </a:gs>
                </a:gsLst>
                <a:lin ang="2700000" scaled="1"/>
                <a:tileRect/>
              </a:gradFill>
            </a:ln>
            <a:effectLst>
              <a:innerShdw blurRad="127000" dist="63500" dir="13500000">
                <a:schemeClr val="tx1">
                  <a:lumMod val="65000"/>
                  <a:lumOff val="35000"/>
                  <a:alpha val="49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mn-ea"/>
              </a:endParaRPr>
            </a:p>
          </p:txBody>
        </p:sp>
        <p:sp>
          <p:nvSpPr>
            <p:cNvPr id="10" name="圆角矩形 9"/>
            <p:cNvSpPr/>
            <p:nvPr/>
          </p:nvSpPr>
          <p:spPr>
            <a:xfrm>
              <a:off x="3305008" y="4637099"/>
              <a:ext cx="1012026" cy="996251"/>
            </a:xfrm>
            <a:prstGeom prst="roundRect">
              <a:avLst>
                <a:gd name="adj" fmla="val 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444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grpSp>
      <p:cxnSp>
        <p:nvCxnSpPr>
          <p:cNvPr id="11" name="原创设计师QQ598969553          _5"/>
          <p:cNvCxnSpPr/>
          <p:nvPr/>
        </p:nvCxnSpPr>
        <p:spPr>
          <a:xfrm>
            <a:off x="3249986" y="2192063"/>
            <a:ext cx="2643188" cy="0"/>
          </a:xfrm>
          <a:prstGeom prst="straightConnector1">
            <a:avLst/>
          </a:prstGeom>
          <a:ln w="19050">
            <a:solidFill>
              <a:schemeClr val="tx1">
                <a:lumMod val="65000"/>
                <a:lumOff val="35000"/>
              </a:schemeClr>
            </a:solidFill>
            <a:prstDash val="sysDot"/>
            <a:headEnd w="lg" len="lg"/>
            <a:tailEnd type="triangle" w="lg" len="lg"/>
          </a:ln>
        </p:spPr>
        <p:style>
          <a:lnRef idx="1">
            <a:schemeClr val="accent1"/>
          </a:lnRef>
          <a:fillRef idx="0">
            <a:schemeClr val="accent1"/>
          </a:fillRef>
          <a:effectRef idx="0">
            <a:schemeClr val="accent1"/>
          </a:effectRef>
          <a:fontRef idx="minor">
            <a:schemeClr val="tx1"/>
          </a:fontRef>
        </p:style>
      </p:cxnSp>
      <p:sp>
        <p:nvSpPr>
          <p:cNvPr id="12" name="原创设计师QQ598969553          _6"/>
          <p:cNvSpPr/>
          <p:nvPr/>
        </p:nvSpPr>
        <p:spPr>
          <a:xfrm>
            <a:off x="2561403" y="3328296"/>
            <a:ext cx="919089" cy="919089"/>
          </a:xfrm>
          <a:prstGeom prst="ellipse">
            <a:avLst/>
          </a:prstGeom>
          <a:solidFill>
            <a:schemeClr val="bg1">
              <a:lumMod val="95000"/>
            </a:schemeClr>
          </a:solidFill>
          <a:ln w="50800">
            <a:noFill/>
          </a:ln>
          <a:effectLst>
            <a:outerShdw blurRad="177800" dist="63500" dir="2700000" algn="tl" rotWithShape="0">
              <a:schemeClr val="tx1">
                <a:lumMod val="65000"/>
                <a:lumOff val="35000"/>
                <a:alpha val="25000"/>
              </a:schemeClr>
            </a:outerShdw>
          </a:effectLst>
          <a:scene3d>
            <a:camera prst="orthographicFront"/>
            <a:lightRig rig="threePt" dir="t"/>
          </a:scene3d>
          <a:sp3d prstMaterial="softEdge">
            <a:bevelT w="38100" h="6350" prst="angle"/>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mn-ea"/>
            </a:endParaRPr>
          </a:p>
        </p:txBody>
      </p:sp>
      <p:sp>
        <p:nvSpPr>
          <p:cNvPr id="13" name="原创设计师QQ598969553          _7"/>
          <p:cNvSpPr/>
          <p:nvPr/>
        </p:nvSpPr>
        <p:spPr>
          <a:xfrm>
            <a:off x="5676957" y="3328296"/>
            <a:ext cx="919089" cy="919089"/>
          </a:xfrm>
          <a:prstGeom prst="ellipse">
            <a:avLst/>
          </a:prstGeom>
          <a:solidFill>
            <a:schemeClr val="bg1">
              <a:lumMod val="95000"/>
            </a:schemeClr>
          </a:solidFill>
          <a:ln w="50800">
            <a:noFill/>
          </a:ln>
          <a:effectLst>
            <a:outerShdw blurRad="177800" dist="63500" dir="2700000" algn="tl" rotWithShape="0">
              <a:schemeClr val="tx1">
                <a:lumMod val="65000"/>
                <a:lumOff val="35000"/>
                <a:alpha val="25000"/>
              </a:schemeClr>
            </a:outerShdw>
          </a:effectLst>
          <a:scene3d>
            <a:camera prst="orthographicFront"/>
            <a:lightRig rig="threePt" dir="t"/>
          </a:scene3d>
          <a:sp3d prstMaterial="softEdge">
            <a:bevelT w="38100" h="6350" prst="angle"/>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mn-ea"/>
            </a:endParaRPr>
          </a:p>
        </p:txBody>
      </p:sp>
      <p:sp>
        <p:nvSpPr>
          <p:cNvPr id="14" name="原创设计师QQ598969553          _8"/>
          <p:cNvSpPr/>
          <p:nvPr/>
        </p:nvSpPr>
        <p:spPr>
          <a:xfrm>
            <a:off x="4119180" y="3764064"/>
            <a:ext cx="919089" cy="919089"/>
          </a:xfrm>
          <a:prstGeom prst="ellipse">
            <a:avLst/>
          </a:prstGeom>
          <a:solidFill>
            <a:schemeClr val="bg1">
              <a:lumMod val="95000"/>
            </a:schemeClr>
          </a:solidFill>
          <a:ln w="50800">
            <a:noFill/>
          </a:ln>
          <a:effectLst>
            <a:outerShdw blurRad="177800" dist="63500" dir="2700000" algn="tl" rotWithShape="0">
              <a:schemeClr val="tx1">
                <a:lumMod val="65000"/>
                <a:lumOff val="35000"/>
                <a:alpha val="25000"/>
              </a:schemeClr>
            </a:outerShdw>
          </a:effectLst>
          <a:scene3d>
            <a:camera prst="orthographicFront"/>
            <a:lightRig rig="threePt" dir="t"/>
          </a:scene3d>
          <a:sp3d prstMaterial="softEdge">
            <a:bevelT w="38100" h="6350" prst="angle"/>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mn-ea"/>
            </a:endParaRPr>
          </a:p>
        </p:txBody>
      </p:sp>
      <p:sp>
        <p:nvSpPr>
          <p:cNvPr id="15" name="原创设计师QQ598969553          _9"/>
          <p:cNvSpPr txBox="1"/>
          <p:nvPr/>
        </p:nvSpPr>
        <p:spPr>
          <a:xfrm>
            <a:off x="3675488" y="1885157"/>
            <a:ext cx="1790756" cy="284693"/>
          </a:xfrm>
          <a:prstGeom prst="rect">
            <a:avLst/>
          </a:prstGeom>
          <a:noFill/>
        </p:spPr>
        <p:txBody>
          <a:bodyPr wrap="square" lIns="68580" tIns="34290" rIns="68580" bIns="34290" rtlCol="0">
            <a:spAutoFit/>
          </a:bodyPr>
          <a:lstStyle/>
          <a:p>
            <a:pPr algn="dist"/>
            <a:r>
              <a:rPr lang="zh-CN" altLang="en-US" dirty="0">
                <a:solidFill>
                  <a:schemeClr val="tx1">
                    <a:lumMod val="65000"/>
                    <a:lumOff val="35000"/>
                  </a:schemeClr>
                </a:solidFill>
                <a:latin typeface="+mn-ea"/>
              </a:rPr>
              <a:t>点击添加文本内容</a:t>
            </a:r>
          </a:p>
        </p:txBody>
      </p:sp>
      <p:sp>
        <p:nvSpPr>
          <p:cNvPr id="16" name="原创设计师QQ598969553          _10"/>
          <p:cNvSpPr txBox="1"/>
          <p:nvPr/>
        </p:nvSpPr>
        <p:spPr>
          <a:xfrm>
            <a:off x="3738263" y="3262366"/>
            <a:ext cx="1669733" cy="284693"/>
          </a:xfrm>
          <a:prstGeom prst="rect">
            <a:avLst/>
          </a:prstGeom>
          <a:noFill/>
        </p:spPr>
        <p:txBody>
          <a:bodyPr wrap="square" lIns="68580" tIns="34290" rIns="68580" bIns="34290" rtlCol="0">
            <a:spAutoFit/>
          </a:bodyPr>
          <a:lstStyle/>
          <a:p>
            <a:pPr algn="dist"/>
            <a:r>
              <a:rPr lang="zh-CN" altLang="en-US" dirty="0">
                <a:solidFill>
                  <a:schemeClr val="tx1">
                    <a:lumMod val="65000"/>
                    <a:lumOff val="35000"/>
                  </a:schemeClr>
                </a:solidFill>
                <a:latin typeface="+mn-ea"/>
              </a:rPr>
              <a:t>点击添加文本内容</a:t>
            </a:r>
          </a:p>
        </p:txBody>
      </p:sp>
      <p:sp>
        <p:nvSpPr>
          <p:cNvPr id="17" name="原创设计师QQ598969553          _11"/>
          <p:cNvSpPr txBox="1"/>
          <p:nvPr/>
        </p:nvSpPr>
        <p:spPr>
          <a:xfrm>
            <a:off x="1953753" y="1870869"/>
            <a:ext cx="906534" cy="561692"/>
          </a:xfrm>
          <a:prstGeom prst="rect">
            <a:avLst/>
          </a:prstGeom>
          <a:noFill/>
        </p:spPr>
        <p:txBody>
          <a:bodyPr wrap="square" lIns="68580" tIns="34290" rIns="68580" bIns="34290" rtlCol="0">
            <a:spAutoFit/>
          </a:bodyPr>
          <a:lstStyle/>
          <a:p>
            <a:pPr algn="ctr"/>
            <a:r>
              <a:rPr lang="zh-CN" altLang="en-US" sz="1600" b="1" dirty="0">
                <a:solidFill>
                  <a:schemeClr val="accent1"/>
                </a:solidFill>
                <a:latin typeface="+mn-ea"/>
              </a:rPr>
              <a:t>添加</a:t>
            </a:r>
            <a:endParaRPr lang="en-US" altLang="zh-CN" sz="1600" b="1" dirty="0">
              <a:solidFill>
                <a:schemeClr val="accent1"/>
              </a:solidFill>
              <a:latin typeface="+mn-ea"/>
            </a:endParaRPr>
          </a:p>
          <a:p>
            <a:pPr algn="ctr"/>
            <a:r>
              <a:rPr lang="zh-CN" altLang="en-US" sz="1600" b="1" dirty="0">
                <a:solidFill>
                  <a:schemeClr val="accent1"/>
                </a:solidFill>
                <a:latin typeface="+mn-ea"/>
              </a:rPr>
              <a:t>关键词</a:t>
            </a:r>
          </a:p>
        </p:txBody>
      </p:sp>
      <p:sp>
        <p:nvSpPr>
          <p:cNvPr id="19" name="原创设计师QQ598969553          _12"/>
          <p:cNvSpPr txBox="1"/>
          <p:nvPr/>
        </p:nvSpPr>
        <p:spPr>
          <a:xfrm>
            <a:off x="6297153" y="1870869"/>
            <a:ext cx="906534" cy="561692"/>
          </a:xfrm>
          <a:prstGeom prst="rect">
            <a:avLst/>
          </a:prstGeom>
          <a:noFill/>
        </p:spPr>
        <p:txBody>
          <a:bodyPr wrap="square" lIns="68580" tIns="34290" rIns="68580" bIns="34290" rtlCol="0">
            <a:spAutoFit/>
          </a:bodyPr>
          <a:lstStyle/>
          <a:p>
            <a:pPr algn="ctr"/>
            <a:r>
              <a:rPr lang="zh-CN" altLang="en-US" sz="1600" b="1" dirty="0">
                <a:solidFill>
                  <a:schemeClr val="accent2"/>
                </a:solidFill>
                <a:latin typeface="+mn-ea"/>
              </a:rPr>
              <a:t>添加</a:t>
            </a:r>
            <a:endParaRPr lang="en-US" altLang="zh-CN" sz="1600" b="1" dirty="0">
              <a:solidFill>
                <a:schemeClr val="accent2"/>
              </a:solidFill>
              <a:latin typeface="+mn-ea"/>
            </a:endParaRPr>
          </a:p>
          <a:p>
            <a:pPr algn="ctr"/>
            <a:r>
              <a:rPr lang="zh-CN" altLang="en-US" sz="1600" b="1" dirty="0">
                <a:solidFill>
                  <a:schemeClr val="accent2"/>
                </a:solidFill>
                <a:latin typeface="+mn-ea"/>
              </a:rPr>
              <a:t>关键词</a:t>
            </a:r>
          </a:p>
        </p:txBody>
      </p:sp>
      <p:sp>
        <p:nvSpPr>
          <p:cNvPr id="21" name="原创设计师QQ598969553          _13"/>
          <p:cNvSpPr txBox="1"/>
          <p:nvPr/>
        </p:nvSpPr>
        <p:spPr>
          <a:xfrm>
            <a:off x="2634450" y="3546494"/>
            <a:ext cx="739605" cy="500137"/>
          </a:xfrm>
          <a:prstGeom prst="rect">
            <a:avLst/>
          </a:prstGeom>
          <a:noFill/>
        </p:spPr>
        <p:txBody>
          <a:bodyPr wrap="square" lIns="68580" tIns="34290" rIns="68580" bIns="34290" rtlCol="0">
            <a:spAutoFit/>
          </a:bodyPr>
          <a:lstStyle/>
          <a:p>
            <a:pPr algn="ctr"/>
            <a:r>
              <a:rPr lang="zh-CN" altLang="en-US" dirty="0">
                <a:solidFill>
                  <a:schemeClr val="tx1">
                    <a:lumMod val="65000"/>
                    <a:lumOff val="35000"/>
                  </a:schemeClr>
                </a:solidFill>
                <a:latin typeface="+mn-ea"/>
              </a:rPr>
              <a:t>添加</a:t>
            </a:r>
            <a:endParaRPr lang="en-US" altLang="zh-CN" dirty="0">
              <a:solidFill>
                <a:schemeClr val="tx1">
                  <a:lumMod val="65000"/>
                  <a:lumOff val="35000"/>
                </a:schemeClr>
              </a:solidFill>
              <a:latin typeface="+mn-ea"/>
            </a:endParaRPr>
          </a:p>
          <a:p>
            <a:pPr algn="ctr"/>
            <a:r>
              <a:rPr lang="zh-CN" altLang="en-US" dirty="0">
                <a:solidFill>
                  <a:schemeClr val="tx1">
                    <a:lumMod val="65000"/>
                    <a:lumOff val="35000"/>
                  </a:schemeClr>
                </a:solidFill>
                <a:latin typeface="+mn-ea"/>
              </a:rPr>
              <a:t>关键词</a:t>
            </a:r>
          </a:p>
        </p:txBody>
      </p:sp>
      <p:sp>
        <p:nvSpPr>
          <p:cNvPr id="22" name="原创设计师QQ598969553          _14"/>
          <p:cNvSpPr txBox="1"/>
          <p:nvPr/>
        </p:nvSpPr>
        <p:spPr>
          <a:xfrm>
            <a:off x="4206540" y="3981235"/>
            <a:ext cx="739605" cy="500137"/>
          </a:xfrm>
          <a:prstGeom prst="rect">
            <a:avLst/>
          </a:prstGeom>
          <a:noFill/>
        </p:spPr>
        <p:txBody>
          <a:bodyPr wrap="square" lIns="68580" tIns="34290" rIns="68580" bIns="34290" rtlCol="0">
            <a:spAutoFit/>
          </a:bodyPr>
          <a:lstStyle/>
          <a:p>
            <a:pPr algn="ctr"/>
            <a:r>
              <a:rPr lang="zh-CN" altLang="en-US" dirty="0">
                <a:solidFill>
                  <a:schemeClr val="tx1">
                    <a:lumMod val="65000"/>
                    <a:lumOff val="35000"/>
                  </a:schemeClr>
                </a:solidFill>
                <a:latin typeface="+mn-ea"/>
              </a:rPr>
              <a:t>添加</a:t>
            </a:r>
            <a:endParaRPr lang="en-US" altLang="zh-CN" dirty="0">
              <a:solidFill>
                <a:schemeClr val="tx1">
                  <a:lumMod val="65000"/>
                  <a:lumOff val="35000"/>
                </a:schemeClr>
              </a:solidFill>
              <a:latin typeface="+mn-ea"/>
            </a:endParaRPr>
          </a:p>
          <a:p>
            <a:pPr algn="ctr"/>
            <a:r>
              <a:rPr lang="zh-CN" altLang="en-US" dirty="0">
                <a:solidFill>
                  <a:schemeClr val="tx1">
                    <a:lumMod val="65000"/>
                    <a:lumOff val="35000"/>
                  </a:schemeClr>
                </a:solidFill>
                <a:latin typeface="+mn-ea"/>
              </a:rPr>
              <a:t>关键词</a:t>
            </a:r>
          </a:p>
        </p:txBody>
      </p:sp>
      <p:sp>
        <p:nvSpPr>
          <p:cNvPr id="23" name="原创设计师QQ598969553          _15"/>
          <p:cNvSpPr txBox="1"/>
          <p:nvPr/>
        </p:nvSpPr>
        <p:spPr>
          <a:xfrm>
            <a:off x="5766699" y="3549873"/>
            <a:ext cx="739605" cy="500137"/>
          </a:xfrm>
          <a:prstGeom prst="rect">
            <a:avLst/>
          </a:prstGeom>
          <a:noFill/>
        </p:spPr>
        <p:txBody>
          <a:bodyPr wrap="square" lIns="68580" tIns="34290" rIns="68580" bIns="34290" rtlCol="0">
            <a:spAutoFit/>
          </a:bodyPr>
          <a:lstStyle/>
          <a:p>
            <a:pPr algn="ctr"/>
            <a:r>
              <a:rPr lang="zh-CN" altLang="en-US" dirty="0">
                <a:solidFill>
                  <a:schemeClr val="tx1">
                    <a:lumMod val="65000"/>
                    <a:lumOff val="35000"/>
                  </a:schemeClr>
                </a:solidFill>
                <a:latin typeface="+mn-ea"/>
              </a:rPr>
              <a:t>添加</a:t>
            </a:r>
            <a:endParaRPr lang="en-US" altLang="zh-CN" dirty="0">
              <a:solidFill>
                <a:schemeClr val="tx1">
                  <a:lumMod val="65000"/>
                  <a:lumOff val="35000"/>
                </a:schemeClr>
              </a:solidFill>
              <a:latin typeface="+mn-ea"/>
            </a:endParaRPr>
          </a:p>
          <a:p>
            <a:pPr algn="ctr"/>
            <a:r>
              <a:rPr lang="zh-CN" altLang="en-US" dirty="0">
                <a:solidFill>
                  <a:schemeClr val="tx1">
                    <a:lumMod val="65000"/>
                    <a:lumOff val="35000"/>
                  </a:schemeClr>
                </a:solidFill>
                <a:latin typeface="+mn-ea"/>
              </a:rPr>
              <a:t>关键词</a:t>
            </a:r>
          </a:p>
        </p:txBody>
      </p:sp>
      <p:sp>
        <p:nvSpPr>
          <p:cNvPr id="24" name="原创设计师QQ598969553          _16"/>
          <p:cNvSpPr txBox="1"/>
          <p:nvPr/>
        </p:nvSpPr>
        <p:spPr bwMode="auto">
          <a:xfrm>
            <a:off x="748192" y="990185"/>
            <a:ext cx="7627774" cy="460254"/>
          </a:xfrm>
          <a:prstGeom prst="rect">
            <a:avLst/>
          </a:prstGeom>
          <a:noFill/>
        </p:spPr>
        <p:txBody>
          <a:bodyPr wrap="square" lIns="68580" tIns="34290" rIns="68580" bIns="34290">
            <a:spAutoFit/>
          </a:bodyPr>
          <a:lstStyle/>
          <a:p>
            <a:pPr>
              <a:lnSpc>
                <a:spcPct val="150000"/>
              </a:lnSpc>
              <a:defRPr/>
            </a:pPr>
            <a:r>
              <a:rPr lang="zh-CN" altLang="en-US" sz="900" spc="75" dirty="0">
                <a:solidFill>
                  <a:schemeClr val="tx1">
                    <a:lumMod val="65000"/>
                    <a:lumOff val="35000"/>
                  </a:schemeClr>
                </a:solidFill>
                <a:latin typeface="+mn-ea"/>
              </a:rPr>
              <a:t>锐</a:t>
            </a:r>
            <a:r>
              <a:rPr lang="zh-CN" altLang="en-US" sz="900" dirty="0">
                <a:solidFill>
                  <a:schemeClr val="tx1">
                    <a:lumMod val="75000"/>
                    <a:lumOff val="25000"/>
                  </a:schemeClr>
                </a:solidFill>
                <a:latin typeface="微软雅黑" pitchFamily="34" charset="-122"/>
                <a:ea typeface="微软雅黑" pitchFamily="34" charset="-122"/>
              </a:rPr>
              <a:t>详写内容</a:t>
            </a:r>
            <a:r>
              <a:rPr lang="en-US" altLang="zh-CN" sz="900" dirty="0">
                <a:solidFill>
                  <a:schemeClr val="tx1">
                    <a:lumMod val="75000"/>
                    <a:lumOff val="25000"/>
                  </a:schemeClr>
                </a:solidFill>
                <a:latin typeface="微软雅黑" pitchFamily="34" charset="-122"/>
                <a:ea typeface="微软雅黑" pitchFamily="34" charset="-122"/>
              </a:rPr>
              <a:t>……</a:t>
            </a:r>
            <a:r>
              <a:rPr lang="zh-CN" altLang="en-US" sz="9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点击输入本栏的具体文字，简明扼要的说明分项内容，此为概念图解，请根据您的具体内容酌情修改。详写内容</a:t>
            </a:r>
            <a:r>
              <a:rPr lang="en-US" altLang="zh-CN" sz="900" dirty="0">
                <a:solidFill>
                  <a:schemeClr val="tx1">
                    <a:lumMod val="75000"/>
                    <a:lumOff val="25000"/>
                  </a:schemeClr>
                </a:solidFill>
                <a:latin typeface="微软雅黑" pitchFamily="34" charset="-122"/>
                <a:ea typeface="微软雅黑" pitchFamily="34" charset="-122"/>
              </a:rPr>
              <a:t>……</a:t>
            </a:r>
            <a:r>
              <a:rPr lang="zh-CN" altLang="en-US" sz="9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zh-CN" altLang="en-US" sz="900" spc="75" dirty="0">
              <a:solidFill>
                <a:schemeClr val="tx1">
                  <a:lumMod val="65000"/>
                  <a:lumOff val="35000"/>
                </a:schemeClr>
              </a:solidFill>
              <a:latin typeface="+mn-ea"/>
            </a:endParaRPr>
          </a:p>
        </p:txBody>
      </p:sp>
      <p:pic>
        <p:nvPicPr>
          <p:cNvPr id="25" name="Picture 64"/>
          <p:cNvPicPr>
            <a:picLocks noGrp="1" noSelect="1" noRot="1" noChangeAspect="1" noMove="1" noResize="1" noChangeShapeType="1"/>
          </p:cNvPicPr>
          <p:nvPr/>
        </p:nvPicPr>
        <p:blipFill>
          <a:blip r:embed="rId3"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3384286737"/>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
      <p:transition spd="slow" advClick="0"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arn(outVertical)">
                                          <p:cBhvr>
                                            <p:cTn id="7" dur="500"/>
                                            <p:tgtEl>
                                              <p:spTgt spid="24"/>
                                            </p:tgtEl>
                                          </p:cBhvr>
                                        </p:animEffect>
                                      </p:childTnLst>
                                    </p:cTn>
                                  </p:par>
                                </p:childTnLst>
                              </p:cTn>
                            </p:par>
                            <p:par>
                              <p:cTn id="8" fill="hold">
                                <p:stCondLst>
                                  <p:cond delay="500"/>
                                </p:stCondLst>
                                <p:childTnLst>
                                  <p:par>
                                    <p:cTn id="9" presetID="2" presetClass="entr" presetSubtype="4" accel="60000" fill="hold" nodeType="afterEffect" p14:presetBounceEnd="40000">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14:bounceEnd="40000">
                                          <p:cBhvr additive="base">
                                            <p:cTn id="11" dur="500" fill="hold"/>
                                            <p:tgtEl>
                                              <p:spTgt spid="4"/>
                                            </p:tgtEl>
                                            <p:attrNameLst>
                                              <p:attrName>ppt_x</p:attrName>
                                            </p:attrNameLst>
                                          </p:cBhvr>
                                          <p:tavLst>
                                            <p:tav tm="0">
                                              <p:val>
                                                <p:strVal val="#ppt_x"/>
                                              </p:val>
                                            </p:tav>
                                            <p:tav tm="100000">
                                              <p:val>
                                                <p:strVal val="#ppt_x"/>
                                              </p:val>
                                            </p:tav>
                                          </p:tavLst>
                                        </p:anim>
                                        <p:anim calcmode="lin" valueType="num" p14:bounceEnd="40000">
                                          <p:cBhvr additive="base">
                                            <p:cTn id="12" dur="500" fill="hold"/>
                                            <p:tgtEl>
                                              <p:spTgt spid="4"/>
                                            </p:tgtEl>
                                            <p:attrNameLst>
                                              <p:attrName>ppt_y</p:attrName>
                                            </p:attrNameLst>
                                          </p:cBhvr>
                                          <p:tavLst>
                                            <p:tav tm="0">
                                              <p:val>
                                                <p:strVal val="1+#ppt_h/2"/>
                                              </p:val>
                                            </p:tav>
                                            <p:tav tm="100000">
                                              <p:val>
                                                <p:strVal val="#ppt_y"/>
                                              </p:val>
                                            </p:tav>
                                          </p:tavLst>
                                        </p:anim>
                                      </p:childTnLst>
                                    </p:cTn>
                                  </p:par>
                                  <p:par>
                                    <p:cTn id="13" presetID="2" presetClass="entr" presetSubtype="4" accel="60000" fill="hold" nodeType="withEffect" p14:presetBounceEnd="40000">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14:bounceEnd="40000">
                                          <p:cBhvr additive="base">
                                            <p:cTn id="15" dur="500" fill="hold"/>
                                            <p:tgtEl>
                                              <p:spTgt spid="8"/>
                                            </p:tgtEl>
                                            <p:attrNameLst>
                                              <p:attrName>ppt_x</p:attrName>
                                            </p:attrNameLst>
                                          </p:cBhvr>
                                          <p:tavLst>
                                            <p:tav tm="0">
                                              <p:val>
                                                <p:strVal val="#ppt_x"/>
                                              </p:val>
                                            </p:tav>
                                            <p:tav tm="100000">
                                              <p:val>
                                                <p:strVal val="#ppt_x"/>
                                              </p:val>
                                            </p:tav>
                                          </p:tavLst>
                                        </p:anim>
                                        <p:anim calcmode="lin" valueType="num" p14:bounceEnd="40000">
                                          <p:cBhvr additive="base">
                                            <p:cTn id="16" dur="500" fill="hold"/>
                                            <p:tgtEl>
                                              <p:spTgt spid="8"/>
                                            </p:tgtEl>
                                            <p:attrNameLst>
                                              <p:attrName>ppt_y</p:attrName>
                                            </p:attrNameLst>
                                          </p:cBhvr>
                                          <p:tavLst>
                                            <p:tav tm="0">
                                              <p:val>
                                                <p:strVal val="1+#ppt_h/2"/>
                                              </p:val>
                                            </p:tav>
                                            <p:tav tm="100000">
                                              <p:val>
                                                <p:strVal val="#ppt_y"/>
                                              </p:val>
                                            </p:tav>
                                          </p:tavLst>
                                        </p:anim>
                                      </p:childTnLst>
                                    </p:cTn>
                                  </p:par>
                                </p:childTnLst>
                              </p:cTn>
                            </p:par>
                            <p:par>
                              <p:cTn id="17" fill="hold">
                                <p:stCondLst>
                                  <p:cond delay="1000"/>
                                </p:stCondLst>
                                <p:childTnLst>
                                  <p:par>
                                    <p:cTn id="18" presetID="53" presetClass="entr" presetSubtype="16" fill="hold" grpId="0" nodeType="afterEffect">
                                      <p:stCondLst>
                                        <p:cond delay="0"/>
                                      </p:stCondLst>
                                      <p:iterate type="lt">
                                        <p:tmPct val="10000"/>
                                      </p:iterate>
                                      <p:childTnLst>
                                        <p:set>
                                          <p:cBhvr>
                                            <p:cTn id="19" dur="1" fill="hold">
                                              <p:stCondLst>
                                                <p:cond delay="0"/>
                                              </p:stCondLst>
                                            </p:cTn>
                                            <p:tgtEl>
                                              <p:spTgt spid="17"/>
                                            </p:tgtEl>
                                            <p:attrNameLst>
                                              <p:attrName>style.visibility</p:attrName>
                                            </p:attrNameLst>
                                          </p:cBhvr>
                                          <p:to>
                                            <p:strVal val="visible"/>
                                          </p:to>
                                        </p:set>
                                        <p:anim calcmode="lin" valueType="num">
                                          <p:cBhvr>
                                            <p:cTn id="20" dur="500" fill="hold"/>
                                            <p:tgtEl>
                                              <p:spTgt spid="17"/>
                                            </p:tgtEl>
                                            <p:attrNameLst>
                                              <p:attrName>ppt_w</p:attrName>
                                            </p:attrNameLst>
                                          </p:cBhvr>
                                          <p:tavLst>
                                            <p:tav tm="0">
                                              <p:val>
                                                <p:fltVal val="0"/>
                                              </p:val>
                                            </p:tav>
                                            <p:tav tm="100000">
                                              <p:val>
                                                <p:strVal val="#ppt_w"/>
                                              </p:val>
                                            </p:tav>
                                          </p:tavLst>
                                        </p:anim>
                                        <p:anim calcmode="lin" valueType="num">
                                          <p:cBhvr>
                                            <p:cTn id="21" dur="500" fill="hold"/>
                                            <p:tgtEl>
                                              <p:spTgt spid="17"/>
                                            </p:tgtEl>
                                            <p:attrNameLst>
                                              <p:attrName>ppt_h</p:attrName>
                                            </p:attrNameLst>
                                          </p:cBhvr>
                                          <p:tavLst>
                                            <p:tav tm="0">
                                              <p:val>
                                                <p:fltVal val="0"/>
                                              </p:val>
                                            </p:tav>
                                            <p:tav tm="100000">
                                              <p:val>
                                                <p:strVal val="#ppt_h"/>
                                              </p:val>
                                            </p:tav>
                                          </p:tavLst>
                                        </p:anim>
                                        <p:animEffect transition="in" filter="fade">
                                          <p:cBhvr>
                                            <p:cTn id="22" dur="500"/>
                                            <p:tgtEl>
                                              <p:spTgt spid="17"/>
                                            </p:tgtEl>
                                          </p:cBhvr>
                                        </p:animEffect>
                                      </p:childTnLst>
                                    </p:cTn>
                                  </p:par>
                                </p:childTnLst>
                              </p:cTn>
                            </p:par>
                            <p:par>
                              <p:cTn id="23" fill="hold">
                                <p:stCondLst>
                                  <p:cond delay="1700"/>
                                </p:stCondLst>
                                <p:childTnLst>
                                  <p:par>
                                    <p:cTn id="24" presetID="22" presetClass="entr" presetSubtype="8" fill="hold" grpId="0" nodeType="after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wipe(left)">
                                          <p:cBhvr>
                                            <p:cTn id="26" dur="1000"/>
                                            <p:tgtEl>
                                              <p:spTgt spid="3"/>
                                            </p:tgtEl>
                                          </p:cBhvr>
                                        </p:animEffect>
                                      </p:childTnLst>
                                    </p:cTn>
                                  </p:par>
                                  <p:par>
                                    <p:cTn id="27" presetID="53" presetClass="entr" presetSubtype="16" fill="hold" grpId="0" nodeType="withEffect">
                                      <p:stCondLst>
                                        <p:cond delay="0"/>
                                      </p:stCondLst>
                                      <p:iterate type="lt">
                                        <p:tmPct val="10000"/>
                                      </p:iterate>
                                      <p:childTnLst>
                                        <p:set>
                                          <p:cBhvr>
                                            <p:cTn id="28" dur="1" fill="hold">
                                              <p:stCondLst>
                                                <p:cond delay="0"/>
                                              </p:stCondLst>
                                            </p:cTn>
                                            <p:tgtEl>
                                              <p:spTgt spid="16"/>
                                            </p:tgtEl>
                                            <p:attrNameLst>
                                              <p:attrName>style.visibility</p:attrName>
                                            </p:attrNameLst>
                                          </p:cBhvr>
                                          <p:to>
                                            <p:strVal val="visible"/>
                                          </p:to>
                                        </p:set>
                                        <p:anim calcmode="lin" valueType="num">
                                          <p:cBhvr>
                                            <p:cTn id="29" dur="500" fill="hold"/>
                                            <p:tgtEl>
                                              <p:spTgt spid="16"/>
                                            </p:tgtEl>
                                            <p:attrNameLst>
                                              <p:attrName>ppt_w</p:attrName>
                                            </p:attrNameLst>
                                          </p:cBhvr>
                                          <p:tavLst>
                                            <p:tav tm="0">
                                              <p:val>
                                                <p:fltVal val="0"/>
                                              </p:val>
                                            </p:tav>
                                            <p:tav tm="100000">
                                              <p:val>
                                                <p:strVal val="#ppt_w"/>
                                              </p:val>
                                            </p:tav>
                                          </p:tavLst>
                                        </p:anim>
                                        <p:anim calcmode="lin" valueType="num">
                                          <p:cBhvr>
                                            <p:cTn id="30" dur="500" fill="hold"/>
                                            <p:tgtEl>
                                              <p:spTgt spid="16"/>
                                            </p:tgtEl>
                                            <p:attrNameLst>
                                              <p:attrName>ppt_h</p:attrName>
                                            </p:attrNameLst>
                                          </p:cBhvr>
                                          <p:tavLst>
                                            <p:tav tm="0">
                                              <p:val>
                                                <p:fltVal val="0"/>
                                              </p:val>
                                            </p:tav>
                                            <p:tav tm="100000">
                                              <p:val>
                                                <p:strVal val="#ppt_h"/>
                                              </p:val>
                                            </p:tav>
                                          </p:tavLst>
                                        </p:anim>
                                        <p:animEffect transition="in" filter="fade">
                                          <p:cBhvr>
                                            <p:cTn id="31" dur="500"/>
                                            <p:tgtEl>
                                              <p:spTgt spid="16"/>
                                            </p:tgtEl>
                                          </p:cBhvr>
                                        </p:animEffect>
                                      </p:childTnLst>
                                    </p:cTn>
                                  </p:par>
                                </p:childTnLst>
                              </p:cTn>
                            </p:par>
                            <p:par>
                              <p:cTn id="32" fill="hold">
                                <p:stCondLst>
                                  <p:cond delay="2700"/>
                                </p:stCondLst>
                                <p:childTnLst>
                                  <p:par>
                                    <p:cTn id="33" presetID="53" presetClass="entr" presetSubtype="16" fill="hold" grpId="0" nodeType="afterEffect">
                                      <p:stCondLst>
                                        <p:cond delay="0"/>
                                      </p:stCondLst>
                                      <p:iterate type="lt">
                                        <p:tmPct val="10000"/>
                                      </p:iterate>
                                      <p:childTnLst>
                                        <p:set>
                                          <p:cBhvr>
                                            <p:cTn id="34" dur="1" fill="hold">
                                              <p:stCondLst>
                                                <p:cond delay="0"/>
                                              </p:stCondLst>
                                            </p:cTn>
                                            <p:tgtEl>
                                              <p:spTgt spid="19"/>
                                            </p:tgtEl>
                                            <p:attrNameLst>
                                              <p:attrName>style.visibility</p:attrName>
                                            </p:attrNameLst>
                                          </p:cBhvr>
                                          <p:to>
                                            <p:strVal val="visible"/>
                                          </p:to>
                                        </p:set>
                                        <p:anim calcmode="lin" valueType="num">
                                          <p:cBhvr>
                                            <p:cTn id="35" dur="500" fill="hold"/>
                                            <p:tgtEl>
                                              <p:spTgt spid="19"/>
                                            </p:tgtEl>
                                            <p:attrNameLst>
                                              <p:attrName>ppt_w</p:attrName>
                                            </p:attrNameLst>
                                          </p:cBhvr>
                                          <p:tavLst>
                                            <p:tav tm="0">
                                              <p:val>
                                                <p:fltVal val="0"/>
                                              </p:val>
                                            </p:tav>
                                            <p:tav tm="100000">
                                              <p:val>
                                                <p:strVal val="#ppt_w"/>
                                              </p:val>
                                            </p:tav>
                                          </p:tavLst>
                                        </p:anim>
                                        <p:anim calcmode="lin" valueType="num">
                                          <p:cBhvr>
                                            <p:cTn id="36" dur="500" fill="hold"/>
                                            <p:tgtEl>
                                              <p:spTgt spid="19"/>
                                            </p:tgtEl>
                                            <p:attrNameLst>
                                              <p:attrName>ppt_h</p:attrName>
                                            </p:attrNameLst>
                                          </p:cBhvr>
                                          <p:tavLst>
                                            <p:tav tm="0">
                                              <p:val>
                                                <p:fltVal val="0"/>
                                              </p:val>
                                            </p:tav>
                                            <p:tav tm="100000">
                                              <p:val>
                                                <p:strVal val="#ppt_h"/>
                                              </p:val>
                                            </p:tav>
                                          </p:tavLst>
                                        </p:anim>
                                        <p:animEffect transition="in" filter="fade">
                                          <p:cBhvr>
                                            <p:cTn id="37" dur="500"/>
                                            <p:tgtEl>
                                              <p:spTgt spid="19"/>
                                            </p:tgtEl>
                                          </p:cBhvr>
                                        </p:animEffect>
                                      </p:childTnLst>
                                    </p:cTn>
                                  </p:par>
                                </p:childTnLst>
                              </p:cTn>
                            </p:par>
                            <p:par>
                              <p:cTn id="38" fill="hold">
                                <p:stCondLst>
                                  <p:cond delay="3400"/>
                                </p:stCondLst>
                                <p:childTnLst>
                                  <p:par>
                                    <p:cTn id="39" presetID="53" presetClass="entr" presetSubtype="16" fill="hold" grpId="0" nodeType="afterEffect">
                                      <p:stCondLst>
                                        <p:cond delay="0"/>
                                      </p:stCondLst>
                                      <p:childTnLst>
                                        <p:set>
                                          <p:cBhvr>
                                            <p:cTn id="40" dur="1" fill="hold">
                                              <p:stCondLst>
                                                <p:cond delay="0"/>
                                              </p:stCondLst>
                                            </p:cTn>
                                            <p:tgtEl>
                                              <p:spTgt spid="12"/>
                                            </p:tgtEl>
                                            <p:attrNameLst>
                                              <p:attrName>style.visibility</p:attrName>
                                            </p:attrNameLst>
                                          </p:cBhvr>
                                          <p:to>
                                            <p:strVal val="visible"/>
                                          </p:to>
                                        </p:set>
                                        <p:anim calcmode="lin" valueType="num">
                                          <p:cBhvr>
                                            <p:cTn id="41" dur="500" fill="hold"/>
                                            <p:tgtEl>
                                              <p:spTgt spid="12"/>
                                            </p:tgtEl>
                                            <p:attrNameLst>
                                              <p:attrName>ppt_w</p:attrName>
                                            </p:attrNameLst>
                                          </p:cBhvr>
                                          <p:tavLst>
                                            <p:tav tm="0">
                                              <p:val>
                                                <p:fltVal val="0"/>
                                              </p:val>
                                            </p:tav>
                                            <p:tav tm="100000">
                                              <p:val>
                                                <p:strVal val="#ppt_w"/>
                                              </p:val>
                                            </p:tav>
                                          </p:tavLst>
                                        </p:anim>
                                        <p:anim calcmode="lin" valueType="num">
                                          <p:cBhvr>
                                            <p:cTn id="42" dur="500" fill="hold"/>
                                            <p:tgtEl>
                                              <p:spTgt spid="12"/>
                                            </p:tgtEl>
                                            <p:attrNameLst>
                                              <p:attrName>ppt_h</p:attrName>
                                            </p:attrNameLst>
                                          </p:cBhvr>
                                          <p:tavLst>
                                            <p:tav tm="0">
                                              <p:val>
                                                <p:fltVal val="0"/>
                                              </p:val>
                                            </p:tav>
                                            <p:tav tm="100000">
                                              <p:val>
                                                <p:strVal val="#ppt_h"/>
                                              </p:val>
                                            </p:tav>
                                          </p:tavLst>
                                        </p:anim>
                                        <p:animEffect transition="in" filter="fade">
                                          <p:cBhvr>
                                            <p:cTn id="43" dur="500"/>
                                            <p:tgtEl>
                                              <p:spTgt spid="12"/>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14"/>
                                            </p:tgtEl>
                                            <p:attrNameLst>
                                              <p:attrName>style.visibility</p:attrName>
                                            </p:attrNameLst>
                                          </p:cBhvr>
                                          <p:to>
                                            <p:strVal val="visible"/>
                                          </p:to>
                                        </p:set>
                                        <p:anim calcmode="lin" valueType="num">
                                          <p:cBhvr>
                                            <p:cTn id="46" dur="500" fill="hold"/>
                                            <p:tgtEl>
                                              <p:spTgt spid="14"/>
                                            </p:tgtEl>
                                            <p:attrNameLst>
                                              <p:attrName>ppt_w</p:attrName>
                                            </p:attrNameLst>
                                          </p:cBhvr>
                                          <p:tavLst>
                                            <p:tav tm="0">
                                              <p:val>
                                                <p:fltVal val="0"/>
                                              </p:val>
                                            </p:tav>
                                            <p:tav tm="100000">
                                              <p:val>
                                                <p:strVal val="#ppt_w"/>
                                              </p:val>
                                            </p:tav>
                                          </p:tavLst>
                                        </p:anim>
                                        <p:anim calcmode="lin" valueType="num">
                                          <p:cBhvr>
                                            <p:cTn id="47" dur="500" fill="hold"/>
                                            <p:tgtEl>
                                              <p:spTgt spid="14"/>
                                            </p:tgtEl>
                                            <p:attrNameLst>
                                              <p:attrName>ppt_h</p:attrName>
                                            </p:attrNameLst>
                                          </p:cBhvr>
                                          <p:tavLst>
                                            <p:tav tm="0">
                                              <p:val>
                                                <p:fltVal val="0"/>
                                              </p:val>
                                            </p:tav>
                                            <p:tav tm="100000">
                                              <p:val>
                                                <p:strVal val="#ppt_h"/>
                                              </p:val>
                                            </p:tav>
                                          </p:tavLst>
                                        </p:anim>
                                        <p:animEffect transition="in" filter="fade">
                                          <p:cBhvr>
                                            <p:cTn id="48" dur="500"/>
                                            <p:tgtEl>
                                              <p:spTgt spid="14"/>
                                            </p:tgtEl>
                                          </p:cBhvr>
                                        </p:animEffect>
                                      </p:childTnLst>
                                    </p:cTn>
                                  </p:par>
                                  <p:par>
                                    <p:cTn id="49" presetID="53" presetClass="entr" presetSubtype="16"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 calcmode="lin" valueType="num">
                                          <p:cBhvr>
                                            <p:cTn id="51" dur="500" fill="hold"/>
                                            <p:tgtEl>
                                              <p:spTgt spid="13"/>
                                            </p:tgtEl>
                                            <p:attrNameLst>
                                              <p:attrName>ppt_w</p:attrName>
                                            </p:attrNameLst>
                                          </p:cBhvr>
                                          <p:tavLst>
                                            <p:tav tm="0">
                                              <p:val>
                                                <p:fltVal val="0"/>
                                              </p:val>
                                            </p:tav>
                                            <p:tav tm="100000">
                                              <p:val>
                                                <p:strVal val="#ppt_w"/>
                                              </p:val>
                                            </p:tav>
                                          </p:tavLst>
                                        </p:anim>
                                        <p:anim calcmode="lin" valueType="num">
                                          <p:cBhvr>
                                            <p:cTn id="52" dur="500" fill="hold"/>
                                            <p:tgtEl>
                                              <p:spTgt spid="13"/>
                                            </p:tgtEl>
                                            <p:attrNameLst>
                                              <p:attrName>ppt_h</p:attrName>
                                            </p:attrNameLst>
                                          </p:cBhvr>
                                          <p:tavLst>
                                            <p:tav tm="0">
                                              <p:val>
                                                <p:fltVal val="0"/>
                                              </p:val>
                                            </p:tav>
                                            <p:tav tm="100000">
                                              <p:val>
                                                <p:strVal val="#ppt_h"/>
                                              </p:val>
                                            </p:tav>
                                          </p:tavLst>
                                        </p:anim>
                                        <p:animEffect transition="in" filter="fade">
                                          <p:cBhvr>
                                            <p:cTn id="53" dur="500"/>
                                            <p:tgtEl>
                                              <p:spTgt spid="13"/>
                                            </p:tgtEl>
                                          </p:cBhvr>
                                        </p:animEffect>
                                      </p:childTnLst>
                                    </p:cTn>
                                  </p:par>
                                </p:childTnLst>
                              </p:cTn>
                            </p:par>
                            <p:par>
                              <p:cTn id="54" fill="hold">
                                <p:stCondLst>
                                  <p:cond delay="3900"/>
                                </p:stCondLst>
                                <p:childTnLst>
                                  <p:par>
                                    <p:cTn id="55" presetID="16" presetClass="entr" presetSubtype="37" fill="hold" grpId="0" nodeType="after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barn(outVertical)">
                                          <p:cBhvr>
                                            <p:cTn id="57" dur="500"/>
                                            <p:tgtEl>
                                              <p:spTgt spid="21"/>
                                            </p:tgtEl>
                                          </p:cBhvr>
                                        </p:animEffect>
                                      </p:childTnLst>
                                    </p:cTn>
                                  </p:par>
                                  <p:par>
                                    <p:cTn id="58" presetID="16" presetClass="entr" presetSubtype="37" fill="hold" grpId="0" nodeType="with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barn(outVertical)">
                                          <p:cBhvr>
                                            <p:cTn id="60" dur="500"/>
                                            <p:tgtEl>
                                              <p:spTgt spid="22"/>
                                            </p:tgtEl>
                                          </p:cBhvr>
                                        </p:animEffect>
                                      </p:childTnLst>
                                    </p:cTn>
                                  </p:par>
                                  <p:par>
                                    <p:cTn id="61" presetID="16" presetClass="entr" presetSubtype="37"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barn(outVertical)">
                                          <p:cBhvr>
                                            <p:cTn id="63" dur="500"/>
                                            <p:tgtEl>
                                              <p:spTgt spid="23"/>
                                            </p:tgtEl>
                                          </p:cBhvr>
                                        </p:animEffect>
                                      </p:childTnLst>
                                    </p:cTn>
                                  </p:par>
                                </p:childTnLst>
                              </p:cTn>
                            </p:par>
                            <p:par>
                              <p:cTn id="64" fill="hold">
                                <p:stCondLst>
                                  <p:cond delay="4400"/>
                                </p:stCondLst>
                                <p:childTnLst>
                                  <p:par>
                                    <p:cTn id="65" presetID="22" presetClass="entr" presetSubtype="8" fill="hold" nodeType="afterEffect">
                                      <p:stCondLst>
                                        <p:cond delay="0"/>
                                      </p:stCondLst>
                                      <p:childTnLst>
                                        <p:set>
                                          <p:cBhvr>
                                            <p:cTn id="66" dur="1" fill="hold">
                                              <p:stCondLst>
                                                <p:cond delay="0"/>
                                              </p:stCondLst>
                                            </p:cTn>
                                            <p:tgtEl>
                                              <p:spTgt spid="11"/>
                                            </p:tgtEl>
                                            <p:attrNameLst>
                                              <p:attrName>style.visibility</p:attrName>
                                            </p:attrNameLst>
                                          </p:cBhvr>
                                          <p:to>
                                            <p:strVal val="visible"/>
                                          </p:to>
                                        </p:set>
                                        <p:animEffect transition="in" filter="wipe(left)">
                                          <p:cBhvr>
                                            <p:cTn id="67" dur="500"/>
                                            <p:tgtEl>
                                              <p:spTgt spid="11"/>
                                            </p:tgtEl>
                                          </p:cBhvr>
                                        </p:animEffect>
                                      </p:childTnLst>
                                    </p:cTn>
                                  </p:par>
                                  <p:par>
                                    <p:cTn id="68" presetID="53" presetClass="entr" presetSubtype="16" fill="hold" grpId="0" nodeType="withEffect">
                                      <p:stCondLst>
                                        <p:cond delay="0"/>
                                      </p:stCondLst>
                                      <p:iterate type="lt">
                                        <p:tmPct val="10000"/>
                                      </p:iterate>
                                      <p:childTnLst>
                                        <p:set>
                                          <p:cBhvr>
                                            <p:cTn id="69" dur="1" fill="hold">
                                              <p:stCondLst>
                                                <p:cond delay="0"/>
                                              </p:stCondLst>
                                            </p:cTn>
                                            <p:tgtEl>
                                              <p:spTgt spid="15"/>
                                            </p:tgtEl>
                                            <p:attrNameLst>
                                              <p:attrName>style.visibility</p:attrName>
                                            </p:attrNameLst>
                                          </p:cBhvr>
                                          <p:to>
                                            <p:strVal val="visible"/>
                                          </p:to>
                                        </p:set>
                                        <p:anim calcmode="lin" valueType="num">
                                          <p:cBhvr>
                                            <p:cTn id="70" dur="500" fill="hold"/>
                                            <p:tgtEl>
                                              <p:spTgt spid="15"/>
                                            </p:tgtEl>
                                            <p:attrNameLst>
                                              <p:attrName>ppt_w</p:attrName>
                                            </p:attrNameLst>
                                          </p:cBhvr>
                                          <p:tavLst>
                                            <p:tav tm="0">
                                              <p:val>
                                                <p:fltVal val="0"/>
                                              </p:val>
                                            </p:tav>
                                            <p:tav tm="100000">
                                              <p:val>
                                                <p:strVal val="#ppt_w"/>
                                              </p:val>
                                            </p:tav>
                                          </p:tavLst>
                                        </p:anim>
                                        <p:anim calcmode="lin" valueType="num">
                                          <p:cBhvr>
                                            <p:cTn id="71" dur="500" fill="hold"/>
                                            <p:tgtEl>
                                              <p:spTgt spid="15"/>
                                            </p:tgtEl>
                                            <p:attrNameLst>
                                              <p:attrName>ppt_h</p:attrName>
                                            </p:attrNameLst>
                                          </p:cBhvr>
                                          <p:tavLst>
                                            <p:tav tm="0">
                                              <p:val>
                                                <p:fltVal val="0"/>
                                              </p:val>
                                            </p:tav>
                                            <p:tav tm="100000">
                                              <p:val>
                                                <p:strVal val="#ppt_h"/>
                                              </p:val>
                                            </p:tav>
                                          </p:tavLst>
                                        </p:anim>
                                        <p:animEffect transition="in" filter="fade">
                                          <p:cBhvr>
                                            <p:cTn id="7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2" grpId="0" animBg="1"/>
          <p:bldP spid="13" grpId="0" animBg="1"/>
          <p:bldP spid="14" grpId="0" animBg="1"/>
          <p:bldP spid="15" grpId="0"/>
          <p:bldP spid="16" grpId="0"/>
          <p:bldP spid="17" grpId="0"/>
          <p:bldP spid="19" grpId="0"/>
          <p:bldP spid="21" grpId="0"/>
          <p:bldP spid="22" grpId="0"/>
          <p:bldP spid="23" grpId="0"/>
          <p:bldP spid="24"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arn(outVertical)">
                                          <p:cBhvr>
                                            <p:cTn id="7" dur="500"/>
                                            <p:tgtEl>
                                              <p:spTgt spid="24"/>
                                            </p:tgtEl>
                                          </p:cBhvr>
                                        </p:animEffect>
                                      </p:childTnLst>
                                    </p:cTn>
                                  </p:par>
                                </p:childTnLst>
                              </p:cTn>
                            </p:par>
                            <p:par>
                              <p:cTn id="8" fill="hold">
                                <p:stCondLst>
                                  <p:cond delay="500"/>
                                </p:stCondLst>
                                <p:childTnLst>
                                  <p:par>
                                    <p:cTn id="9" presetID="2" presetClass="entr" presetSubtype="4" accel="6000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par>
                                    <p:cTn id="13" presetID="2" presetClass="entr" presetSubtype="4" accel="6000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childTnLst>
                              </p:cTn>
                            </p:par>
                            <p:par>
                              <p:cTn id="17" fill="hold">
                                <p:stCondLst>
                                  <p:cond delay="1000"/>
                                </p:stCondLst>
                                <p:childTnLst>
                                  <p:par>
                                    <p:cTn id="18" presetID="53" presetClass="entr" presetSubtype="16" fill="hold" grpId="0" nodeType="afterEffect">
                                      <p:stCondLst>
                                        <p:cond delay="0"/>
                                      </p:stCondLst>
                                      <p:iterate type="lt">
                                        <p:tmPct val="10000"/>
                                      </p:iterate>
                                      <p:childTnLst>
                                        <p:set>
                                          <p:cBhvr>
                                            <p:cTn id="19" dur="1" fill="hold">
                                              <p:stCondLst>
                                                <p:cond delay="0"/>
                                              </p:stCondLst>
                                            </p:cTn>
                                            <p:tgtEl>
                                              <p:spTgt spid="17"/>
                                            </p:tgtEl>
                                            <p:attrNameLst>
                                              <p:attrName>style.visibility</p:attrName>
                                            </p:attrNameLst>
                                          </p:cBhvr>
                                          <p:to>
                                            <p:strVal val="visible"/>
                                          </p:to>
                                        </p:set>
                                        <p:anim calcmode="lin" valueType="num">
                                          <p:cBhvr>
                                            <p:cTn id="20" dur="500" fill="hold"/>
                                            <p:tgtEl>
                                              <p:spTgt spid="17"/>
                                            </p:tgtEl>
                                            <p:attrNameLst>
                                              <p:attrName>ppt_w</p:attrName>
                                            </p:attrNameLst>
                                          </p:cBhvr>
                                          <p:tavLst>
                                            <p:tav tm="0">
                                              <p:val>
                                                <p:fltVal val="0"/>
                                              </p:val>
                                            </p:tav>
                                            <p:tav tm="100000">
                                              <p:val>
                                                <p:strVal val="#ppt_w"/>
                                              </p:val>
                                            </p:tav>
                                          </p:tavLst>
                                        </p:anim>
                                        <p:anim calcmode="lin" valueType="num">
                                          <p:cBhvr>
                                            <p:cTn id="21" dur="500" fill="hold"/>
                                            <p:tgtEl>
                                              <p:spTgt spid="17"/>
                                            </p:tgtEl>
                                            <p:attrNameLst>
                                              <p:attrName>ppt_h</p:attrName>
                                            </p:attrNameLst>
                                          </p:cBhvr>
                                          <p:tavLst>
                                            <p:tav tm="0">
                                              <p:val>
                                                <p:fltVal val="0"/>
                                              </p:val>
                                            </p:tav>
                                            <p:tav tm="100000">
                                              <p:val>
                                                <p:strVal val="#ppt_h"/>
                                              </p:val>
                                            </p:tav>
                                          </p:tavLst>
                                        </p:anim>
                                        <p:animEffect transition="in" filter="fade">
                                          <p:cBhvr>
                                            <p:cTn id="22" dur="500"/>
                                            <p:tgtEl>
                                              <p:spTgt spid="17"/>
                                            </p:tgtEl>
                                          </p:cBhvr>
                                        </p:animEffect>
                                      </p:childTnLst>
                                    </p:cTn>
                                  </p:par>
                                </p:childTnLst>
                              </p:cTn>
                            </p:par>
                            <p:par>
                              <p:cTn id="23" fill="hold">
                                <p:stCondLst>
                                  <p:cond delay="1700"/>
                                </p:stCondLst>
                                <p:childTnLst>
                                  <p:par>
                                    <p:cTn id="24" presetID="22" presetClass="entr" presetSubtype="8" fill="hold" grpId="0" nodeType="after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wipe(left)">
                                          <p:cBhvr>
                                            <p:cTn id="26" dur="1000"/>
                                            <p:tgtEl>
                                              <p:spTgt spid="3"/>
                                            </p:tgtEl>
                                          </p:cBhvr>
                                        </p:animEffect>
                                      </p:childTnLst>
                                    </p:cTn>
                                  </p:par>
                                  <p:par>
                                    <p:cTn id="27" presetID="53" presetClass="entr" presetSubtype="16" fill="hold" grpId="0" nodeType="withEffect">
                                      <p:stCondLst>
                                        <p:cond delay="0"/>
                                      </p:stCondLst>
                                      <p:iterate type="lt">
                                        <p:tmPct val="10000"/>
                                      </p:iterate>
                                      <p:childTnLst>
                                        <p:set>
                                          <p:cBhvr>
                                            <p:cTn id="28" dur="1" fill="hold">
                                              <p:stCondLst>
                                                <p:cond delay="0"/>
                                              </p:stCondLst>
                                            </p:cTn>
                                            <p:tgtEl>
                                              <p:spTgt spid="16"/>
                                            </p:tgtEl>
                                            <p:attrNameLst>
                                              <p:attrName>style.visibility</p:attrName>
                                            </p:attrNameLst>
                                          </p:cBhvr>
                                          <p:to>
                                            <p:strVal val="visible"/>
                                          </p:to>
                                        </p:set>
                                        <p:anim calcmode="lin" valueType="num">
                                          <p:cBhvr>
                                            <p:cTn id="29" dur="500" fill="hold"/>
                                            <p:tgtEl>
                                              <p:spTgt spid="16"/>
                                            </p:tgtEl>
                                            <p:attrNameLst>
                                              <p:attrName>ppt_w</p:attrName>
                                            </p:attrNameLst>
                                          </p:cBhvr>
                                          <p:tavLst>
                                            <p:tav tm="0">
                                              <p:val>
                                                <p:fltVal val="0"/>
                                              </p:val>
                                            </p:tav>
                                            <p:tav tm="100000">
                                              <p:val>
                                                <p:strVal val="#ppt_w"/>
                                              </p:val>
                                            </p:tav>
                                          </p:tavLst>
                                        </p:anim>
                                        <p:anim calcmode="lin" valueType="num">
                                          <p:cBhvr>
                                            <p:cTn id="30" dur="500" fill="hold"/>
                                            <p:tgtEl>
                                              <p:spTgt spid="16"/>
                                            </p:tgtEl>
                                            <p:attrNameLst>
                                              <p:attrName>ppt_h</p:attrName>
                                            </p:attrNameLst>
                                          </p:cBhvr>
                                          <p:tavLst>
                                            <p:tav tm="0">
                                              <p:val>
                                                <p:fltVal val="0"/>
                                              </p:val>
                                            </p:tav>
                                            <p:tav tm="100000">
                                              <p:val>
                                                <p:strVal val="#ppt_h"/>
                                              </p:val>
                                            </p:tav>
                                          </p:tavLst>
                                        </p:anim>
                                        <p:animEffect transition="in" filter="fade">
                                          <p:cBhvr>
                                            <p:cTn id="31" dur="500"/>
                                            <p:tgtEl>
                                              <p:spTgt spid="16"/>
                                            </p:tgtEl>
                                          </p:cBhvr>
                                        </p:animEffect>
                                      </p:childTnLst>
                                    </p:cTn>
                                  </p:par>
                                </p:childTnLst>
                              </p:cTn>
                            </p:par>
                            <p:par>
                              <p:cTn id="32" fill="hold">
                                <p:stCondLst>
                                  <p:cond delay="2700"/>
                                </p:stCondLst>
                                <p:childTnLst>
                                  <p:par>
                                    <p:cTn id="33" presetID="53" presetClass="entr" presetSubtype="16" fill="hold" grpId="0" nodeType="afterEffect">
                                      <p:stCondLst>
                                        <p:cond delay="0"/>
                                      </p:stCondLst>
                                      <p:iterate type="lt">
                                        <p:tmPct val="10000"/>
                                      </p:iterate>
                                      <p:childTnLst>
                                        <p:set>
                                          <p:cBhvr>
                                            <p:cTn id="34" dur="1" fill="hold">
                                              <p:stCondLst>
                                                <p:cond delay="0"/>
                                              </p:stCondLst>
                                            </p:cTn>
                                            <p:tgtEl>
                                              <p:spTgt spid="19"/>
                                            </p:tgtEl>
                                            <p:attrNameLst>
                                              <p:attrName>style.visibility</p:attrName>
                                            </p:attrNameLst>
                                          </p:cBhvr>
                                          <p:to>
                                            <p:strVal val="visible"/>
                                          </p:to>
                                        </p:set>
                                        <p:anim calcmode="lin" valueType="num">
                                          <p:cBhvr>
                                            <p:cTn id="35" dur="500" fill="hold"/>
                                            <p:tgtEl>
                                              <p:spTgt spid="19"/>
                                            </p:tgtEl>
                                            <p:attrNameLst>
                                              <p:attrName>ppt_w</p:attrName>
                                            </p:attrNameLst>
                                          </p:cBhvr>
                                          <p:tavLst>
                                            <p:tav tm="0">
                                              <p:val>
                                                <p:fltVal val="0"/>
                                              </p:val>
                                            </p:tav>
                                            <p:tav tm="100000">
                                              <p:val>
                                                <p:strVal val="#ppt_w"/>
                                              </p:val>
                                            </p:tav>
                                          </p:tavLst>
                                        </p:anim>
                                        <p:anim calcmode="lin" valueType="num">
                                          <p:cBhvr>
                                            <p:cTn id="36" dur="500" fill="hold"/>
                                            <p:tgtEl>
                                              <p:spTgt spid="19"/>
                                            </p:tgtEl>
                                            <p:attrNameLst>
                                              <p:attrName>ppt_h</p:attrName>
                                            </p:attrNameLst>
                                          </p:cBhvr>
                                          <p:tavLst>
                                            <p:tav tm="0">
                                              <p:val>
                                                <p:fltVal val="0"/>
                                              </p:val>
                                            </p:tav>
                                            <p:tav tm="100000">
                                              <p:val>
                                                <p:strVal val="#ppt_h"/>
                                              </p:val>
                                            </p:tav>
                                          </p:tavLst>
                                        </p:anim>
                                        <p:animEffect transition="in" filter="fade">
                                          <p:cBhvr>
                                            <p:cTn id="37" dur="500"/>
                                            <p:tgtEl>
                                              <p:spTgt spid="19"/>
                                            </p:tgtEl>
                                          </p:cBhvr>
                                        </p:animEffect>
                                      </p:childTnLst>
                                    </p:cTn>
                                  </p:par>
                                </p:childTnLst>
                              </p:cTn>
                            </p:par>
                            <p:par>
                              <p:cTn id="38" fill="hold">
                                <p:stCondLst>
                                  <p:cond delay="3400"/>
                                </p:stCondLst>
                                <p:childTnLst>
                                  <p:par>
                                    <p:cTn id="39" presetID="53" presetClass="entr" presetSubtype="16" fill="hold" grpId="0" nodeType="afterEffect">
                                      <p:stCondLst>
                                        <p:cond delay="0"/>
                                      </p:stCondLst>
                                      <p:childTnLst>
                                        <p:set>
                                          <p:cBhvr>
                                            <p:cTn id="40" dur="1" fill="hold">
                                              <p:stCondLst>
                                                <p:cond delay="0"/>
                                              </p:stCondLst>
                                            </p:cTn>
                                            <p:tgtEl>
                                              <p:spTgt spid="12"/>
                                            </p:tgtEl>
                                            <p:attrNameLst>
                                              <p:attrName>style.visibility</p:attrName>
                                            </p:attrNameLst>
                                          </p:cBhvr>
                                          <p:to>
                                            <p:strVal val="visible"/>
                                          </p:to>
                                        </p:set>
                                        <p:anim calcmode="lin" valueType="num">
                                          <p:cBhvr>
                                            <p:cTn id="41" dur="500" fill="hold"/>
                                            <p:tgtEl>
                                              <p:spTgt spid="12"/>
                                            </p:tgtEl>
                                            <p:attrNameLst>
                                              <p:attrName>ppt_w</p:attrName>
                                            </p:attrNameLst>
                                          </p:cBhvr>
                                          <p:tavLst>
                                            <p:tav tm="0">
                                              <p:val>
                                                <p:fltVal val="0"/>
                                              </p:val>
                                            </p:tav>
                                            <p:tav tm="100000">
                                              <p:val>
                                                <p:strVal val="#ppt_w"/>
                                              </p:val>
                                            </p:tav>
                                          </p:tavLst>
                                        </p:anim>
                                        <p:anim calcmode="lin" valueType="num">
                                          <p:cBhvr>
                                            <p:cTn id="42" dur="500" fill="hold"/>
                                            <p:tgtEl>
                                              <p:spTgt spid="12"/>
                                            </p:tgtEl>
                                            <p:attrNameLst>
                                              <p:attrName>ppt_h</p:attrName>
                                            </p:attrNameLst>
                                          </p:cBhvr>
                                          <p:tavLst>
                                            <p:tav tm="0">
                                              <p:val>
                                                <p:fltVal val="0"/>
                                              </p:val>
                                            </p:tav>
                                            <p:tav tm="100000">
                                              <p:val>
                                                <p:strVal val="#ppt_h"/>
                                              </p:val>
                                            </p:tav>
                                          </p:tavLst>
                                        </p:anim>
                                        <p:animEffect transition="in" filter="fade">
                                          <p:cBhvr>
                                            <p:cTn id="43" dur="500"/>
                                            <p:tgtEl>
                                              <p:spTgt spid="12"/>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14"/>
                                            </p:tgtEl>
                                            <p:attrNameLst>
                                              <p:attrName>style.visibility</p:attrName>
                                            </p:attrNameLst>
                                          </p:cBhvr>
                                          <p:to>
                                            <p:strVal val="visible"/>
                                          </p:to>
                                        </p:set>
                                        <p:anim calcmode="lin" valueType="num">
                                          <p:cBhvr>
                                            <p:cTn id="46" dur="500" fill="hold"/>
                                            <p:tgtEl>
                                              <p:spTgt spid="14"/>
                                            </p:tgtEl>
                                            <p:attrNameLst>
                                              <p:attrName>ppt_w</p:attrName>
                                            </p:attrNameLst>
                                          </p:cBhvr>
                                          <p:tavLst>
                                            <p:tav tm="0">
                                              <p:val>
                                                <p:fltVal val="0"/>
                                              </p:val>
                                            </p:tav>
                                            <p:tav tm="100000">
                                              <p:val>
                                                <p:strVal val="#ppt_w"/>
                                              </p:val>
                                            </p:tav>
                                          </p:tavLst>
                                        </p:anim>
                                        <p:anim calcmode="lin" valueType="num">
                                          <p:cBhvr>
                                            <p:cTn id="47" dur="500" fill="hold"/>
                                            <p:tgtEl>
                                              <p:spTgt spid="14"/>
                                            </p:tgtEl>
                                            <p:attrNameLst>
                                              <p:attrName>ppt_h</p:attrName>
                                            </p:attrNameLst>
                                          </p:cBhvr>
                                          <p:tavLst>
                                            <p:tav tm="0">
                                              <p:val>
                                                <p:fltVal val="0"/>
                                              </p:val>
                                            </p:tav>
                                            <p:tav tm="100000">
                                              <p:val>
                                                <p:strVal val="#ppt_h"/>
                                              </p:val>
                                            </p:tav>
                                          </p:tavLst>
                                        </p:anim>
                                        <p:animEffect transition="in" filter="fade">
                                          <p:cBhvr>
                                            <p:cTn id="48" dur="500"/>
                                            <p:tgtEl>
                                              <p:spTgt spid="14"/>
                                            </p:tgtEl>
                                          </p:cBhvr>
                                        </p:animEffect>
                                      </p:childTnLst>
                                    </p:cTn>
                                  </p:par>
                                  <p:par>
                                    <p:cTn id="49" presetID="53" presetClass="entr" presetSubtype="16"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 calcmode="lin" valueType="num">
                                          <p:cBhvr>
                                            <p:cTn id="51" dur="500" fill="hold"/>
                                            <p:tgtEl>
                                              <p:spTgt spid="13"/>
                                            </p:tgtEl>
                                            <p:attrNameLst>
                                              <p:attrName>ppt_w</p:attrName>
                                            </p:attrNameLst>
                                          </p:cBhvr>
                                          <p:tavLst>
                                            <p:tav tm="0">
                                              <p:val>
                                                <p:fltVal val="0"/>
                                              </p:val>
                                            </p:tav>
                                            <p:tav tm="100000">
                                              <p:val>
                                                <p:strVal val="#ppt_w"/>
                                              </p:val>
                                            </p:tav>
                                          </p:tavLst>
                                        </p:anim>
                                        <p:anim calcmode="lin" valueType="num">
                                          <p:cBhvr>
                                            <p:cTn id="52" dur="500" fill="hold"/>
                                            <p:tgtEl>
                                              <p:spTgt spid="13"/>
                                            </p:tgtEl>
                                            <p:attrNameLst>
                                              <p:attrName>ppt_h</p:attrName>
                                            </p:attrNameLst>
                                          </p:cBhvr>
                                          <p:tavLst>
                                            <p:tav tm="0">
                                              <p:val>
                                                <p:fltVal val="0"/>
                                              </p:val>
                                            </p:tav>
                                            <p:tav tm="100000">
                                              <p:val>
                                                <p:strVal val="#ppt_h"/>
                                              </p:val>
                                            </p:tav>
                                          </p:tavLst>
                                        </p:anim>
                                        <p:animEffect transition="in" filter="fade">
                                          <p:cBhvr>
                                            <p:cTn id="53" dur="500"/>
                                            <p:tgtEl>
                                              <p:spTgt spid="13"/>
                                            </p:tgtEl>
                                          </p:cBhvr>
                                        </p:animEffect>
                                      </p:childTnLst>
                                    </p:cTn>
                                  </p:par>
                                </p:childTnLst>
                              </p:cTn>
                            </p:par>
                            <p:par>
                              <p:cTn id="54" fill="hold">
                                <p:stCondLst>
                                  <p:cond delay="3900"/>
                                </p:stCondLst>
                                <p:childTnLst>
                                  <p:par>
                                    <p:cTn id="55" presetID="16" presetClass="entr" presetSubtype="37" fill="hold" grpId="0" nodeType="after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barn(outVertical)">
                                          <p:cBhvr>
                                            <p:cTn id="57" dur="500"/>
                                            <p:tgtEl>
                                              <p:spTgt spid="21"/>
                                            </p:tgtEl>
                                          </p:cBhvr>
                                        </p:animEffect>
                                      </p:childTnLst>
                                    </p:cTn>
                                  </p:par>
                                  <p:par>
                                    <p:cTn id="58" presetID="16" presetClass="entr" presetSubtype="37" fill="hold" grpId="0" nodeType="with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barn(outVertical)">
                                          <p:cBhvr>
                                            <p:cTn id="60" dur="500"/>
                                            <p:tgtEl>
                                              <p:spTgt spid="22"/>
                                            </p:tgtEl>
                                          </p:cBhvr>
                                        </p:animEffect>
                                      </p:childTnLst>
                                    </p:cTn>
                                  </p:par>
                                  <p:par>
                                    <p:cTn id="61" presetID="16" presetClass="entr" presetSubtype="37"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barn(outVertical)">
                                          <p:cBhvr>
                                            <p:cTn id="63" dur="500"/>
                                            <p:tgtEl>
                                              <p:spTgt spid="23"/>
                                            </p:tgtEl>
                                          </p:cBhvr>
                                        </p:animEffect>
                                      </p:childTnLst>
                                    </p:cTn>
                                  </p:par>
                                </p:childTnLst>
                              </p:cTn>
                            </p:par>
                            <p:par>
                              <p:cTn id="64" fill="hold">
                                <p:stCondLst>
                                  <p:cond delay="4400"/>
                                </p:stCondLst>
                                <p:childTnLst>
                                  <p:par>
                                    <p:cTn id="65" presetID="22" presetClass="entr" presetSubtype="8" fill="hold" nodeType="afterEffect">
                                      <p:stCondLst>
                                        <p:cond delay="0"/>
                                      </p:stCondLst>
                                      <p:childTnLst>
                                        <p:set>
                                          <p:cBhvr>
                                            <p:cTn id="66" dur="1" fill="hold">
                                              <p:stCondLst>
                                                <p:cond delay="0"/>
                                              </p:stCondLst>
                                            </p:cTn>
                                            <p:tgtEl>
                                              <p:spTgt spid="11"/>
                                            </p:tgtEl>
                                            <p:attrNameLst>
                                              <p:attrName>style.visibility</p:attrName>
                                            </p:attrNameLst>
                                          </p:cBhvr>
                                          <p:to>
                                            <p:strVal val="visible"/>
                                          </p:to>
                                        </p:set>
                                        <p:animEffect transition="in" filter="wipe(left)">
                                          <p:cBhvr>
                                            <p:cTn id="67" dur="500"/>
                                            <p:tgtEl>
                                              <p:spTgt spid="11"/>
                                            </p:tgtEl>
                                          </p:cBhvr>
                                        </p:animEffect>
                                      </p:childTnLst>
                                    </p:cTn>
                                  </p:par>
                                  <p:par>
                                    <p:cTn id="68" presetID="53" presetClass="entr" presetSubtype="16" fill="hold" grpId="0" nodeType="withEffect">
                                      <p:stCondLst>
                                        <p:cond delay="0"/>
                                      </p:stCondLst>
                                      <p:iterate type="lt">
                                        <p:tmPct val="10000"/>
                                      </p:iterate>
                                      <p:childTnLst>
                                        <p:set>
                                          <p:cBhvr>
                                            <p:cTn id="69" dur="1" fill="hold">
                                              <p:stCondLst>
                                                <p:cond delay="0"/>
                                              </p:stCondLst>
                                            </p:cTn>
                                            <p:tgtEl>
                                              <p:spTgt spid="15"/>
                                            </p:tgtEl>
                                            <p:attrNameLst>
                                              <p:attrName>style.visibility</p:attrName>
                                            </p:attrNameLst>
                                          </p:cBhvr>
                                          <p:to>
                                            <p:strVal val="visible"/>
                                          </p:to>
                                        </p:set>
                                        <p:anim calcmode="lin" valueType="num">
                                          <p:cBhvr>
                                            <p:cTn id="70" dur="500" fill="hold"/>
                                            <p:tgtEl>
                                              <p:spTgt spid="15"/>
                                            </p:tgtEl>
                                            <p:attrNameLst>
                                              <p:attrName>ppt_w</p:attrName>
                                            </p:attrNameLst>
                                          </p:cBhvr>
                                          <p:tavLst>
                                            <p:tav tm="0">
                                              <p:val>
                                                <p:fltVal val="0"/>
                                              </p:val>
                                            </p:tav>
                                            <p:tav tm="100000">
                                              <p:val>
                                                <p:strVal val="#ppt_w"/>
                                              </p:val>
                                            </p:tav>
                                          </p:tavLst>
                                        </p:anim>
                                        <p:anim calcmode="lin" valueType="num">
                                          <p:cBhvr>
                                            <p:cTn id="71" dur="500" fill="hold"/>
                                            <p:tgtEl>
                                              <p:spTgt spid="15"/>
                                            </p:tgtEl>
                                            <p:attrNameLst>
                                              <p:attrName>ppt_h</p:attrName>
                                            </p:attrNameLst>
                                          </p:cBhvr>
                                          <p:tavLst>
                                            <p:tav tm="0">
                                              <p:val>
                                                <p:fltVal val="0"/>
                                              </p:val>
                                            </p:tav>
                                            <p:tav tm="100000">
                                              <p:val>
                                                <p:strVal val="#ppt_h"/>
                                              </p:val>
                                            </p:tav>
                                          </p:tavLst>
                                        </p:anim>
                                        <p:animEffect transition="in" filter="fade">
                                          <p:cBhvr>
                                            <p:cTn id="7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2" grpId="0" animBg="1"/>
          <p:bldP spid="13" grpId="0" animBg="1"/>
          <p:bldP spid="14" grpId="0" animBg="1"/>
          <p:bldP spid="15" grpId="0"/>
          <p:bldP spid="16" grpId="0"/>
          <p:bldP spid="17" grpId="0"/>
          <p:bldP spid="19" grpId="0"/>
          <p:bldP spid="21" grpId="0"/>
          <p:bldP spid="22" grpId="0"/>
          <p:bldP spid="23" grpId="0"/>
          <p:bldP spid="24" grpId="0"/>
        </p:bldLst>
      </p:timing>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原创设计师QQ598969553          _1"/>
          <p:cNvSpPr txBox="1"/>
          <p:nvPr/>
        </p:nvSpPr>
        <p:spPr>
          <a:xfrm>
            <a:off x="2803736" y="299722"/>
            <a:ext cx="3523130" cy="377026"/>
          </a:xfrm>
          <a:prstGeom prst="rect">
            <a:avLst/>
          </a:prstGeom>
          <a:noFill/>
        </p:spPr>
        <p:txBody>
          <a:bodyPr wrap="square" lIns="68580" tIns="34290" rIns="68580" bIns="34290" rtlCol="0">
            <a:spAutoFit/>
          </a:bodyPr>
          <a:lstStyle/>
          <a:p>
            <a:pPr algn="ctr"/>
            <a:r>
              <a:rPr lang="zh-CN" altLang="en-US" sz="2000" b="1" dirty="0">
                <a:solidFill>
                  <a:schemeClr val="tx1">
                    <a:lumMod val="65000"/>
                    <a:lumOff val="35000"/>
                  </a:schemeClr>
                </a:solidFill>
                <a:latin typeface="+mn-ea"/>
              </a:rPr>
              <a:t>添加标题文本内容</a:t>
            </a:r>
            <a:endParaRPr lang="en-US" altLang="zh-CN" sz="2000" b="1" dirty="0">
              <a:solidFill>
                <a:schemeClr val="tx1">
                  <a:lumMod val="65000"/>
                  <a:lumOff val="35000"/>
                </a:schemeClr>
              </a:solidFill>
              <a:latin typeface="+mn-ea"/>
            </a:endParaRPr>
          </a:p>
        </p:txBody>
      </p:sp>
      <p:grpSp>
        <p:nvGrpSpPr>
          <p:cNvPr id="67" name="原创设计师QQ598969553          _2"/>
          <p:cNvGrpSpPr/>
          <p:nvPr/>
        </p:nvGrpSpPr>
        <p:grpSpPr>
          <a:xfrm>
            <a:off x="788592" y="1130040"/>
            <a:ext cx="2251867" cy="2251867"/>
            <a:chOff x="1661810" y="1568370"/>
            <a:chExt cx="3780526" cy="3780526"/>
          </a:xfrm>
        </p:grpSpPr>
        <p:sp>
          <p:nvSpPr>
            <p:cNvPr id="68" name="椭圆 67"/>
            <p:cNvSpPr/>
            <p:nvPr/>
          </p:nvSpPr>
          <p:spPr>
            <a:xfrm>
              <a:off x="1661810" y="1568370"/>
              <a:ext cx="3780526" cy="3780526"/>
            </a:xfrm>
            <a:prstGeom prst="ellipse">
              <a:avLst/>
            </a:prstGeom>
            <a:gradFill flip="none" rotWithShape="1">
              <a:gsLst>
                <a:gs pos="100000">
                  <a:schemeClr val="bg1">
                    <a:lumMod val="75000"/>
                  </a:schemeClr>
                </a:gs>
                <a:gs pos="0">
                  <a:schemeClr val="bg1"/>
                </a:gs>
              </a:gsLst>
              <a:lin ang="5400000" scaled="1"/>
              <a:tileRect/>
            </a:gradFill>
            <a:ln w="9525">
              <a:noFill/>
            </a:ln>
            <a:effectLst>
              <a:softEdge rad="317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aphicFrame>
          <p:nvGraphicFramePr>
            <p:cNvPr id="69" name="图表 68"/>
            <p:cNvGraphicFramePr/>
            <p:nvPr/>
          </p:nvGraphicFramePr>
          <p:xfrm>
            <a:off x="1847273" y="1994285"/>
            <a:ext cx="3409603" cy="2928698"/>
          </p:xfrm>
          <a:graphic>
            <a:graphicData uri="http://schemas.openxmlformats.org/drawingml/2006/chart">
              <c:chart xmlns:c="http://schemas.openxmlformats.org/drawingml/2006/chart" xmlns:r="http://schemas.openxmlformats.org/officeDocument/2006/relationships" r:id="rId3"/>
            </a:graphicData>
          </a:graphic>
        </p:graphicFrame>
        <p:sp>
          <p:nvSpPr>
            <p:cNvPr id="70" name="椭圆 69"/>
            <p:cNvSpPr/>
            <p:nvPr/>
          </p:nvSpPr>
          <p:spPr>
            <a:xfrm>
              <a:off x="2222218" y="2128778"/>
              <a:ext cx="2659713" cy="2659713"/>
            </a:xfrm>
            <a:prstGeom prst="ellipse">
              <a:avLst/>
            </a:prstGeom>
            <a:noFill/>
            <a:ln w="69850">
              <a:gradFill flip="none" rotWithShape="1">
                <a:gsLst>
                  <a:gs pos="0">
                    <a:schemeClr val="bg1">
                      <a:lumMod val="65000"/>
                    </a:schemeClr>
                  </a:gs>
                  <a:gs pos="100000">
                    <a:schemeClr val="bg1"/>
                  </a:gs>
                </a:gsLst>
                <a:lin ang="27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sp>
          <p:nvSpPr>
            <p:cNvPr id="71" name="椭圆 70"/>
            <p:cNvSpPr/>
            <p:nvPr/>
          </p:nvSpPr>
          <p:spPr>
            <a:xfrm>
              <a:off x="2425472" y="2335297"/>
              <a:ext cx="2253202" cy="2253202"/>
            </a:xfrm>
            <a:prstGeom prst="ellipse">
              <a:avLst/>
            </a:prstGeom>
            <a:solidFill>
              <a:schemeClr val="bg1">
                <a:lumMod val="95000"/>
              </a:schemeClr>
            </a:solidFill>
            <a:ln w="50800">
              <a:noFill/>
            </a:ln>
            <a:effectLst/>
            <a:scene3d>
              <a:camera prst="orthographicFront"/>
              <a:lightRig rig="threePt" dir="t"/>
            </a:scene3d>
            <a:sp3d prstMaterial="softEdge">
              <a:bevelT w="82550" h="317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pSp>
      <p:sp>
        <p:nvSpPr>
          <p:cNvPr id="72" name="原创设计师QQ598969553          _3"/>
          <p:cNvSpPr/>
          <p:nvPr/>
        </p:nvSpPr>
        <p:spPr>
          <a:xfrm>
            <a:off x="1442902" y="1946173"/>
            <a:ext cx="919162" cy="623248"/>
          </a:xfrm>
          <a:prstGeom prst="rect">
            <a:avLst/>
          </a:prstGeom>
        </p:spPr>
        <p:txBody>
          <a:bodyPr wrap="none" lIns="68580" tIns="34290" rIns="68580" bIns="34290">
            <a:spAutoFit/>
          </a:bodyPr>
          <a:lstStyle/>
          <a:p>
            <a:pPr algn="ctr"/>
            <a:r>
              <a:rPr lang="en-US" altLang="zh-CN" sz="3600" dirty="0">
                <a:solidFill>
                  <a:schemeClr val="tx1">
                    <a:lumMod val="65000"/>
                    <a:lumOff val="35000"/>
                  </a:schemeClr>
                </a:solidFill>
                <a:latin typeface="+mn-ea"/>
              </a:rPr>
              <a:t>60</a:t>
            </a:r>
            <a:r>
              <a:rPr lang="en-US" altLang="zh-CN" sz="2100" dirty="0">
                <a:solidFill>
                  <a:schemeClr val="tx1">
                    <a:lumMod val="65000"/>
                    <a:lumOff val="35000"/>
                  </a:schemeClr>
                </a:solidFill>
                <a:latin typeface="+mn-ea"/>
              </a:rPr>
              <a:t>%</a:t>
            </a:r>
            <a:endParaRPr lang="zh-CN" altLang="en-US" sz="700" dirty="0">
              <a:solidFill>
                <a:schemeClr val="tx1">
                  <a:lumMod val="65000"/>
                  <a:lumOff val="35000"/>
                </a:schemeClr>
              </a:solidFill>
              <a:latin typeface="+mn-ea"/>
            </a:endParaRPr>
          </a:p>
        </p:txBody>
      </p:sp>
      <p:sp>
        <p:nvSpPr>
          <p:cNvPr id="73" name="原创设计师QQ598969553          _4"/>
          <p:cNvSpPr/>
          <p:nvPr/>
        </p:nvSpPr>
        <p:spPr>
          <a:xfrm>
            <a:off x="1434162" y="2784392"/>
            <a:ext cx="145453" cy="145454"/>
          </a:xfrm>
          <a:prstGeom prst="ellipse">
            <a:avLst/>
          </a:prstGeom>
          <a:solidFill>
            <a:schemeClr val="bg1">
              <a:lumMod val="95000"/>
            </a:schemeClr>
          </a:solidFill>
          <a:ln w="50800">
            <a:noFill/>
          </a:ln>
          <a:effectLst>
            <a:outerShdw blurRad="50800" dist="25400" dir="2700000" algn="tl" rotWithShape="0">
              <a:schemeClr val="tx1">
                <a:alpha val="35000"/>
              </a:schemeClr>
            </a:outerShdw>
          </a:effectLst>
          <a:scene3d>
            <a:camera prst="orthographicFront"/>
            <a:lightRig rig="threePt" dir="t"/>
          </a:scene3d>
          <a:sp3d prstMaterial="softEdge">
            <a:bevelT w="25400" h="6350" prst="angle"/>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endParaRPr lang="zh-CN" altLang="en-US">
              <a:solidFill>
                <a:srgbClr val="FFFFFF"/>
              </a:solidFill>
              <a:latin typeface="Calibri"/>
              <a:ea typeface="宋体" panose="02010600030101010101" pitchFamily="2" charset="-122"/>
            </a:endParaRPr>
          </a:p>
        </p:txBody>
      </p:sp>
      <p:grpSp>
        <p:nvGrpSpPr>
          <p:cNvPr id="74" name="原创设计师QQ598969553          _5"/>
          <p:cNvGrpSpPr/>
          <p:nvPr/>
        </p:nvGrpSpPr>
        <p:grpSpPr>
          <a:xfrm>
            <a:off x="1008335" y="3360632"/>
            <a:ext cx="1761990" cy="1189815"/>
            <a:chOff x="1502659" y="4629752"/>
            <a:chExt cx="2067969" cy="1586420"/>
          </a:xfrm>
        </p:grpSpPr>
        <p:sp>
          <p:nvSpPr>
            <p:cNvPr id="75" name="文本框 22"/>
            <p:cNvSpPr txBox="1"/>
            <p:nvPr/>
          </p:nvSpPr>
          <p:spPr bwMode="auto">
            <a:xfrm>
              <a:off x="1502659" y="5017724"/>
              <a:ext cx="2067969" cy="1198448"/>
            </a:xfrm>
            <a:prstGeom prst="rect">
              <a:avLst/>
            </a:prstGeom>
            <a:noFill/>
          </p:spPr>
          <p:txBody>
            <a:bodyPr wrap="square">
              <a:spAutoFit/>
            </a:bodyPr>
            <a:lstStyle/>
            <a:p>
              <a:pPr>
                <a:lnSpc>
                  <a:spcPct val="150000"/>
                </a:lnSpc>
                <a:defRPr/>
              </a:pPr>
              <a:r>
                <a:rPr lang="zh-CN" altLang="en-US" sz="900" dirty="0">
                  <a:solidFill>
                    <a:schemeClr val="tx1">
                      <a:lumMod val="75000"/>
                      <a:lumOff val="25000"/>
                    </a:schemeClr>
                  </a:solidFill>
                  <a:latin typeface="微软雅黑" pitchFamily="34" charset="-122"/>
                  <a:ea typeface="微软雅黑" pitchFamily="34" charset="-122"/>
                </a:rPr>
                <a:t>点击输入本栏的具体文字，简明扼要的说明分项内容，请根据您的具体内容酌情修改。</a:t>
              </a:r>
              <a:endParaRPr lang="zh-CN" altLang="en-US" sz="900" spc="75" dirty="0">
                <a:solidFill>
                  <a:schemeClr val="tx1">
                    <a:lumMod val="65000"/>
                    <a:lumOff val="35000"/>
                  </a:schemeClr>
                </a:solidFill>
                <a:latin typeface="+mn-ea"/>
              </a:endParaRPr>
            </a:p>
          </p:txBody>
        </p:sp>
        <p:sp>
          <p:nvSpPr>
            <p:cNvPr id="76" name="文本框 23"/>
            <p:cNvSpPr txBox="1"/>
            <p:nvPr/>
          </p:nvSpPr>
          <p:spPr bwMode="auto">
            <a:xfrm>
              <a:off x="1555948" y="4629752"/>
              <a:ext cx="1961390" cy="430886"/>
            </a:xfrm>
            <a:prstGeom prst="rect">
              <a:avLst/>
            </a:prstGeom>
            <a:noFill/>
          </p:spPr>
          <p:txBody>
            <a:bodyPr wrap="square">
              <a:spAutoFit/>
            </a:bodyPr>
            <a:lstStyle/>
            <a:p>
              <a:pPr algn="ctr">
                <a:defRPr/>
              </a:pPr>
              <a:r>
                <a:rPr lang="zh-CN" altLang="en-US" sz="1500" b="1" spc="75" dirty="0">
                  <a:solidFill>
                    <a:schemeClr val="tx1">
                      <a:lumMod val="65000"/>
                      <a:lumOff val="35000"/>
                    </a:schemeClr>
                  </a:solidFill>
                  <a:latin typeface="+mn-ea"/>
                </a:rPr>
                <a:t>在此添加标题</a:t>
              </a:r>
            </a:p>
          </p:txBody>
        </p:sp>
        <p:cxnSp>
          <p:nvCxnSpPr>
            <p:cNvPr id="77" name="直接连接符 76"/>
            <p:cNvCxnSpPr/>
            <p:nvPr/>
          </p:nvCxnSpPr>
          <p:spPr>
            <a:xfrm>
              <a:off x="1622653" y="5002128"/>
              <a:ext cx="1813787" cy="0"/>
            </a:xfrm>
            <a:prstGeom prst="line">
              <a:avLst/>
            </a:prstGeom>
            <a:ln>
              <a:solidFill>
                <a:schemeClr val="tx1">
                  <a:lumMod val="65000"/>
                  <a:lumOff val="35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78" name="原创设计师QQ598969553          _6"/>
          <p:cNvGrpSpPr/>
          <p:nvPr/>
        </p:nvGrpSpPr>
        <p:grpSpPr>
          <a:xfrm>
            <a:off x="3446067" y="1130040"/>
            <a:ext cx="2251867" cy="2251867"/>
            <a:chOff x="1661810" y="1568370"/>
            <a:chExt cx="3780526" cy="3780526"/>
          </a:xfrm>
        </p:grpSpPr>
        <p:sp>
          <p:nvSpPr>
            <p:cNvPr id="79" name="椭圆 78"/>
            <p:cNvSpPr/>
            <p:nvPr/>
          </p:nvSpPr>
          <p:spPr>
            <a:xfrm>
              <a:off x="1661810" y="1568370"/>
              <a:ext cx="3780526" cy="3780526"/>
            </a:xfrm>
            <a:prstGeom prst="ellipse">
              <a:avLst/>
            </a:prstGeom>
            <a:gradFill flip="none" rotWithShape="1">
              <a:gsLst>
                <a:gs pos="100000">
                  <a:schemeClr val="bg1">
                    <a:lumMod val="75000"/>
                  </a:schemeClr>
                </a:gs>
                <a:gs pos="0">
                  <a:schemeClr val="bg1"/>
                </a:gs>
              </a:gsLst>
              <a:lin ang="5400000" scaled="1"/>
              <a:tileRect/>
            </a:gradFill>
            <a:ln w="9525">
              <a:noFill/>
            </a:ln>
            <a:effectLst>
              <a:softEdge rad="317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aphicFrame>
          <p:nvGraphicFramePr>
            <p:cNvPr id="80" name="图表 79"/>
            <p:cNvGraphicFramePr/>
            <p:nvPr/>
          </p:nvGraphicFramePr>
          <p:xfrm>
            <a:off x="1847273" y="1994285"/>
            <a:ext cx="3409603" cy="2928698"/>
          </p:xfrm>
          <a:graphic>
            <a:graphicData uri="http://schemas.openxmlformats.org/drawingml/2006/chart">
              <c:chart xmlns:c="http://schemas.openxmlformats.org/drawingml/2006/chart" xmlns:r="http://schemas.openxmlformats.org/officeDocument/2006/relationships" r:id="rId4"/>
            </a:graphicData>
          </a:graphic>
        </p:graphicFrame>
        <p:sp>
          <p:nvSpPr>
            <p:cNvPr id="81" name="椭圆 80"/>
            <p:cNvSpPr/>
            <p:nvPr/>
          </p:nvSpPr>
          <p:spPr>
            <a:xfrm>
              <a:off x="2222218" y="2128778"/>
              <a:ext cx="2659713" cy="2659713"/>
            </a:xfrm>
            <a:prstGeom prst="ellipse">
              <a:avLst/>
            </a:prstGeom>
            <a:noFill/>
            <a:ln w="69850">
              <a:gradFill flip="none" rotWithShape="1">
                <a:gsLst>
                  <a:gs pos="0">
                    <a:schemeClr val="bg1">
                      <a:lumMod val="65000"/>
                    </a:schemeClr>
                  </a:gs>
                  <a:gs pos="100000">
                    <a:schemeClr val="bg1"/>
                  </a:gs>
                </a:gsLst>
                <a:lin ang="27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sp>
          <p:nvSpPr>
            <p:cNvPr id="82" name="椭圆 81"/>
            <p:cNvSpPr/>
            <p:nvPr/>
          </p:nvSpPr>
          <p:spPr>
            <a:xfrm>
              <a:off x="2425472" y="2335297"/>
              <a:ext cx="2253202" cy="2253202"/>
            </a:xfrm>
            <a:prstGeom prst="ellipse">
              <a:avLst/>
            </a:prstGeom>
            <a:solidFill>
              <a:schemeClr val="bg1">
                <a:lumMod val="95000"/>
              </a:schemeClr>
            </a:solidFill>
            <a:ln w="50800">
              <a:noFill/>
            </a:ln>
            <a:effectLst/>
            <a:scene3d>
              <a:camera prst="orthographicFront"/>
              <a:lightRig rig="threePt" dir="t"/>
            </a:scene3d>
            <a:sp3d prstMaterial="softEdge">
              <a:bevelT w="82550" h="317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pSp>
      <p:sp>
        <p:nvSpPr>
          <p:cNvPr id="83" name="原创设计师QQ598969553          _7"/>
          <p:cNvSpPr/>
          <p:nvPr/>
        </p:nvSpPr>
        <p:spPr>
          <a:xfrm>
            <a:off x="4112419" y="1946173"/>
            <a:ext cx="919162" cy="623248"/>
          </a:xfrm>
          <a:prstGeom prst="rect">
            <a:avLst/>
          </a:prstGeom>
        </p:spPr>
        <p:txBody>
          <a:bodyPr wrap="none" lIns="68580" tIns="34290" rIns="68580" bIns="34290">
            <a:spAutoFit/>
          </a:bodyPr>
          <a:lstStyle/>
          <a:p>
            <a:pPr algn="ctr"/>
            <a:r>
              <a:rPr lang="en-US" altLang="zh-CN" sz="3600" dirty="0">
                <a:solidFill>
                  <a:schemeClr val="tx1">
                    <a:lumMod val="65000"/>
                    <a:lumOff val="35000"/>
                  </a:schemeClr>
                </a:solidFill>
                <a:latin typeface="+mn-ea"/>
              </a:rPr>
              <a:t>75</a:t>
            </a:r>
            <a:r>
              <a:rPr lang="en-US" altLang="zh-CN" sz="2100" dirty="0">
                <a:solidFill>
                  <a:schemeClr val="tx1">
                    <a:lumMod val="65000"/>
                    <a:lumOff val="35000"/>
                  </a:schemeClr>
                </a:solidFill>
                <a:latin typeface="+mn-ea"/>
              </a:rPr>
              <a:t>%</a:t>
            </a:r>
            <a:endParaRPr lang="zh-CN" altLang="en-US" sz="700" dirty="0">
              <a:solidFill>
                <a:schemeClr val="tx1">
                  <a:lumMod val="65000"/>
                  <a:lumOff val="35000"/>
                </a:schemeClr>
              </a:solidFill>
              <a:latin typeface="+mn-ea"/>
            </a:endParaRPr>
          </a:p>
        </p:txBody>
      </p:sp>
      <p:sp>
        <p:nvSpPr>
          <p:cNvPr id="84" name="原创设计师QQ598969553          _8"/>
          <p:cNvSpPr/>
          <p:nvPr/>
        </p:nvSpPr>
        <p:spPr>
          <a:xfrm>
            <a:off x="3778785" y="2155537"/>
            <a:ext cx="145453" cy="145454"/>
          </a:xfrm>
          <a:prstGeom prst="ellipse">
            <a:avLst/>
          </a:prstGeom>
          <a:solidFill>
            <a:schemeClr val="bg1">
              <a:lumMod val="95000"/>
            </a:schemeClr>
          </a:solidFill>
          <a:ln w="50800">
            <a:noFill/>
          </a:ln>
          <a:effectLst>
            <a:outerShdw blurRad="50800" dist="25400" dir="2700000" algn="tl" rotWithShape="0">
              <a:schemeClr val="tx1">
                <a:alpha val="35000"/>
              </a:schemeClr>
            </a:outerShdw>
          </a:effectLst>
          <a:scene3d>
            <a:camera prst="orthographicFront"/>
            <a:lightRig rig="threePt" dir="t"/>
          </a:scene3d>
          <a:sp3d prstMaterial="softEdge">
            <a:bevelT w="25400" h="6350" prst="angle"/>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endParaRPr lang="zh-CN" altLang="en-US">
              <a:solidFill>
                <a:srgbClr val="FFFFFF"/>
              </a:solidFill>
              <a:latin typeface="Calibri"/>
              <a:ea typeface="宋体" panose="02010600030101010101" pitchFamily="2" charset="-122"/>
            </a:endParaRPr>
          </a:p>
        </p:txBody>
      </p:sp>
      <p:grpSp>
        <p:nvGrpSpPr>
          <p:cNvPr id="85" name="原创设计师QQ598969553          _9"/>
          <p:cNvGrpSpPr/>
          <p:nvPr/>
        </p:nvGrpSpPr>
        <p:grpSpPr>
          <a:xfrm>
            <a:off x="3677852" y="3360634"/>
            <a:ext cx="1761990" cy="1189815"/>
            <a:chOff x="5062015" y="4629752"/>
            <a:chExt cx="2067969" cy="1586419"/>
          </a:xfrm>
        </p:grpSpPr>
        <p:sp>
          <p:nvSpPr>
            <p:cNvPr id="86" name="文本框 25"/>
            <p:cNvSpPr txBox="1"/>
            <p:nvPr/>
          </p:nvSpPr>
          <p:spPr bwMode="auto">
            <a:xfrm>
              <a:off x="5062015" y="5017724"/>
              <a:ext cx="2067969" cy="1198447"/>
            </a:xfrm>
            <a:prstGeom prst="rect">
              <a:avLst/>
            </a:prstGeom>
            <a:noFill/>
          </p:spPr>
          <p:txBody>
            <a:bodyPr wrap="square">
              <a:spAutoFit/>
            </a:bodyPr>
            <a:lstStyle/>
            <a:p>
              <a:pPr>
                <a:lnSpc>
                  <a:spcPct val="150000"/>
                </a:lnSpc>
                <a:defRPr/>
              </a:pPr>
              <a:r>
                <a:rPr lang="zh-CN" altLang="en-US" sz="900" dirty="0">
                  <a:solidFill>
                    <a:schemeClr val="tx1">
                      <a:lumMod val="75000"/>
                      <a:lumOff val="25000"/>
                    </a:schemeClr>
                  </a:solidFill>
                  <a:latin typeface="微软雅黑" pitchFamily="34" charset="-122"/>
                  <a:ea typeface="微软雅黑" pitchFamily="34" charset="-122"/>
                </a:rPr>
                <a:t>点击输入本栏的具体文字，简明扼要的说明分项内容，请根据您的具体内容酌情修改。</a:t>
              </a:r>
              <a:endParaRPr lang="zh-CN" altLang="en-US" sz="900" spc="75" dirty="0">
                <a:solidFill>
                  <a:schemeClr val="tx1">
                    <a:lumMod val="65000"/>
                    <a:lumOff val="35000"/>
                  </a:schemeClr>
                </a:solidFill>
                <a:latin typeface="+mn-ea"/>
              </a:endParaRPr>
            </a:p>
          </p:txBody>
        </p:sp>
        <p:sp>
          <p:nvSpPr>
            <p:cNvPr id="87" name="文本框 26"/>
            <p:cNvSpPr txBox="1"/>
            <p:nvPr/>
          </p:nvSpPr>
          <p:spPr bwMode="auto">
            <a:xfrm>
              <a:off x="5115304" y="4629752"/>
              <a:ext cx="1961390" cy="430886"/>
            </a:xfrm>
            <a:prstGeom prst="rect">
              <a:avLst/>
            </a:prstGeom>
            <a:noFill/>
          </p:spPr>
          <p:txBody>
            <a:bodyPr wrap="square">
              <a:spAutoFit/>
            </a:bodyPr>
            <a:lstStyle/>
            <a:p>
              <a:pPr algn="ctr">
                <a:defRPr/>
              </a:pPr>
              <a:r>
                <a:rPr lang="zh-CN" altLang="en-US" sz="1500" b="1" spc="75" dirty="0">
                  <a:solidFill>
                    <a:schemeClr val="tx1">
                      <a:lumMod val="65000"/>
                      <a:lumOff val="35000"/>
                    </a:schemeClr>
                  </a:solidFill>
                  <a:latin typeface="+mn-ea"/>
                </a:rPr>
                <a:t>在此添加标题</a:t>
              </a:r>
            </a:p>
          </p:txBody>
        </p:sp>
        <p:cxnSp>
          <p:nvCxnSpPr>
            <p:cNvPr id="88" name="直接连接符 87"/>
            <p:cNvCxnSpPr/>
            <p:nvPr/>
          </p:nvCxnSpPr>
          <p:spPr>
            <a:xfrm>
              <a:off x="5185942" y="5002128"/>
              <a:ext cx="1813787" cy="0"/>
            </a:xfrm>
            <a:prstGeom prst="line">
              <a:avLst/>
            </a:prstGeom>
            <a:ln>
              <a:solidFill>
                <a:schemeClr val="tx1">
                  <a:lumMod val="65000"/>
                  <a:lumOff val="35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89" name="原创设计师QQ598969553          _10"/>
          <p:cNvGrpSpPr/>
          <p:nvPr/>
        </p:nvGrpSpPr>
        <p:grpSpPr>
          <a:xfrm>
            <a:off x="6103542" y="1130040"/>
            <a:ext cx="2251867" cy="2251867"/>
            <a:chOff x="1661810" y="1568370"/>
            <a:chExt cx="3780526" cy="3780526"/>
          </a:xfrm>
        </p:grpSpPr>
        <p:sp>
          <p:nvSpPr>
            <p:cNvPr id="90" name="椭圆 89"/>
            <p:cNvSpPr/>
            <p:nvPr/>
          </p:nvSpPr>
          <p:spPr>
            <a:xfrm>
              <a:off x="1661810" y="1568370"/>
              <a:ext cx="3780526" cy="3780526"/>
            </a:xfrm>
            <a:prstGeom prst="ellipse">
              <a:avLst/>
            </a:prstGeom>
            <a:gradFill flip="none" rotWithShape="1">
              <a:gsLst>
                <a:gs pos="100000">
                  <a:schemeClr val="bg1">
                    <a:lumMod val="75000"/>
                  </a:schemeClr>
                </a:gs>
                <a:gs pos="0">
                  <a:schemeClr val="bg1"/>
                </a:gs>
              </a:gsLst>
              <a:lin ang="5400000" scaled="1"/>
              <a:tileRect/>
            </a:gradFill>
            <a:ln w="9525">
              <a:noFill/>
            </a:ln>
            <a:effectLst>
              <a:softEdge rad="317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aphicFrame>
          <p:nvGraphicFramePr>
            <p:cNvPr id="91" name="图表 90"/>
            <p:cNvGraphicFramePr/>
            <p:nvPr/>
          </p:nvGraphicFramePr>
          <p:xfrm>
            <a:off x="1847273" y="1994285"/>
            <a:ext cx="3409603" cy="2928698"/>
          </p:xfrm>
          <a:graphic>
            <a:graphicData uri="http://schemas.openxmlformats.org/drawingml/2006/chart">
              <c:chart xmlns:c="http://schemas.openxmlformats.org/drawingml/2006/chart" xmlns:r="http://schemas.openxmlformats.org/officeDocument/2006/relationships" r:id="rId5"/>
            </a:graphicData>
          </a:graphic>
        </p:graphicFrame>
        <p:sp>
          <p:nvSpPr>
            <p:cNvPr id="92" name="椭圆 91"/>
            <p:cNvSpPr/>
            <p:nvPr/>
          </p:nvSpPr>
          <p:spPr>
            <a:xfrm>
              <a:off x="2222218" y="2128778"/>
              <a:ext cx="2659713" cy="2659713"/>
            </a:xfrm>
            <a:prstGeom prst="ellipse">
              <a:avLst/>
            </a:prstGeom>
            <a:noFill/>
            <a:ln w="69850">
              <a:gradFill flip="none" rotWithShape="1">
                <a:gsLst>
                  <a:gs pos="0">
                    <a:schemeClr val="bg1">
                      <a:lumMod val="65000"/>
                    </a:schemeClr>
                  </a:gs>
                  <a:gs pos="100000">
                    <a:schemeClr val="bg1"/>
                  </a:gs>
                </a:gsLst>
                <a:lin ang="27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sp>
          <p:nvSpPr>
            <p:cNvPr id="93" name="椭圆 92"/>
            <p:cNvSpPr/>
            <p:nvPr/>
          </p:nvSpPr>
          <p:spPr>
            <a:xfrm>
              <a:off x="2425472" y="2335297"/>
              <a:ext cx="2253202" cy="2253202"/>
            </a:xfrm>
            <a:prstGeom prst="ellipse">
              <a:avLst/>
            </a:prstGeom>
            <a:solidFill>
              <a:schemeClr val="bg1">
                <a:lumMod val="95000"/>
              </a:schemeClr>
            </a:solidFill>
            <a:ln w="50800">
              <a:noFill/>
            </a:ln>
            <a:effectLst/>
            <a:scene3d>
              <a:camera prst="orthographicFront"/>
              <a:lightRig rig="threePt" dir="t"/>
            </a:scene3d>
            <a:sp3d prstMaterial="softEdge">
              <a:bevelT w="82550" h="317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pSp>
      <p:sp>
        <p:nvSpPr>
          <p:cNvPr id="94" name="原创设计师QQ598969553          _11"/>
          <p:cNvSpPr/>
          <p:nvPr/>
        </p:nvSpPr>
        <p:spPr>
          <a:xfrm>
            <a:off x="6757851" y="1946173"/>
            <a:ext cx="919162" cy="623248"/>
          </a:xfrm>
          <a:prstGeom prst="rect">
            <a:avLst/>
          </a:prstGeom>
        </p:spPr>
        <p:txBody>
          <a:bodyPr wrap="none" lIns="68580" tIns="34290" rIns="68580" bIns="34290">
            <a:spAutoFit/>
          </a:bodyPr>
          <a:lstStyle/>
          <a:p>
            <a:pPr algn="ctr"/>
            <a:r>
              <a:rPr lang="en-US" altLang="zh-CN" sz="3600" dirty="0">
                <a:solidFill>
                  <a:schemeClr val="tx1">
                    <a:lumMod val="65000"/>
                    <a:lumOff val="35000"/>
                  </a:schemeClr>
                </a:solidFill>
                <a:latin typeface="+mn-ea"/>
              </a:rPr>
              <a:t>60</a:t>
            </a:r>
            <a:r>
              <a:rPr lang="en-US" altLang="zh-CN" sz="2100" dirty="0">
                <a:solidFill>
                  <a:schemeClr val="tx1">
                    <a:lumMod val="65000"/>
                    <a:lumOff val="35000"/>
                  </a:schemeClr>
                </a:solidFill>
                <a:latin typeface="+mn-ea"/>
              </a:rPr>
              <a:t>%</a:t>
            </a:r>
            <a:endParaRPr lang="zh-CN" altLang="en-US" sz="700" dirty="0">
              <a:solidFill>
                <a:schemeClr val="tx1">
                  <a:lumMod val="65000"/>
                  <a:lumOff val="35000"/>
                </a:schemeClr>
              </a:solidFill>
              <a:latin typeface="+mn-ea"/>
            </a:endParaRPr>
          </a:p>
        </p:txBody>
      </p:sp>
      <p:sp>
        <p:nvSpPr>
          <p:cNvPr id="95" name="原创设计师QQ598969553          _12"/>
          <p:cNvSpPr/>
          <p:nvPr/>
        </p:nvSpPr>
        <p:spPr>
          <a:xfrm>
            <a:off x="6749111" y="2784392"/>
            <a:ext cx="145453" cy="145454"/>
          </a:xfrm>
          <a:prstGeom prst="ellipse">
            <a:avLst/>
          </a:prstGeom>
          <a:solidFill>
            <a:schemeClr val="bg1">
              <a:lumMod val="95000"/>
            </a:schemeClr>
          </a:solidFill>
          <a:ln w="50800">
            <a:noFill/>
          </a:ln>
          <a:effectLst>
            <a:outerShdw blurRad="50800" dist="25400" dir="2700000" algn="tl" rotWithShape="0">
              <a:schemeClr val="tx1">
                <a:alpha val="35000"/>
              </a:schemeClr>
            </a:outerShdw>
          </a:effectLst>
          <a:scene3d>
            <a:camera prst="orthographicFront"/>
            <a:lightRig rig="threePt" dir="t"/>
          </a:scene3d>
          <a:sp3d prstMaterial="softEdge">
            <a:bevelT w="25400" h="6350" prst="angle"/>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endParaRPr lang="zh-CN" altLang="en-US">
              <a:solidFill>
                <a:srgbClr val="FFFFFF"/>
              </a:solidFill>
              <a:latin typeface="Calibri"/>
              <a:ea typeface="宋体" panose="02010600030101010101" pitchFamily="2" charset="-122"/>
            </a:endParaRPr>
          </a:p>
        </p:txBody>
      </p:sp>
      <p:grpSp>
        <p:nvGrpSpPr>
          <p:cNvPr id="96" name="原创设计师QQ598969553          _13"/>
          <p:cNvGrpSpPr/>
          <p:nvPr/>
        </p:nvGrpSpPr>
        <p:grpSpPr>
          <a:xfrm>
            <a:off x="6323284" y="3360634"/>
            <a:ext cx="1761990" cy="1189815"/>
            <a:chOff x="8589258" y="4629752"/>
            <a:chExt cx="2067969" cy="1586419"/>
          </a:xfrm>
        </p:grpSpPr>
        <p:sp>
          <p:nvSpPr>
            <p:cNvPr id="97" name="文本框 38"/>
            <p:cNvSpPr txBox="1"/>
            <p:nvPr/>
          </p:nvSpPr>
          <p:spPr bwMode="auto">
            <a:xfrm>
              <a:off x="8589258" y="5017724"/>
              <a:ext cx="2067969" cy="1198447"/>
            </a:xfrm>
            <a:prstGeom prst="rect">
              <a:avLst/>
            </a:prstGeom>
            <a:noFill/>
          </p:spPr>
          <p:txBody>
            <a:bodyPr wrap="square">
              <a:spAutoFit/>
            </a:bodyPr>
            <a:lstStyle/>
            <a:p>
              <a:pPr>
                <a:lnSpc>
                  <a:spcPct val="150000"/>
                </a:lnSpc>
                <a:defRPr/>
              </a:pPr>
              <a:r>
                <a:rPr lang="zh-CN" altLang="en-US" sz="900" dirty="0">
                  <a:solidFill>
                    <a:schemeClr val="tx1">
                      <a:lumMod val="75000"/>
                      <a:lumOff val="25000"/>
                    </a:schemeClr>
                  </a:solidFill>
                  <a:latin typeface="微软雅黑" pitchFamily="34" charset="-122"/>
                  <a:ea typeface="微软雅黑" pitchFamily="34" charset="-122"/>
                </a:rPr>
                <a:t>点击输入本栏的具体文字，简明扼要的说明分项内容，请根据您的具体内容酌情修改。</a:t>
              </a:r>
              <a:endParaRPr lang="zh-CN" altLang="en-US" sz="900" spc="75" dirty="0">
                <a:solidFill>
                  <a:schemeClr val="tx1">
                    <a:lumMod val="65000"/>
                    <a:lumOff val="35000"/>
                  </a:schemeClr>
                </a:solidFill>
                <a:latin typeface="+mn-ea"/>
              </a:endParaRPr>
            </a:p>
          </p:txBody>
        </p:sp>
        <p:sp>
          <p:nvSpPr>
            <p:cNvPr id="98" name="文本框 39"/>
            <p:cNvSpPr txBox="1"/>
            <p:nvPr/>
          </p:nvSpPr>
          <p:spPr bwMode="auto">
            <a:xfrm>
              <a:off x="8642547" y="4629752"/>
              <a:ext cx="1961390" cy="430886"/>
            </a:xfrm>
            <a:prstGeom prst="rect">
              <a:avLst/>
            </a:prstGeom>
            <a:noFill/>
          </p:spPr>
          <p:txBody>
            <a:bodyPr wrap="square">
              <a:spAutoFit/>
            </a:bodyPr>
            <a:lstStyle/>
            <a:p>
              <a:pPr algn="ctr">
                <a:defRPr/>
              </a:pPr>
              <a:r>
                <a:rPr lang="zh-CN" altLang="en-US" sz="1500" b="1" spc="75" dirty="0">
                  <a:solidFill>
                    <a:schemeClr val="tx1">
                      <a:lumMod val="65000"/>
                      <a:lumOff val="35000"/>
                    </a:schemeClr>
                  </a:solidFill>
                  <a:latin typeface="+mn-ea"/>
                </a:rPr>
                <a:t>在此添加标题</a:t>
              </a:r>
            </a:p>
          </p:txBody>
        </p:sp>
        <p:cxnSp>
          <p:nvCxnSpPr>
            <p:cNvPr id="99" name="直接连接符 98"/>
            <p:cNvCxnSpPr/>
            <p:nvPr/>
          </p:nvCxnSpPr>
          <p:spPr>
            <a:xfrm>
              <a:off x="8709252" y="5002128"/>
              <a:ext cx="1813787" cy="0"/>
            </a:xfrm>
            <a:prstGeom prst="line">
              <a:avLst/>
            </a:prstGeom>
            <a:ln>
              <a:solidFill>
                <a:schemeClr val="tx1">
                  <a:lumMod val="65000"/>
                  <a:lumOff val="35000"/>
                </a:schemeClr>
              </a:solidFill>
              <a:prstDash val="sysDot"/>
            </a:ln>
          </p:spPr>
          <p:style>
            <a:lnRef idx="1">
              <a:schemeClr val="accent1"/>
            </a:lnRef>
            <a:fillRef idx="0">
              <a:schemeClr val="accent1"/>
            </a:fillRef>
            <a:effectRef idx="0">
              <a:schemeClr val="accent1"/>
            </a:effectRef>
            <a:fontRef idx="minor">
              <a:schemeClr val="tx1"/>
            </a:fontRef>
          </p:style>
        </p:cxnSp>
      </p:grpSp>
      <p:pic>
        <p:nvPicPr>
          <p:cNvPr id="36" name="Picture 64"/>
          <p:cNvPicPr>
            <a:picLocks noGrp="1" noSelect="1" noRot="1" noChangeAspect="1" noMove="1" noResize="1" noChangeShapeType="1"/>
          </p:cNvPicPr>
          <p:nvPr/>
        </p:nvPicPr>
        <p:blipFill>
          <a:blip r:embed="rId6"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3934671999"/>
      </p:ext>
    </p:extLst>
  </p:cSld>
  <p:clrMapOvr>
    <a:masterClrMapping/>
  </p:clrMapOvr>
  <p:transition spd="slow" advClick="0" advTm="0">
    <p:pull/>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wheel(1)">
                                          <p:cBhvr>
                                            <p:cTn id="7" dur="500"/>
                                            <p:tgtEl>
                                              <p:spTgt spid="67"/>
                                            </p:tgtEl>
                                          </p:cBhvr>
                                        </p:animEffect>
                                      </p:childTnLst>
                                    </p:cTn>
                                  </p:par>
                                  <p:par>
                                    <p:cTn id="8" presetID="2" presetClass="entr" presetSubtype="4" accel="60000" fill="hold" grpId="0" nodeType="withEffect" p14:presetBounceEnd="40000">
                                      <p:stCondLst>
                                        <p:cond delay="200"/>
                                      </p:stCondLst>
                                      <p:childTnLst>
                                        <p:set>
                                          <p:cBhvr>
                                            <p:cTn id="9" dur="1" fill="hold">
                                              <p:stCondLst>
                                                <p:cond delay="0"/>
                                              </p:stCondLst>
                                            </p:cTn>
                                            <p:tgtEl>
                                              <p:spTgt spid="73"/>
                                            </p:tgtEl>
                                            <p:attrNameLst>
                                              <p:attrName>style.visibility</p:attrName>
                                            </p:attrNameLst>
                                          </p:cBhvr>
                                          <p:to>
                                            <p:strVal val="visible"/>
                                          </p:to>
                                        </p:set>
                                        <p:anim calcmode="lin" valueType="num" p14:bounceEnd="40000">
                                          <p:cBhvr additive="base">
                                            <p:cTn id="10" dur="500" fill="hold"/>
                                            <p:tgtEl>
                                              <p:spTgt spid="73"/>
                                            </p:tgtEl>
                                            <p:attrNameLst>
                                              <p:attrName>ppt_x</p:attrName>
                                            </p:attrNameLst>
                                          </p:cBhvr>
                                          <p:tavLst>
                                            <p:tav tm="0">
                                              <p:val>
                                                <p:strVal val="#ppt_x"/>
                                              </p:val>
                                            </p:tav>
                                            <p:tav tm="100000">
                                              <p:val>
                                                <p:strVal val="#ppt_x"/>
                                              </p:val>
                                            </p:tav>
                                          </p:tavLst>
                                        </p:anim>
                                        <p:anim calcmode="lin" valueType="num" p14:bounceEnd="40000">
                                          <p:cBhvr additive="base">
                                            <p:cTn id="11" dur="500" fill="hold"/>
                                            <p:tgtEl>
                                              <p:spTgt spid="73"/>
                                            </p:tgtEl>
                                            <p:attrNameLst>
                                              <p:attrName>ppt_y</p:attrName>
                                            </p:attrNameLst>
                                          </p:cBhvr>
                                          <p:tavLst>
                                            <p:tav tm="0">
                                              <p:val>
                                                <p:strVal val="1+#ppt_h/2"/>
                                              </p:val>
                                            </p:tav>
                                            <p:tav tm="100000">
                                              <p:val>
                                                <p:strVal val="#ppt_y"/>
                                              </p:val>
                                            </p:tav>
                                          </p:tavLst>
                                        </p:anim>
                                      </p:childTnLst>
                                    </p:cTn>
                                  </p:par>
                                </p:childTnLst>
                              </p:cTn>
                            </p:par>
                            <p:par>
                              <p:cTn id="12" fill="hold">
                                <p:stCondLst>
                                  <p:cond delay="700"/>
                                </p:stCondLst>
                                <p:childTnLst>
                                  <p:par>
                                    <p:cTn id="13" presetID="53" presetClass="entr" presetSubtype="16" fill="hold" grpId="0" nodeType="afterEffect">
                                      <p:stCondLst>
                                        <p:cond delay="0"/>
                                      </p:stCondLst>
                                      <p:iterate type="lt">
                                        <p:tmPct val="10000"/>
                                      </p:iterate>
                                      <p:childTnLst>
                                        <p:set>
                                          <p:cBhvr>
                                            <p:cTn id="14" dur="1" fill="hold">
                                              <p:stCondLst>
                                                <p:cond delay="0"/>
                                              </p:stCondLst>
                                            </p:cTn>
                                            <p:tgtEl>
                                              <p:spTgt spid="72"/>
                                            </p:tgtEl>
                                            <p:attrNameLst>
                                              <p:attrName>style.visibility</p:attrName>
                                            </p:attrNameLst>
                                          </p:cBhvr>
                                          <p:to>
                                            <p:strVal val="visible"/>
                                          </p:to>
                                        </p:set>
                                        <p:anim calcmode="lin" valueType="num">
                                          <p:cBhvr>
                                            <p:cTn id="15" dur="500" fill="hold"/>
                                            <p:tgtEl>
                                              <p:spTgt spid="72"/>
                                            </p:tgtEl>
                                            <p:attrNameLst>
                                              <p:attrName>ppt_w</p:attrName>
                                            </p:attrNameLst>
                                          </p:cBhvr>
                                          <p:tavLst>
                                            <p:tav tm="0">
                                              <p:val>
                                                <p:fltVal val="0"/>
                                              </p:val>
                                            </p:tav>
                                            <p:tav tm="100000">
                                              <p:val>
                                                <p:strVal val="#ppt_w"/>
                                              </p:val>
                                            </p:tav>
                                          </p:tavLst>
                                        </p:anim>
                                        <p:anim calcmode="lin" valueType="num">
                                          <p:cBhvr>
                                            <p:cTn id="16" dur="500" fill="hold"/>
                                            <p:tgtEl>
                                              <p:spTgt spid="72"/>
                                            </p:tgtEl>
                                            <p:attrNameLst>
                                              <p:attrName>ppt_h</p:attrName>
                                            </p:attrNameLst>
                                          </p:cBhvr>
                                          <p:tavLst>
                                            <p:tav tm="0">
                                              <p:val>
                                                <p:fltVal val="0"/>
                                              </p:val>
                                            </p:tav>
                                            <p:tav tm="100000">
                                              <p:val>
                                                <p:strVal val="#ppt_h"/>
                                              </p:val>
                                            </p:tav>
                                          </p:tavLst>
                                        </p:anim>
                                        <p:animEffect transition="in" filter="fade">
                                          <p:cBhvr>
                                            <p:cTn id="17" dur="500"/>
                                            <p:tgtEl>
                                              <p:spTgt spid="72"/>
                                            </p:tgtEl>
                                          </p:cBhvr>
                                        </p:animEffect>
                                      </p:childTnLst>
                                    </p:cTn>
                                  </p:par>
                                </p:childTnLst>
                              </p:cTn>
                            </p:par>
                            <p:par>
                              <p:cTn id="18" fill="hold">
                                <p:stCondLst>
                                  <p:cond delay="1300"/>
                                </p:stCondLst>
                                <p:childTnLst>
                                  <p:par>
                                    <p:cTn id="19" presetID="21" presetClass="entr" presetSubtype="1" fill="hold" nodeType="afterEffect">
                                      <p:stCondLst>
                                        <p:cond delay="0"/>
                                      </p:stCondLst>
                                      <p:childTnLst>
                                        <p:set>
                                          <p:cBhvr>
                                            <p:cTn id="20" dur="1" fill="hold">
                                              <p:stCondLst>
                                                <p:cond delay="0"/>
                                              </p:stCondLst>
                                            </p:cTn>
                                            <p:tgtEl>
                                              <p:spTgt spid="78"/>
                                            </p:tgtEl>
                                            <p:attrNameLst>
                                              <p:attrName>style.visibility</p:attrName>
                                            </p:attrNameLst>
                                          </p:cBhvr>
                                          <p:to>
                                            <p:strVal val="visible"/>
                                          </p:to>
                                        </p:set>
                                        <p:animEffect transition="in" filter="wheel(1)">
                                          <p:cBhvr>
                                            <p:cTn id="21" dur="500"/>
                                            <p:tgtEl>
                                              <p:spTgt spid="78"/>
                                            </p:tgtEl>
                                          </p:cBhvr>
                                        </p:animEffect>
                                      </p:childTnLst>
                                    </p:cTn>
                                  </p:par>
                                  <p:par>
                                    <p:cTn id="22" presetID="2" presetClass="entr" presetSubtype="4" accel="60000" fill="hold" grpId="0" nodeType="withEffect" p14:presetBounceEnd="40000">
                                      <p:stCondLst>
                                        <p:cond delay="200"/>
                                      </p:stCondLst>
                                      <p:childTnLst>
                                        <p:set>
                                          <p:cBhvr>
                                            <p:cTn id="23" dur="1" fill="hold">
                                              <p:stCondLst>
                                                <p:cond delay="0"/>
                                              </p:stCondLst>
                                            </p:cTn>
                                            <p:tgtEl>
                                              <p:spTgt spid="84"/>
                                            </p:tgtEl>
                                            <p:attrNameLst>
                                              <p:attrName>style.visibility</p:attrName>
                                            </p:attrNameLst>
                                          </p:cBhvr>
                                          <p:to>
                                            <p:strVal val="visible"/>
                                          </p:to>
                                        </p:set>
                                        <p:anim calcmode="lin" valueType="num" p14:bounceEnd="40000">
                                          <p:cBhvr additive="base">
                                            <p:cTn id="24" dur="500" fill="hold"/>
                                            <p:tgtEl>
                                              <p:spTgt spid="84"/>
                                            </p:tgtEl>
                                            <p:attrNameLst>
                                              <p:attrName>ppt_x</p:attrName>
                                            </p:attrNameLst>
                                          </p:cBhvr>
                                          <p:tavLst>
                                            <p:tav tm="0">
                                              <p:val>
                                                <p:strVal val="#ppt_x"/>
                                              </p:val>
                                            </p:tav>
                                            <p:tav tm="100000">
                                              <p:val>
                                                <p:strVal val="#ppt_x"/>
                                              </p:val>
                                            </p:tav>
                                          </p:tavLst>
                                        </p:anim>
                                        <p:anim calcmode="lin" valueType="num" p14:bounceEnd="40000">
                                          <p:cBhvr additive="base">
                                            <p:cTn id="25" dur="500" fill="hold"/>
                                            <p:tgtEl>
                                              <p:spTgt spid="84"/>
                                            </p:tgtEl>
                                            <p:attrNameLst>
                                              <p:attrName>ppt_y</p:attrName>
                                            </p:attrNameLst>
                                          </p:cBhvr>
                                          <p:tavLst>
                                            <p:tav tm="0">
                                              <p:val>
                                                <p:strVal val="1+#ppt_h/2"/>
                                              </p:val>
                                            </p:tav>
                                            <p:tav tm="100000">
                                              <p:val>
                                                <p:strVal val="#ppt_y"/>
                                              </p:val>
                                            </p:tav>
                                          </p:tavLst>
                                        </p:anim>
                                      </p:childTnLst>
                                    </p:cTn>
                                  </p:par>
                                </p:childTnLst>
                              </p:cTn>
                            </p:par>
                            <p:par>
                              <p:cTn id="26" fill="hold">
                                <p:stCondLst>
                                  <p:cond delay="2000"/>
                                </p:stCondLst>
                                <p:childTnLst>
                                  <p:par>
                                    <p:cTn id="27" presetID="53" presetClass="entr" presetSubtype="16" fill="hold" grpId="0" nodeType="afterEffect">
                                      <p:stCondLst>
                                        <p:cond delay="0"/>
                                      </p:stCondLst>
                                      <p:iterate type="lt">
                                        <p:tmPct val="10000"/>
                                      </p:iterate>
                                      <p:childTnLst>
                                        <p:set>
                                          <p:cBhvr>
                                            <p:cTn id="28" dur="1" fill="hold">
                                              <p:stCondLst>
                                                <p:cond delay="0"/>
                                              </p:stCondLst>
                                            </p:cTn>
                                            <p:tgtEl>
                                              <p:spTgt spid="83"/>
                                            </p:tgtEl>
                                            <p:attrNameLst>
                                              <p:attrName>style.visibility</p:attrName>
                                            </p:attrNameLst>
                                          </p:cBhvr>
                                          <p:to>
                                            <p:strVal val="visible"/>
                                          </p:to>
                                        </p:set>
                                        <p:anim calcmode="lin" valueType="num">
                                          <p:cBhvr>
                                            <p:cTn id="29" dur="500" fill="hold"/>
                                            <p:tgtEl>
                                              <p:spTgt spid="83"/>
                                            </p:tgtEl>
                                            <p:attrNameLst>
                                              <p:attrName>ppt_w</p:attrName>
                                            </p:attrNameLst>
                                          </p:cBhvr>
                                          <p:tavLst>
                                            <p:tav tm="0">
                                              <p:val>
                                                <p:fltVal val="0"/>
                                              </p:val>
                                            </p:tav>
                                            <p:tav tm="100000">
                                              <p:val>
                                                <p:strVal val="#ppt_w"/>
                                              </p:val>
                                            </p:tav>
                                          </p:tavLst>
                                        </p:anim>
                                        <p:anim calcmode="lin" valueType="num">
                                          <p:cBhvr>
                                            <p:cTn id="30" dur="500" fill="hold"/>
                                            <p:tgtEl>
                                              <p:spTgt spid="83"/>
                                            </p:tgtEl>
                                            <p:attrNameLst>
                                              <p:attrName>ppt_h</p:attrName>
                                            </p:attrNameLst>
                                          </p:cBhvr>
                                          <p:tavLst>
                                            <p:tav tm="0">
                                              <p:val>
                                                <p:fltVal val="0"/>
                                              </p:val>
                                            </p:tav>
                                            <p:tav tm="100000">
                                              <p:val>
                                                <p:strVal val="#ppt_h"/>
                                              </p:val>
                                            </p:tav>
                                          </p:tavLst>
                                        </p:anim>
                                        <p:animEffect transition="in" filter="fade">
                                          <p:cBhvr>
                                            <p:cTn id="31" dur="500"/>
                                            <p:tgtEl>
                                              <p:spTgt spid="83"/>
                                            </p:tgtEl>
                                          </p:cBhvr>
                                        </p:animEffect>
                                      </p:childTnLst>
                                    </p:cTn>
                                  </p:par>
                                </p:childTnLst>
                              </p:cTn>
                            </p:par>
                            <p:par>
                              <p:cTn id="32" fill="hold">
                                <p:stCondLst>
                                  <p:cond delay="2600"/>
                                </p:stCondLst>
                                <p:childTnLst>
                                  <p:par>
                                    <p:cTn id="33" presetID="21" presetClass="entr" presetSubtype="1" fill="hold" nodeType="afterEffect">
                                      <p:stCondLst>
                                        <p:cond delay="0"/>
                                      </p:stCondLst>
                                      <p:childTnLst>
                                        <p:set>
                                          <p:cBhvr>
                                            <p:cTn id="34" dur="1" fill="hold">
                                              <p:stCondLst>
                                                <p:cond delay="0"/>
                                              </p:stCondLst>
                                            </p:cTn>
                                            <p:tgtEl>
                                              <p:spTgt spid="89"/>
                                            </p:tgtEl>
                                            <p:attrNameLst>
                                              <p:attrName>style.visibility</p:attrName>
                                            </p:attrNameLst>
                                          </p:cBhvr>
                                          <p:to>
                                            <p:strVal val="visible"/>
                                          </p:to>
                                        </p:set>
                                        <p:animEffect transition="in" filter="wheel(1)">
                                          <p:cBhvr>
                                            <p:cTn id="35" dur="500"/>
                                            <p:tgtEl>
                                              <p:spTgt spid="89"/>
                                            </p:tgtEl>
                                          </p:cBhvr>
                                        </p:animEffect>
                                      </p:childTnLst>
                                    </p:cTn>
                                  </p:par>
                                  <p:par>
                                    <p:cTn id="36" presetID="2" presetClass="entr" presetSubtype="4" accel="60000" fill="hold" grpId="0" nodeType="withEffect" p14:presetBounceEnd="40000">
                                      <p:stCondLst>
                                        <p:cond delay="200"/>
                                      </p:stCondLst>
                                      <p:childTnLst>
                                        <p:set>
                                          <p:cBhvr>
                                            <p:cTn id="37" dur="1" fill="hold">
                                              <p:stCondLst>
                                                <p:cond delay="0"/>
                                              </p:stCondLst>
                                            </p:cTn>
                                            <p:tgtEl>
                                              <p:spTgt spid="95"/>
                                            </p:tgtEl>
                                            <p:attrNameLst>
                                              <p:attrName>style.visibility</p:attrName>
                                            </p:attrNameLst>
                                          </p:cBhvr>
                                          <p:to>
                                            <p:strVal val="visible"/>
                                          </p:to>
                                        </p:set>
                                        <p:anim calcmode="lin" valueType="num" p14:bounceEnd="40000">
                                          <p:cBhvr additive="base">
                                            <p:cTn id="38" dur="500" fill="hold"/>
                                            <p:tgtEl>
                                              <p:spTgt spid="95"/>
                                            </p:tgtEl>
                                            <p:attrNameLst>
                                              <p:attrName>ppt_x</p:attrName>
                                            </p:attrNameLst>
                                          </p:cBhvr>
                                          <p:tavLst>
                                            <p:tav tm="0">
                                              <p:val>
                                                <p:strVal val="#ppt_x"/>
                                              </p:val>
                                            </p:tav>
                                            <p:tav tm="100000">
                                              <p:val>
                                                <p:strVal val="#ppt_x"/>
                                              </p:val>
                                            </p:tav>
                                          </p:tavLst>
                                        </p:anim>
                                        <p:anim calcmode="lin" valueType="num" p14:bounceEnd="40000">
                                          <p:cBhvr additive="base">
                                            <p:cTn id="39" dur="500" fill="hold"/>
                                            <p:tgtEl>
                                              <p:spTgt spid="95"/>
                                            </p:tgtEl>
                                            <p:attrNameLst>
                                              <p:attrName>ppt_y</p:attrName>
                                            </p:attrNameLst>
                                          </p:cBhvr>
                                          <p:tavLst>
                                            <p:tav tm="0">
                                              <p:val>
                                                <p:strVal val="1+#ppt_h/2"/>
                                              </p:val>
                                            </p:tav>
                                            <p:tav tm="100000">
                                              <p:val>
                                                <p:strVal val="#ppt_y"/>
                                              </p:val>
                                            </p:tav>
                                          </p:tavLst>
                                        </p:anim>
                                      </p:childTnLst>
                                    </p:cTn>
                                  </p:par>
                                </p:childTnLst>
                              </p:cTn>
                            </p:par>
                            <p:par>
                              <p:cTn id="40" fill="hold">
                                <p:stCondLst>
                                  <p:cond delay="3300"/>
                                </p:stCondLst>
                                <p:childTnLst>
                                  <p:par>
                                    <p:cTn id="41" presetID="53" presetClass="entr" presetSubtype="16" fill="hold" grpId="0" nodeType="afterEffect">
                                      <p:stCondLst>
                                        <p:cond delay="0"/>
                                      </p:stCondLst>
                                      <p:iterate type="lt">
                                        <p:tmPct val="10000"/>
                                      </p:iterate>
                                      <p:childTnLst>
                                        <p:set>
                                          <p:cBhvr>
                                            <p:cTn id="42" dur="1" fill="hold">
                                              <p:stCondLst>
                                                <p:cond delay="0"/>
                                              </p:stCondLst>
                                            </p:cTn>
                                            <p:tgtEl>
                                              <p:spTgt spid="94"/>
                                            </p:tgtEl>
                                            <p:attrNameLst>
                                              <p:attrName>style.visibility</p:attrName>
                                            </p:attrNameLst>
                                          </p:cBhvr>
                                          <p:to>
                                            <p:strVal val="visible"/>
                                          </p:to>
                                        </p:set>
                                        <p:anim calcmode="lin" valueType="num">
                                          <p:cBhvr>
                                            <p:cTn id="43" dur="500" fill="hold"/>
                                            <p:tgtEl>
                                              <p:spTgt spid="94"/>
                                            </p:tgtEl>
                                            <p:attrNameLst>
                                              <p:attrName>ppt_w</p:attrName>
                                            </p:attrNameLst>
                                          </p:cBhvr>
                                          <p:tavLst>
                                            <p:tav tm="0">
                                              <p:val>
                                                <p:fltVal val="0"/>
                                              </p:val>
                                            </p:tav>
                                            <p:tav tm="100000">
                                              <p:val>
                                                <p:strVal val="#ppt_w"/>
                                              </p:val>
                                            </p:tav>
                                          </p:tavLst>
                                        </p:anim>
                                        <p:anim calcmode="lin" valueType="num">
                                          <p:cBhvr>
                                            <p:cTn id="44" dur="500" fill="hold"/>
                                            <p:tgtEl>
                                              <p:spTgt spid="94"/>
                                            </p:tgtEl>
                                            <p:attrNameLst>
                                              <p:attrName>ppt_h</p:attrName>
                                            </p:attrNameLst>
                                          </p:cBhvr>
                                          <p:tavLst>
                                            <p:tav tm="0">
                                              <p:val>
                                                <p:fltVal val="0"/>
                                              </p:val>
                                            </p:tav>
                                            <p:tav tm="100000">
                                              <p:val>
                                                <p:strVal val="#ppt_h"/>
                                              </p:val>
                                            </p:tav>
                                          </p:tavLst>
                                        </p:anim>
                                        <p:animEffect transition="in" filter="fade">
                                          <p:cBhvr>
                                            <p:cTn id="45" dur="500"/>
                                            <p:tgtEl>
                                              <p:spTgt spid="94"/>
                                            </p:tgtEl>
                                          </p:cBhvr>
                                        </p:animEffect>
                                      </p:childTnLst>
                                    </p:cTn>
                                  </p:par>
                                </p:childTnLst>
                              </p:cTn>
                            </p:par>
                            <p:par>
                              <p:cTn id="46" fill="hold">
                                <p:stCondLst>
                                  <p:cond delay="3900"/>
                                </p:stCondLst>
                                <p:childTnLst>
                                  <p:par>
                                    <p:cTn id="47" presetID="16" presetClass="entr" presetSubtype="37" fill="hold" nodeType="afterEffect">
                                      <p:stCondLst>
                                        <p:cond delay="0"/>
                                      </p:stCondLst>
                                      <p:childTnLst>
                                        <p:set>
                                          <p:cBhvr>
                                            <p:cTn id="48" dur="1" fill="hold">
                                              <p:stCondLst>
                                                <p:cond delay="0"/>
                                              </p:stCondLst>
                                            </p:cTn>
                                            <p:tgtEl>
                                              <p:spTgt spid="74"/>
                                            </p:tgtEl>
                                            <p:attrNameLst>
                                              <p:attrName>style.visibility</p:attrName>
                                            </p:attrNameLst>
                                          </p:cBhvr>
                                          <p:to>
                                            <p:strVal val="visible"/>
                                          </p:to>
                                        </p:set>
                                        <p:animEffect transition="in" filter="barn(outVertical)">
                                          <p:cBhvr>
                                            <p:cTn id="49" dur="500"/>
                                            <p:tgtEl>
                                              <p:spTgt spid="74"/>
                                            </p:tgtEl>
                                          </p:cBhvr>
                                        </p:animEffect>
                                      </p:childTnLst>
                                    </p:cTn>
                                  </p:par>
                                  <p:par>
                                    <p:cTn id="50" presetID="16" presetClass="entr" presetSubtype="37" fill="hold" nodeType="withEffect">
                                      <p:stCondLst>
                                        <p:cond delay="0"/>
                                      </p:stCondLst>
                                      <p:childTnLst>
                                        <p:set>
                                          <p:cBhvr>
                                            <p:cTn id="51" dur="1" fill="hold">
                                              <p:stCondLst>
                                                <p:cond delay="0"/>
                                              </p:stCondLst>
                                            </p:cTn>
                                            <p:tgtEl>
                                              <p:spTgt spid="85"/>
                                            </p:tgtEl>
                                            <p:attrNameLst>
                                              <p:attrName>style.visibility</p:attrName>
                                            </p:attrNameLst>
                                          </p:cBhvr>
                                          <p:to>
                                            <p:strVal val="visible"/>
                                          </p:to>
                                        </p:set>
                                        <p:animEffect transition="in" filter="barn(outVertical)">
                                          <p:cBhvr>
                                            <p:cTn id="52" dur="500"/>
                                            <p:tgtEl>
                                              <p:spTgt spid="85"/>
                                            </p:tgtEl>
                                          </p:cBhvr>
                                        </p:animEffect>
                                      </p:childTnLst>
                                    </p:cTn>
                                  </p:par>
                                  <p:par>
                                    <p:cTn id="53" presetID="16" presetClass="entr" presetSubtype="37" fill="hold" nodeType="withEffect">
                                      <p:stCondLst>
                                        <p:cond delay="0"/>
                                      </p:stCondLst>
                                      <p:childTnLst>
                                        <p:set>
                                          <p:cBhvr>
                                            <p:cTn id="54" dur="1" fill="hold">
                                              <p:stCondLst>
                                                <p:cond delay="0"/>
                                              </p:stCondLst>
                                            </p:cTn>
                                            <p:tgtEl>
                                              <p:spTgt spid="96"/>
                                            </p:tgtEl>
                                            <p:attrNameLst>
                                              <p:attrName>style.visibility</p:attrName>
                                            </p:attrNameLst>
                                          </p:cBhvr>
                                          <p:to>
                                            <p:strVal val="visible"/>
                                          </p:to>
                                        </p:set>
                                        <p:animEffect transition="in" filter="barn(outVertical)">
                                          <p:cBhvr>
                                            <p:cTn id="55" dur="5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p:bldP spid="73" grpId="0" animBg="1"/>
          <p:bldP spid="83" grpId="0"/>
          <p:bldP spid="84" grpId="0" animBg="1"/>
          <p:bldP spid="94" grpId="0"/>
          <p:bldP spid="95"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wheel(1)">
                                          <p:cBhvr>
                                            <p:cTn id="7" dur="500"/>
                                            <p:tgtEl>
                                              <p:spTgt spid="67"/>
                                            </p:tgtEl>
                                          </p:cBhvr>
                                        </p:animEffect>
                                      </p:childTnLst>
                                    </p:cTn>
                                  </p:par>
                                  <p:par>
                                    <p:cTn id="8" presetID="2" presetClass="entr" presetSubtype="4" accel="60000" fill="hold" grpId="0" nodeType="withEffect">
                                      <p:stCondLst>
                                        <p:cond delay="200"/>
                                      </p:stCondLst>
                                      <p:childTnLst>
                                        <p:set>
                                          <p:cBhvr>
                                            <p:cTn id="9" dur="1" fill="hold">
                                              <p:stCondLst>
                                                <p:cond delay="0"/>
                                              </p:stCondLst>
                                            </p:cTn>
                                            <p:tgtEl>
                                              <p:spTgt spid="73"/>
                                            </p:tgtEl>
                                            <p:attrNameLst>
                                              <p:attrName>style.visibility</p:attrName>
                                            </p:attrNameLst>
                                          </p:cBhvr>
                                          <p:to>
                                            <p:strVal val="visible"/>
                                          </p:to>
                                        </p:set>
                                        <p:anim calcmode="lin" valueType="num">
                                          <p:cBhvr additive="base">
                                            <p:cTn id="10" dur="500" fill="hold"/>
                                            <p:tgtEl>
                                              <p:spTgt spid="73"/>
                                            </p:tgtEl>
                                            <p:attrNameLst>
                                              <p:attrName>ppt_x</p:attrName>
                                            </p:attrNameLst>
                                          </p:cBhvr>
                                          <p:tavLst>
                                            <p:tav tm="0">
                                              <p:val>
                                                <p:strVal val="#ppt_x"/>
                                              </p:val>
                                            </p:tav>
                                            <p:tav tm="100000">
                                              <p:val>
                                                <p:strVal val="#ppt_x"/>
                                              </p:val>
                                            </p:tav>
                                          </p:tavLst>
                                        </p:anim>
                                        <p:anim calcmode="lin" valueType="num">
                                          <p:cBhvr additive="base">
                                            <p:cTn id="11" dur="500" fill="hold"/>
                                            <p:tgtEl>
                                              <p:spTgt spid="73"/>
                                            </p:tgtEl>
                                            <p:attrNameLst>
                                              <p:attrName>ppt_y</p:attrName>
                                            </p:attrNameLst>
                                          </p:cBhvr>
                                          <p:tavLst>
                                            <p:tav tm="0">
                                              <p:val>
                                                <p:strVal val="1+#ppt_h/2"/>
                                              </p:val>
                                            </p:tav>
                                            <p:tav tm="100000">
                                              <p:val>
                                                <p:strVal val="#ppt_y"/>
                                              </p:val>
                                            </p:tav>
                                          </p:tavLst>
                                        </p:anim>
                                      </p:childTnLst>
                                    </p:cTn>
                                  </p:par>
                                </p:childTnLst>
                              </p:cTn>
                            </p:par>
                            <p:par>
                              <p:cTn id="12" fill="hold">
                                <p:stCondLst>
                                  <p:cond delay="700"/>
                                </p:stCondLst>
                                <p:childTnLst>
                                  <p:par>
                                    <p:cTn id="13" presetID="53" presetClass="entr" presetSubtype="16" fill="hold" grpId="0" nodeType="afterEffect">
                                      <p:stCondLst>
                                        <p:cond delay="0"/>
                                      </p:stCondLst>
                                      <p:iterate type="lt">
                                        <p:tmPct val="10000"/>
                                      </p:iterate>
                                      <p:childTnLst>
                                        <p:set>
                                          <p:cBhvr>
                                            <p:cTn id="14" dur="1" fill="hold">
                                              <p:stCondLst>
                                                <p:cond delay="0"/>
                                              </p:stCondLst>
                                            </p:cTn>
                                            <p:tgtEl>
                                              <p:spTgt spid="72"/>
                                            </p:tgtEl>
                                            <p:attrNameLst>
                                              <p:attrName>style.visibility</p:attrName>
                                            </p:attrNameLst>
                                          </p:cBhvr>
                                          <p:to>
                                            <p:strVal val="visible"/>
                                          </p:to>
                                        </p:set>
                                        <p:anim calcmode="lin" valueType="num">
                                          <p:cBhvr>
                                            <p:cTn id="15" dur="500" fill="hold"/>
                                            <p:tgtEl>
                                              <p:spTgt spid="72"/>
                                            </p:tgtEl>
                                            <p:attrNameLst>
                                              <p:attrName>ppt_w</p:attrName>
                                            </p:attrNameLst>
                                          </p:cBhvr>
                                          <p:tavLst>
                                            <p:tav tm="0">
                                              <p:val>
                                                <p:fltVal val="0"/>
                                              </p:val>
                                            </p:tav>
                                            <p:tav tm="100000">
                                              <p:val>
                                                <p:strVal val="#ppt_w"/>
                                              </p:val>
                                            </p:tav>
                                          </p:tavLst>
                                        </p:anim>
                                        <p:anim calcmode="lin" valueType="num">
                                          <p:cBhvr>
                                            <p:cTn id="16" dur="500" fill="hold"/>
                                            <p:tgtEl>
                                              <p:spTgt spid="72"/>
                                            </p:tgtEl>
                                            <p:attrNameLst>
                                              <p:attrName>ppt_h</p:attrName>
                                            </p:attrNameLst>
                                          </p:cBhvr>
                                          <p:tavLst>
                                            <p:tav tm="0">
                                              <p:val>
                                                <p:fltVal val="0"/>
                                              </p:val>
                                            </p:tav>
                                            <p:tav tm="100000">
                                              <p:val>
                                                <p:strVal val="#ppt_h"/>
                                              </p:val>
                                            </p:tav>
                                          </p:tavLst>
                                        </p:anim>
                                        <p:animEffect transition="in" filter="fade">
                                          <p:cBhvr>
                                            <p:cTn id="17" dur="500"/>
                                            <p:tgtEl>
                                              <p:spTgt spid="72"/>
                                            </p:tgtEl>
                                          </p:cBhvr>
                                        </p:animEffect>
                                      </p:childTnLst>
                                    </p:cTn>
                                  </p:par>
                                </p:childTnLst>
                              </p:cTn>
                            </p:par>
                            <p:par>
                              <p:cTn id="18" fill="hold">
                                <p:stCondLst>
                                  <p:cond delay="1300"/>
                                </p:stCondLst>
                                <p:childTnLst>
                                  <p:par>
                                    <p:cTn id="19" presetID="21" presetClass="entr" presetSubtype="1" fill="hold" nodeType="afterEffect">
                                      <p:stCondLst>
                                        <p:cond delay="0"/>
                                      </p:stCondLst>
                                      <p:childTnLst>
                                        <p:set>
                                          <p:cBhvr>
                                            <p:cTn id="20" dur="1" fill="hold">
                                              <p:stCondLst>
                                                <p:cond delay="0"/>
                                              </p:stCondLst>
                                            </p:cTn>
                                            <p:tgtEl>
                                              <p:spTgt spid="78"/>
                                            </p:tgtEl>
                                            <p:attrNameLst>
                                              <p:attrName>style.visibility</p:attrName>
                                            </p:attrNameLst>
                                          </p:cBhvr>
                                          <p:to>
                                            <p:strVal val="visible"/>
                                          </p:to>
                                        </p:set>
                                        <p:animEffect transition="in" filter="wheel(1)">
                                          <p:cBhvr>
                                            <p:cTn id="21" dur="500"/>
                                            <p:tgtEl>
                                              <p:spTgt spid="78"/>
                                            </p:tgtEl>
                                          </p:cBhvr>
                                        </p:animEffect>
                                      </p:childTnLst>
                                    </p:cTn>
                                  </p:par>
                                  <p:par>
                                    <p:cTn id="22" presetID="2" presetClass="entr" presetSubtype="4" accel="60000" fill="hold" grpId="0" nodeType="withEffect">
                                      <p:stCondLst>
                                        <p:cond delay="200"/>
                                      </p:stCondLst>
                                      <p:childTnLst>
                                        <p:set>
                                          <p:cBhvr>
                                            <p:cTn id="23" dur="1" fill="hold">
                                              <p:stCondLst>
                                                <p:cond delay="0"/>
                                              </p:stCondLst>
                                            </p:cTn>
                                            <p:tgtEl>
                                              <p:spTgt spid="84"/>
                                            </p:tgtEl>
                                            <p:attrNameLst>
                                              <p:attrName>style.visibility</p:attrName>
                                            </p:attrNameLst>
                                          </p:cBhvr>
                                          <p:to>
                                            <p:strVal val="visible"/>
                                          </p:to>
                                        </p:set>
                                        <p:anim calcmode="lin" valueType="num">
                                          <p:cBhvr additive="base">
                                            <p:cTn id="24" dur="500" fill="hold"/>
                                            <p:tgtEl>
                                              <p:spTgt spid="84"/>
                                            </p:tgtEl>
                                            <p:attrNameLst>
                                              <p:attrName>ppt_x</p:attrName>
                                            </p:attrNameLst>
                                          </p:cBhvr>
                                          <p:tavLst>
                                            <p:tav tm="0">
                                              <p:val>
                                                <p:strVal val="#ppt_x"/>
                                              </p:val>
                                            </p:tav>
                                            <p:tav tm="100000">
                                              <p:val>
                                                <p:strVal val="#ppt_x"/>
                                              </p:val>
                                            </p:tav>
                                          </p:tavLst>
                                        </p:anim>
                                        <p:anim calcmode="lin" valueType="num">
                                          <p:cBhvr additive="base">
                                            <p:cTn id="25" dur="500" fill="hold"/>
                                            <p:tgtEl>
                                              <p:spTgt spid="84"/>
                                            </p:tgtEl>
                                            <p:attrNameLst>
                                              <p:attrName>ppt_y</p:attrName>
                                            </p:attrNameLst>
                                          </p:cBhvr>
                                          <p:tavLst>
                                            <p:tav tm="0">
                                              <p:val>
                                                <p:strVal val="1+#ppt_h/2"/>
                                              </p:val>
                                            </p:tav>
                                            <p:tav tm="100000">
                                              <p:val>
                                                <p:strVal val="#ppt_y"/>
                                              </p:val>
                                            </p:tav>
                                          </p:tavLst>
                                        </p:anim>
                                      </p:childTnLst>
                                    </p:cTn>
                                  </p:par>
                                </p:childTnLst>
                              </p:cTn>
                            </p:par>
                            <p:par>
                              <p:cTn id="26" fill="hold">
                                <p:stCondLst>
                                  <p:cond delay="2000"/>
                                </p:stCondLst>
                                <p:childTnLst>
                                  <p:par>
                                    <p:cTn id="27" presetID="53" presetClass="entr" presetSubtype="16" fill="hold" grpId="0" nodeType="afterEffect">
                                      <p:stCondLst>
                                        <p:cond delay="0"/>
                                      </p:stCondLst>
                                      <p:iterate type="lt">
                                        <p:tmPct val="10000"/>
                                      </p:iterate>
                                      <p:childTnLst>
                                        <p:set>
                                          <p:cBhvr>
                                            <p:cTn id="28" dur="1" fill="hold">
                                              <p:stCondLst>
                                                <p:cond delay="0"/>
                                              </p:stCondLst>
                                            </p:cTn>
                                            <p:tgtEl>
                                              <p:spTgt spid="83"/>
                                            </p:tgtEl>
                                            <p:attrNameLst>
                                              <p:attrName>style.visibility</p:attrName>
                                            </p:attrNameLst>
                                          </p:cBhvr>
                                          <p:to>
                                            <p:strVal val="visible"/>
                                          </p:to>
                                        </p:set>
                                        <p:anim calcmode="lin" valueType="num">
                                          <p:cBhvr>
                                            <p:cTn id="29" dur="500" fill="hold"/>
                                            <p:tgtEl>
                                              <p:spTgt spid="83"/>
                                            </p:tgtEl>
                                            <p:attrNameLst>
                                              <p:attrName>ppt_w</p:attrName>
                                            </p:attrNameLst>
                                          </p:cBhvr>
                                          <p:tavLst>
                                            <p:tav tm="0">
                                              <p:val>
                                                <p:fltVal val="0"/>
                                              </p:val>
                                            </p:tav>
                                            <p:tav tm="100000">
                                              <p:val>
                                                <p:strVal val="#ppt_w"/>
                                              </p:val>
                                            </p:tav>
                                          </p:tavLst>
                                        </p:anim>
                                        <p:anim calcmode="lin" valueType="num">
                                          <p:cBhvr>
                                            <p:cTn id="30" dur="500" fill="hold"/>
                                            <p:tgtEl>
                                              <p:spTgt spid="83"/>
                                            </p:tgtEl>
                                            <p:attrNameLst>
                                              <p:attrName>ppt_h</p:attrName>
                                            </p:attrNameLst>
                                          </p:cBhvr>
                                          <p:tavLst>
                                            <p:tav tm="0">
                                              <p:val>
                                                <p:fltVal val="0"/>
                                              </p:val>
                                            </p:tav>
                                            <p:tav tm="100000">
                                              <p:val>
                                                <p:strVal val="#ppt_h"/>
                                              </p:val>
                                            </p:tav>
                                          </p:tavLst>
                                        </p:anim>
                                        <p:animEffect transition="in" filter="fade">
                                          <p:cBhvr>
                                            <p:cTn id="31" dur="500"/>
                                            <p:tgtEl>
                                              <p:spTgt spid="83"/>
                                            </p:tgtEl>
                                          </p:cBhvr>
                                        </p:animEffect>
                                      </p:childTnLst>
                                    </p:cTn>
                                  </p:par>
                                </p:childTnLst>
                              </p:cTn>
                            </p:par>
                            <p:par>
                              <p:cTn id="32" fill="hold">
                                <p:stCondLst>
                                  <p:cond delay="2600"/>
                                </p:stCondLst>
                                <p:childTnLst>
                                  <p:par>
                                    <p:cTn id="33" presetID="21" presetClass="entr" presetSubtype="1" fill="hold" nodeType="afterEffect">
                                      <p:stCondLst>
                                        <p:cond delay="0"/>
                                      </p:stCondLst>
                                      <p:childTnLst>
                                        <p:set>
                                          <p:cBhvr>
                                            <p:cTn id="34" dur="1" fill="hold">
                                              <p:stCondLst>
                                                <p:cond delay="0"/>
                                              </p:stCondLst>
                                            </p:cTn>
                                            <p:tgtEl>
                                              <p:spTgt spid="89"/>
                                            </p:tgtEl>
                                            <p:attrNameLst>
                                              <p:attrName>style.visibility</p:attrName>
                                            </p:attrNameLst>
                                          </p:cBhvr>
                                          <p:to>
                                            <p:strVal val="visible"/>
                                          </p:to>
                                        </p:set>
                                        <p:animEffect transition="in" filter="wheel(1)">
                                          <p:cBhvr>
                                            <p:cTn id="35" dur="500"/>
                                            <p:tgtEl>
                                              <p:spTgt spid="89"/>
                                            </p:tgtEl>
                                          </p:cBhvr>
                                        </p:animEffect>
                                      </p:childTnLst>
                                    </p:cTn>
                                  </p:par>
                                  <p:par>
                                    <p:cTn id="36" presetID="2" presetClass="entr" presetSubtype="4" accel="60000" fill="hold" grpId="0" nodeType="withEffect">
                                      <p:stCondLst>
                                        <p:cond delay="200"/>
                                      </p:stCondLst>
                                      <p:childTnLst>
                                        <p:set>
                                          <p:cBhvr>
                                            <p:cTn id="37" dur="1" fill="hold">
                                              <p:stCondLst>
                                                <p:cond delay="0"/>
                                              </p:stCondLst>
                                            </p:cTn>
                                            <p:tgtEl>
                                              <p:spTgt spid="95"/>
                                            </p:tgtEl>
                                            <p:attrNameLst>
                                              <p:attrName>style.visibility</p:attrName>
                                            </p:attrNameLst>
                                          </p:cBhvr>
                                          <p:to>
                                            <p:strVal val="visible"/>
                                          </p:to>
                                        </p:set>
                                        <p:anim calcmode="lin" valueType="num">
                                          <p:cBhvr additive="base">
                                            <p:cTn id="38" dur="500" fill="hold"/>
                                            <p:tgtEl>
                                              <p:spTgt spid="95"/>
                                            </p:tgtEl>
                                            <p:attrNameLst>
                                              <p:attrName>ppt_x</p:attrName>
                                            </p:attrNameLst>
                                          </p:cBhvr>
                                          <p:tavLst>
                                            <p:tav tm="0">
                                              <p:val>
                                                <p:strVal val="#ppt_x"/>
                                              </p:val>
                                            </p:tav>
                                            <p:tav tm="100000">
                                              <p:val>
                                                <p:strVal val="#ppt_x"/>
                                              </p:val>
                                            </p:tav>
                                          </p:tavLst>
                                        </p:anim>
                                        <p:anim calcmode="lin" valueType="num">
                                          <p:cBhvr additive="base">
                                            <p:cTn id="39" dur="500" fill="hold"/>
                                            <p:tgtEl>
                                              <p:spTgt spid="95"/>
                                            </p:tgtEl>
                                            <p:attrNameLst>
                                              <p:attrName>ppt_y</p:attrName>
                                            </p:attrNameLst>
                                          </p:cBhvr>
                                          <p:tavLst>
                                            <p:tav tm="0">
                                              <p:val>
                                                <p:strVal val="1+#ppt_h/2"/>
                                              </p:val>
                                            </p:tav>
                                            <p:tav tm="100000">
                                              <p:val>
                                                <p:strVal val="#ppt_y"/>
                                              </p:val>
                                            </p:tav>
                                          </p:tavLst>
                                        </p:anim>
                                      </p:childTnLst>
                                    </p:cTn>
                                  </p:par>
                                </p:childTnLst>
                              </p:cTn>
                            </p:par>
                            <p:par>
                              <p:cTn id="40" fill="hold">
                                <p:stCondLst>
                                  <p:cond delay="3300"/>
                                </p:stCondLst>
                                <p:childTnLst>
                                  <p:par>
                                    <p:cTn id="41" presetID="53" presetClass="entr" presetSubtype="16" fill="hold" grpId="0" nodeType="afterEffect">
                                      <p:stCondLst>
                                        <p:cond delay="0"/>
                                      </p:stCondLst>
                                      <p:iterate type="lt">
                                        <p:tmPct val="10000"/>
                                      </p:iterate>
                                      <p:childTnLst>
                                        <p:set>
                                          <p:cBhvr>
                                            <p:cTn id="42" dur="1" fill="hold">
                                              <p:stCondLst>
                                                <p:cond delay="0"/>
                                              </p:stCondLst>
                                            </p:cTn>
                                            <p:tgtEl>
                                              <p:spTgt spid="94"/>
                                            </p:tgtEl>
                                            <p:attrNameLst>
                                              <p:attrName>style.visibility</p:attrName>
                                            </p:attrNameLst>
                                          </p:cBhvr>
                                          <p:to>
                                            <p:strVal val="visible"/>
                                          </p:to>
                                        </p:set>
                                        <p:anim calcmode="lin" valueType="num">
                                          <p:cBhvr>
                                            <p:cTn id="43" dur="500" fill="hold"/>
                                            <p:tgtEl>
                                              <p:spTgt spid="94"/>
                                            </p:tgtEl>
                                            <p:attrNameLst>
                                              <p:attrName>ppt_w</p:attrName>
                                            </p:attrNameLst>
                                          </p:cBhvr>
                                          <p:tavLst>
                                            <p:tav tm="0">
                                              <p:val>
                                                <p:fltVal val="0"/>
                                              </p:val>
                                            </p:tav>
                                            <p:tav tm="100000">
                                              <p:val>
                                                <p:strVal val="#ppt_w"/>
                                              </p:val>
                                            </p:tav>
                                          </p:tavLst>
                                        </p:anim>
                                        <p:anim calcmode="lin" valueType="num">
                                          <p:cBhvr>
                                            <p:cTn id="44" dur="500" fill="hold"/>
                                            <p:tgtEl>
                                              <p:spTgt spid="94"/>
                                            </p:tgtEl>
                                            <p:attrNameLst>
                                              <p:attrName>ppt_h</p:attrName>
                                            </p:attrNameLst>
                                          </p:cBhvr>
                                          <p:tavLst>
                                            <p:tav tm="0">
                                              <p:val>
                                                <p:fltVal val="0"/>
                                              </p:val>
                                            </p:tav>
                                            <p:tav tm="100000">
                                              <p:val>
                                                <p:strVal val="#ppt_h"/>
                                              </p:val>
                                            </p:tav>
                                          </p:tavLst>
                                        </p:anim>
                                        <p:animEffect transition="in" filter="fade">
                                          <p:cBhvr>
                                            <p:cTn id="45" dur="500"/>
                                            <p:tgtEl>
                                              <p:spTgt spid="94"/>
                                            </p:tgtEl>
                                          </p:cBhvr>
                                        </p:animEffect>
                                      </p:childTnLst>
                                    </p:cTn>
                                  </p:par>
                                </p:childTnLst>
                              </p:cTn>
                            </p:par>
                            <p:par>
                              <p:cTn id="46" fill="hold">
                                <p:stCondLst>
                                  <p:cond delay="3900"/>
                                </p:stCondLst>
                                <p:childTnLst>
                                  <p:par>
                                    <p:cTn id="47" presetID="16" presetClass="entr" presetSubtype="37" fill="hold" nodeType="afterEffect">
                                      <p:stCondLst>
                                        <p:cond delay="0"/>
                                      </p:stCondLst>
                                      <p:childTnLst>
                                        <p:set>
                                          <p:cBhvr>
                                            <p:cTn id="48" dur="1" fill="hold">
                                              <p:stCondLst>
                                                <p:cond delay="0"/>
                                              </p:stCondLst>
                                            </p:cTn>
                                            <p:tgtEl>
                                              <p:spTgt spid="74"/>
                                            </p:tgtEl>
                                            <p:attrNameLst>
                                              <p:attrName>style.visibility</p:attrName>
                                            </p:attrNameLst>
                                          </p:cBhvr>
                                          <p:to>
                                            <p:strVal val="visible"/>
                                          </p:to>
                                        </p:set>
                                        <p:animEffect transition="in" filter="barn(outVertical)">
                                          <p:cBhvr>
                                            <p:cTn id="49" dur="500"/>
                                            <p:tgtEl>
                                              <p:spTgt spid="74"/>
                                            </p:tgtEl>
                                          </p:cBhvr>
                                        </p:animEffect>
                                      </p:childTnLst>
                                    </p:cTn>
                                  </p:par>
                                  <p:par>
                                    <p:cTn id="50" presetID="16" presetClass="entr" presetSubtype="37" fill="hold" nodeType="withEffect">
                                      <p:stCondLst>
                                        <p:cond delay="0"/>
                                      </p:stCondLst>
                                      <p:childTnLst>
                                        <p:set>
                                          <p:cBhvr>
                                            <p:cTn id="51" dur="1" fill="hold">
                                              <p:stCondLst>
                                                <p:cond delay="0"/>
                                              </p:stCondLst>
                                            </p:cTn>
                                            <p:tgtEl>
                                              <p:spTgt spid="85"/>
                                            </p:tgtEl>
                                            <p:attrNameLst>
                                              <p:attrName>style.visibility</p:attrName>
                                            </p:attrNameLst>
                                          </p:cBhvr>
                                          <p:to>
                                            <p:strVal val="visible"/>
                                          </p:to>
                                        </p:set>
                                        <p:animEffect transition="in" filter="barn(outVertical)">
                                          <p:cBhvr>
                                            <p:cTn id="52" dur="500"/>
                                            <p:tgtEl>
                                              <p:spTgt spid="85"/>
                                            </p:tgtEl>
                                          </p:cBhvr>
                                        </p:animEffect>
                                      </p:childTnLst>
                                    </p:cTn>
                                  </p:par>
                                  <p:par>
                                    <p:cTn id="53" presetID="16" presetClass="entr" presetSubtype="37" fill="hold" nodeType="withEffect">
                                      <p:stCondLst>
                                        <p:cond delay="0"/>
                                      </p:stCondLst>
                                      <p:childTnLst>
                                        <p:set>
                                          <p:cBhvr>
                                            <p:cTn id="54" dur="1" fill="hold">
                                              <p:stCondLst>
                                                <p:cond delay="0"/>
                                              </p:stCondLst>
                                            </p:cTn>
                                            <p:tgtEl>
                                              <p:spTgt spid="96"/>
                                            </p:tgtEl>
                                            <p:attrNameLst>
                                              <p:attrName>style.visibility</p:attrName>
                                            </p:attrNameLst>
                                          </p:cBhvr>
                                          <p:to>
                                            <p:strVal val="visible"/>
                                          </p:to>
                                        </p:set>
                                        <p:animEffect transition="in" filter="barn(outVertical)">
                                          <p:cBhvr>
                                            <p:cTn id="55" dur="5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p:bldP spid="73" grpId="0" animBg="1"/>
          <p:bldP spid="83" grpId="0"/>
          <p:bldP spid="84" grpId="0" animBg="1"/>
          <p:bldP spid="94" grpId="0"/>
          <p:bldP spid="95" grpId="0" animBg="1"/>
        </p:bldLst>
      </p:timing>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原创设计师QQ598969553          _1"/>
          <p:cNvSpPr/>
          <p:nvPr/>
        </p:nvSpPr>
        <p:spPr>
          <a:xfrm>
            <a:off x="3984952" y="1901409"/>
            <a:ext cx="5159048" cy="132371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原创设计师QQ598969553          _2"/>
          <p:cNvGrpSpPr/>
          <p:nvPr/>
        </p:nvGrpSpPr>
        <p:grpSpPr>
          <a:xfrm>
            <a:off x="2926908" y="1901409"/>
            <a:ext cx="1497888" cy="1327566"/>
            <a:chOff x="2926908" y="1901409"/>
            <a:chExt cx="1497888" cy="1327566"/>
          </a:xfrm>
        </p:grpSpPr>
        <p:grpSp>
          <p:nvGrpSpPr>
            <p:cNvPr id="5" name="组合 4"/>
            <p:cNvGrpSpPr/>
            <p:nvPr/>
          </p:nvGrpSpPr>
          <p:grpSpPr>
            <a:xfrm rot="5400000">
              <a:off x="3012069" y="1816248"/>
              <a:ext cx="1327566" cy="1497888"/>
              <a:chOff x="4468733" y="2771468"/>
              <a:chExt cx="1487127" cy="1677919"/>
            </a:xfrm>
          </p:grpSpPr>
          <p:sp>
            <p:nvSpPr>
              <p:cNvPr id="7" name="Freeform 5"/>
              <p:cNvSpPr>
                <a:spLocks/>
              </p:cNvSpPr>
              <p:nvPr/>
            </p:nvSpPr>
            <p:spPr bwMode="auto">
              <a:xfrm rot="5400000">
                <a:off x="4373337" y="2866864"/>
                <a:ext cx="1677919" cy="148712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0">
                    <a:schemeClr val="bg1"/>
                  </a:gs>
                  <a:gs pos="100000">
                    <a:srgbClr val="DCDCDC"/>
                  </a:gs>
                </a:gsLst>
                <a:lin ang="2700000" scaled="0"/>
              </a:gradFill>
              <a:ln w="19050">
                <a:gradFill>
                  <a:gsLst>
                    <a:gs pos="0">
                      <a:srgbClr val="ADADAD"/>
                    </a:gs>
                    <a:gs pos="66000">
                      <a:schemeClr val="bg1"/>
                    </a:gs>
                  </a:gsLst>
                  <a:lin ang="2700000" scaled="0"/>
                </a:gradFill>
              </a:ln>
              <a:effectLst>
                <a:outerShdw blurRad="1143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a:p>
            </p:txBody>
          </p:sp>
          <p:sp>
            <p:nvSpPr>
              <p:cNvPr id="8" name="Freeform 5"/>
              <p:cNvSpPr>
                <a:spLocks/>
              </p:cNvSpPr>
              <p:nvPr/>
            </p:nvSpPr>
            <p:spPr bwMode="auto">
              <a:xfrm rot="5400000">
                <a:off x="4600910" y="3068560"/>
                <a:ext cx="1222771" cy="108373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1"/>
              </a:solidFill>
              <a:ln w="15875">
                <a:noFill/>
              </a:ln>
              <a:effectLst>
                <a:innerShdw blurRad="63500" dist="25400" dir="2700000">
                  <a:prstClr val="black">
                    <a:alpha val="50000"/>
                  </a:prstClr>
                </a:innerShdw>
              </a:effectLst>
            </p:spPr>
            <p:txBody>
              <a:bodyPr vert="horz" wrap="square" lIns="91440" tIns="45720" rIns="91440" bIns="45720" numCol="1" anchor="t" anchorCtr="0" compatLnSpc="1">
                <a:prstTxWarp prst="textNoShape">
                  <a:avLst/>
                </a:prstTxWarp>
              </a:bodyPr>
              <a:lstStyle/>
              <a:p>
                <a:endParaRPr lang="zh-CN" altLang="en-US" dirty="0"/>
              </a:p>
            </p:txBody>
          </p:sp>
        </p:grpSp>
        <p:sp>
          <p:nvSpPr>
            <p:cNvPr id="6" name="TextBox 6"/>
            <p:cNvSpPr txBox="1"/>
            <p:nvPr/>
          </p:nvSpPr>
          <p:spPr>
            <a:xfrm>
              <a:off x="3366751" y="2272804"/>
              <a:ext cx="618201" cy="584775"/>
            </a:xfrm>
            <a:prstGeom prst="rect">
              <a:avLst/>
            </a:prstGeom>
            <a:noFill/>
          </p:spPr>
          <p:txBody>
            <a:bodyPr wrap="square" rtlCol="0">
              <a:spAutoFit/>
            </a:bodyPr>
            <a:lstStyle/>
            <a:p>
              <a:pPr algn="ctr"/>
              <a:r>
                <a:rPr lang="en-US" altLang="zh-CN" sz="3200" dirty="0">
                  <a:solidFill>
                    <a:schemeClr val="bg1"/>
                  </a:solidFill>
                  <a:latin typeface="Impact" panose="020B0806030902050204" pitchFamily="34" charset="0"/>
                  <a:ea typeface="微软雅黑" panose="020B0503020204020204" pitchFamily="34" charset="-122"/>
                </a:rPr>
                <a:t>05</a:t>
              </a:r>
              <a:endParaRPr lang="zh-CN" altLang="en-US" sz="3200" dirty="0">
                <a:solidFill>
                  <a:schemeClr val="bg1"/>
                </a:solidFill>
                <a:latin typeface="Impact" panose="020B0806030902050204" pitchFamily="34" charset="0"/>
                <a:ea typeface="微软雅黑" panose="020B0503020204020204" pitchFamily="34" charset="-122"/>
              </a:endParaRPr>
            </a:p>
          </p:txBody>
        </p:sp>
      </p:grpSp>
      <p:sp>
        <p:nvSpPr>
          <p:cNvPr id="9" name="原创设计师QQ598969553          _3"/>
          <p:cNvSpPr/>
          <p:nvPr/>
        </p:nvSpPr>
        <p:spPr>
          <a:xfrm>
            <a:off x="5560626" y="2245339"/>
            <a:ext cx="1338828" cy="369332"/>
          </a:xfrm>
          <a:prstGeom prst="rect">
            <a:avLst/>
          </a:prstGeom>
        </p:spPr>
        <p:txBody>
          <a:bodyPr wrap="none">
            <a:spAutoFit/>
          </a:bodyPr>
          <a:lstStyle/>
          <a:p>
            <a:pPr algn="ctr"/>
            <a:r>
              <a:rPr lang="zh-CN" altLang="en-US" b="1" dirty="0">
                <a:solidFill>
                  <a:schemeClr val="bg1"/>
                </a:solidFill>
                <a:latin typeface="华文细黑" panose="02010600040101010101" pitchFamily="2" charset="-122"/>
                <a:ea typeface="华文细黑" panose="02010600040101010101" pitchFamily="2" charset="-122"/>
              </a:rPr>
              <a:t>财务与融资</a:t>
            </a:r>
          </a:p>
        </p:txBody>
      </p:sp>
      <p:sp>
        <p:nvSpPr>
          <p:cNvPr id="10" name="原创设计师QQ598969553          _4"/>
          <p:cNvSpPr/>
          <p:nvPr/>
        </p:nvSpPr>
        <p:spPr>
          <a:xfrm>
            <a:off x="5667478" y="2682905"/>
            <a:ext cx="1165704" cy="276999"/>
          </a:xfrm>
          <a:prstGeom prst="rect">
            <a:avLst/>
          </a:prstGeom>
        </p:spPr>
        <p:txBody>
          <a:bodyPr wrap="none">
            <a:spAutoFit/>
          </a:bodyPr>
          <a:lstStyle/>
          <a:p>
            <a:pPr algn="ctr"/>
            <a:r>
              <a:rPr lang="en-US" altLang="zh-CN" sz="1200" b="1" dirty="0">
                <a:solidFill>
                  <a:schemeClr val="bg1"/>
                </a:solidFill>
                <a:latin typeface="华文细黑" panose="02010600040101010101" pitchFamily="2" charset="-122"/>
                <a:ea typeface="华文细黑" panose="02010600040101010101" pitchFamily="2" charset="-122"/>
              </a:rPr>
              <a:t>(</a:t>
            </a:r>
            <a:r>
              <a:rPr lang="zh-CN" altLang="en-US" sz="1200" b="1" dirty="0">
                <a:solidFill>
                  <a:schemeClr val="bg1"/>
                </a:solidFill>
                <a:latin typeface="华文细黑" panose="02010600040101010101" pitchFamily="2" charset="-122"/>
                <a:ea typeface="华文细黑" panose="02010600040101010101" pitchFamily="2" charset="-122"/>
              </a:rPr>
              <a:t>打算怎么做）</a:t>
            </a:r>
          </a:p>
        </p:txBody>
      </p:sp>
      <p:sp>
        <p:nvSpPr>
          <p:cNvPr id="11" name="原创设计师QQ598969553          _5"/>
          <p:cNvSpPr txBox="1"/>
          <p:nvPr/>
        </p:nvSpPr>
        <p:spPr>
          <a:xfrm>
            <a:off x="4756556" y="3486546"/>
            <a:ext cx="1249060" cy="307777"/>
          </a:xfrm>
          <a:prstGeom prst="rect">
            <a:avLst/>
          </a:prstGeom>
          <a:noFill/>
        </p:spPr>
        <p:txBody>
          <a:bodyPr wrap="none" rtlCol="0">
            <a:spAutoFit/>
          </a:bodyPr>
          <a:lstStyle/>
          <a:p>
            <a:pPr marL="342900" indent="-342900">
              <a:buFont typeface="Wingdings" panose="05000000000000000000" pitchFamily="2" charset="2"/>
              <a:buChar char="l"/>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总体思路</a:t>
            </a:r>
          </a:p>
        </p:txBody>
      </p:sp>
      <p:sp>
        <p:nvSpPr>
          <p:cNvPr id="12" name="原创设计师QQ598969553          _6"/>
          <p:cNvSpPr txBox="1"/>
          <p:nvPr/>
        </p:nvSpPr>
        <p:spPr>
          <a:xfrm>
            <a:off x="6580713" y="3486546"/>
            <a:ext cx="1608133" cy="307777"/>
          </a:xfrm>
          <a:prstGeom prst="rect">
            <a:avLst/>
          </a:prstGeom>
          <a:noFill/>
        </p:spPr>
        <p:txBody>
          <a:bodyPr wrap="none" rtlCol="0">
            <a:spAutoFit/>
          </a:bodyPr>
          <a:lstStyle/>
          <a:p>
            <a:pPr marL="342900" indent="-342900">
              <a:buFont typeface="Wingdings" panose="05000000000000000000" pitchFamily="2" charset="2"/>
              <a:buChar char="l"/>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计划实施阶段</a:t>
            </a:r>
          </a:p>
        </p:txBody>
      </p:sp>
      <p:sp>
        <p:nvSpPr>
          <p:cNvPr id="13" name="原创设计师QQ598969553          _7"/>
          <p:cNvSpPr txBox="1"/>
          <p:nvPr/>
        </p:nvSpPr>
        <p:spPr>
          <a:xfrm>
            <a:off x="4756556" y="3867100"/>
            <a:ext cx="1608133" cy="307777"/>
          </a:xfrm>
          <a:prstGeom prst="rect">
            <a:avLst/>
          </a:prstGeom>
          <a:noFill/>
        </p:spPr>
        <p:txBody>
          <a:bodyPr wrap="none" rtlCol="0">
            <a:spAutoFit/>
          </a:bodyPr>
          <a:lstStyle/>
          <a:p>
            <a:pPr marL="342900" indent="-342900">
              <a:buFont typeface="Wingdings" panose="05000000000000000000" pitchFamily="2" charset="2"/>
              <a:buChar char="l"/>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具体目标规划</a:t>
            </a:r>
          </a:p>
        </p:txBody>
      </p:sp>
      <p:sp>
        <p:nvSpPr>
          <p:cNvPr id="14" name="原创设计师QQ598969553          _8"/>
          <p:cNvSpPr txBox="1"/>
          <p:nvPr/>
        </p:nvSpPr>
        <p:spPr>
          <a:xfrm>
            <a:off x="6580714" y="3867100"/>
            <a:ext cx="1608133" cy="307777"/>
          </a:xfrm>
          <a:prstGeom prst="rect">
            <a:avLst/>
          </a:prstGeom>
          <a:noFill/>
        </p:spPr>
        <p:txBody>
          <a:bodyPr wrap="none" rtlCol="0">
            <a:spAutoFit/>
          </a:bodyPr>
          <a:lstStyle/>
          <a:p>
            <a:pPr marL="342900" indent="-342900">
              <a:buFont typeface="Wingdings" panose="05000000000000000000" pitchFamily="2" charset="2"/>
              <a:buChar char="l"/>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能力提升计划</a:t>
            </a:r>
          </a:p>
        </p:txBody>
      </p:sp>
      <p:pic>
        <p:nvPicPr>
          <p:cNvPr id="15" name="Picture 64"/>
          <p:cNvPicPr>
            <a:picLocks noGrp="1" noSelect="1" noRot="1" noChangeAspect="1" noMove="1" noResize="1" noChangeShapeType="1"/>
          </p:cNvPicPr>
          <p:nvPr/>
        </p:nvPicPr>
        <p:blipFill>
          <a:blip r:embed="rId3"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2411090411"/>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left)">
                                          <p:cBhvr>
                                            <p:cTn id="13" dur="500"/>
                                            <p:tgtEl>
                                              <p:spTgt spid="3"/>
                                            </p:tgtEl>
                                          </p:cBhvr>
                                        </p:animEffect>
                                      </p:childTnLst>
                                    </p:cTn>
                                  </p:par>
                                  <p:par>
                                    <p:cTn id="14" presetID="2" presetClass="entr" presetSubtype="4" fill="hold" grpId="0" nodeType="withEffect" p14:presetBounceEnd="60000">
                                      <p:stCondLst>
                                        <p:cond delay="1100"/>
                                      </p:stCondLst>
                                      <p:childTnLst>
                                        <p:set>
                                          <p:cBhvr>
                                            <p:cTn id="15" dur="1" fill="hold">
                                              <p:stCondLst>
                                                <p:cond delay="0"/>
                                              </p:stCondLst>
                                            </p:cTn>
                                            <p:tgtEl>
                                              <p:spTgt spid="11"/>
                                            </p:tgtEl>
                                            <p:attrNameLst>
                                              <p:attrName>style.visibility</p:attrName>
                                            </p:attrNameLst>
                                          </p:cBhvr>
                                          <p:to>
                                            <p:strVal val="visible"/>
                                          </p:to>
                                        </p:set>
                                        <p:anim calcmode="lin" valueType="num" p14:bounceEnd="60000">
                                          <p:cBhvr additive="base">
                                            <p:cTn id="16" dur="750" fill="hold"/>
                                            <p:tgtEl>
                                              <p:spTgt spid="11"/>
                                            </p:tgtEl>
                                            <p:attrNameLst>
                                              <p:attrName>ppt_x</p:attrName>
                                            </p:attrNameLst>
                                          </p:cBhvr>
                                          <p:tavLst>
                                            <p:tav tm="0">
                                              <p:val>
                                                <p:strVal val="#ppt_x"/>
                                              </p:val>
                                            </p:tav>
                                            <p:tav tm="100000">
                                              <p:val>
                                                <p:strVal val="#ppt_x"/>
                                              </p:val>
                                            </p:tav>
                                          </p:tavLst>
                                        </p:anim>
                                        <p:anim calcmode="lin" valueType="num" p14:bounceEnd="60000">
                                          <p:cBhvr additive="base">
                                            <p:cTn id="17" dur="750" fill="hold"/>
                                            <p:tgtEl>
                                              <p:spTgt spid="11"/>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14:presetBounceEnd="60000">
                                      <p:stCondLst>
                                        <p:cond delay="1300"/>
                                      </p:stCondLst>
                                      <p:childTnLst>
                                        <p:set>
                                          <p:cBhvr>
                                            <p:cTn id="19" dur="1" fill="hold">
                                              <p:stCondLst>
                                                <p:cond delay="0"/>
                                              </p:stCondLst>
                                            </p:cTn>
                                            <p:tgtEl>
                                              <p:spTgt spid="13"/>
                                            </p:tgtEl>
                                            <p:attrNameLst>
                                              <p:attrName>style.visibility</p:attrName>
                                            </p:attrNameLst>
                                          </p:cBhvr>
                                          <p:to>
                                            <p:strVal val="visible"/>
                                          </p:to>
                                        </p:set>
                                        <p:anim calcmode="lin" valueType="num" p14:bounceEnd="60000">
                                          <p:cBhvr additive="base">
                                            <p:cTn id="20" dur="750" fill="hold"/>
                                            <p:tgtEl>
                                              <p:spTgt spid="13"/>
                                            </p:tgtEl>
                                            <p:attrNameLst>
                                              <p:attrName>ppt_x</p:attrName>
                                            </p:attrNameLst>
                                          </p:cBhvr>
                                          <p:tavLst>
                                            <p:tav tm="0">
                                              <p:val>
                                                <p:strVal val="#ppt_x"/>
                                              </p:val>
                                            </p:tav>
                                            <p:tav tm="100000">
                                              <p:val>
                                                <p:strVal val="#ppt_x"/>
                                              </p:val>
                                            </p:tav>
                                          </p:tavLst>
                                        </p:anim>
                                        <p:anim calcmode="lin" valueType="num" p14:bounceEnd="60000">
                                          <p:cBhvr additive="base">
                                            <p:cTn id="21" dur="750" fill="hold"/>
                                            <p:tgtEl>
                                              <p:spTgt spid="13"/>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14:presetBounceEnd="60000">
                                      <p:stCondLst>
                                        <p:cond delay="1500"/>
                                      </p:stCondLst>
                                      <p:childTnLst>
                                        <p:set>
                                          <p:cBhvr>
                                            <p:cTn id="23" dur="1" fill="hold">
                                              <p:stCondLst>
                                                <p:cond delay="0"/>
                                              </p:stCondLst>
                                            </p:cTn>
                                            <p:tgtEl>
                                              <p:spTgt spid="12"/>
                                            </p:tgtEl>
                                            <p:attrNameLst>
                                              <p:attrName>style.visibility</p:attrName>
                                            </p:attrNameLst>
                                          </p:cBhvr>
                                          <p:to>
                                            <p:strVal val="visible"/>
                                          </p:to>
                                        </p:set>
                                        <p:anim calcmode="lin" valueType="num" p14:bounceEnd="60000">
                                          <p:cBhvr additive="base">
                                            <p:cTn id="24" dur="750" fill="hold"/>
                                            <p:tgtEl>
                                              <p:spTgt spid="12"/>
                                            </p:tgtEl>
                                            <p:attrNameLst>
                                              <p:attrName>ppt_x</p:attrName>
                                            </p:attrNameLst>
                                          </p:cBhvr>
                                          <p:tavLst>
                                            <p:tav tm="0">
                                              <p:val>
                                                <p:strVal val="#ppt_x"/>
                                              </p:val>
                                            </p:tav>
                                            <p:tav tm="100000">
                                              <p:val>
                                                <p:strVal val="#ppt_x"/>
                                              </p:val>
                                            </p:tav>
                                          </p:tavLst>
                                        </p:anim>
                                        <p:anim calcmode="lin" valueType="num" p14:bounceEnd="60000">
                                          <p:cBhvr additive="base">
                                            <p:cTn id="25" dur="750" fill="hold"/>
                                            <p:tgtEl>
                                              <p:spTgt spid="12"/>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14:presetBounceEnd="60000">
                                      <p:stCondLst>
                                        <p:cond delay="1700"/>
                                      </p:stCondLst>
                                      <p:childTnLst>
                                        <p:set>
                                          <p:cBhvr>
                                            <p:cTn id="27" dur="1" fill="hold">
                                              <p:stCondLst>
                                                <p:cond delay="0"/>
                                              </p:stCondLst>
                                            </p:cTn>
                                            <p:tgtEl>
                                              <p:spTgt spid="14"/>
                                            </p:tgtEl>
                                            <p:attrNameLst>
                                              <p:attrName>style.visibility</p:attrName>
                                            </p:attrNameLst>
                                          </p:cBhvr>
                                          <p:to>
                                            <p:strVal val="visible"/>
                                          </p:to>
                                        </p:set>
                                        <p:anim calcmode="lin" valueType="num" p14:bounceEnd="60000">
                                          <p:cBhvr additive="base">
                                            <p:cTn id="28" dur="750" fill="hold"/>
                                            <p:tgtEl>
                                              <p:spTgt spid="14"/>
                                            </p:tgtEl>
                                            <p:attrNameLst>
                                              <p:attrName>ppt_x</p:attrName>
                                            </p:attrNameLst>
                                          </p:cBhvr>
                                          <p:tavLst>
                                            <p:tav tm="0">
                                              <p:val>
                                                <p:strVal val="#ppt_x"/>
                                              </p:val>
                                            </p:tav>
                                            <p:tav tm="100000">
                                              <p:val>
                                                <p:strVal val="#ppt_x"/>
                                              </p:val>
                                            </p:tav>
                                          </p:tavLst>
                                        </p:anim>
                                        <p:anim calcmode="lin" valueType="num" p14:bounceEnd="60000">
                                          <p:cBhvr additive="base">
                                            <p:cTn id="29" dur="75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1" grpId="0"/>
          <p:bldP spid="12" grpId="0"/>
          <p:bldP spid="13" grpId="0"/>
          <p:bldP spid="14"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left)">
                                          <p:cBhvr>
                                            <p:cTn id="13" dur="500"/>
                                            <p:tgtEl>
                                              <p:spTgt spid="3"/>
                                            </p:tgtEl>
                                          </p:cBhvr>
                                        </p:animEffect>
                                      </p:childTnLst>
                                    </p:cTn>
                                  </p:par>
                                  <p:par>
                                    <p:cTn id="14" presetID="2" presetClass="entr" presetSubtype="4" fill="hold" grpId="0" nodeType="withEffect">
                                      <p:stCondLst>
                                        <p:cond delay="1100"/>
                                      </p:stCondLst>
                                      <p:childTnLst>
                                        <p:set>
                                          <p:cBhvr>
                                            <p:cTn id="15" dur="1" fill="hold">
                                              <p:stCondLst>
                                                <p:cond delay="0"/>
                                              </p:stCondLst>
                                            </p:cTn>
                                            <p:tgtEl>
                                              <p:spTgt spid="11"/>
                                            </p:tgtEl>
                                            <p:attrNameLst>
                                              <p:attrName>style.visibility</p:attrName>
                                            </p:attrNameLst>
                                          </p:cBhvr>
                                          <p:to>
                                            <p:strVal val="visible"/>
                                          </p:to>
                                        </p:set>
                                        <p:anim calcmode="lin" valueType="num">
                                          <p:cBhvr additive="base">
                                            <p:cTn id="16" dur="750" fill="hold"/>
                                            <p:tgtEl>
                                              <p:spTgt spid="11"/>
                                            </p:tgtEl>
                                            <p:attrNameLst>
                                              <p:attrName>ppt_x</p:attrName>
                                            </p:attrNameLst>
                                          </p:cBhvr>
                                          <p:tavLst>
                                            <p:tav tm="0">
                                              <p:val>
                                                <p:strVal val="#ppt_x"/>
                                              </p:val>
                                            </p:tav>
                                            <p:tav tm="100000">
                                              <p:val>
                                                <p:strVal val="#ppt_x"/>
                                              </p:val>
                                            </p:tav>
                                          </p:tavLst>
                                        </p:anim>
                                        <p:anim calcmode="lin" valueType="num">
                                          <p:cBhvr additive="base">
                                            <p:cTn id="17" dur="750" fill="hold"/>
                                            <p:tgtEl>
                                              <p:spTgt spid="11"/>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1300"/>
                                      </p:stCondLst>
                                      <p:childTnLst>
                                        <p:set>
                                          <p:cBhvr>
                                            <p:cTn id="19" dur="1" fill="hold">
                                              <p:stCondLst>
                                                <p:cond delay="0"/>
                                              </p:stCondLst>
                                            </p:cTn>
                                            <p:tgtEl>
                                              <p:spTgt spid="13"/>
                                            </p:tgtEl>
                                            <p:attrNameLst>
                                              <p:attrName>style.visibility</p:attrName>
                                            </p:attrNameLst>
                                          </p:cBhvr>
                                          <p:to>
                                            <p:strVal val="visible"/>
                                          </p:to>
                                        </p:set>
                                        <p:anim calcmode="lin" valueType="num">
                                          <p:cBhvr additive="base">
                                            <p:cTn id="20" dur="750" fill="hold"/>
                                            <p:tgtEl>
                                              <p:spTgt spid="13"/>
                                            </p:tgtEl>
                                            <p:attrNameLst>
                                              <p:attrName>ppt_x</p:attrName>
                                            </p:attrNameLst>
                                          </p:cBhvr>
                                          <p:tavLst>
                                            <p:tav tm="0">
                                              <p:val>
                                                <p:strVal val="#ppt_x"/>
                                              </p:val>
                                            </p:tav>
                                            <p:tav tm="100000">
                                              <p:val>
                                                <p:strVal val="#ppt_x"/>
                                              </p:val>
                                            </p:tav>
                                          </p:tavLst>
                                        </p:anim>
                                        <p:anim calcmode="lin" valueType="num">
                                          <p:cBhvr additive="base">
                                            <p:cTn id="21" dur="750" fill="hold"/>
                                            <p:tgtEl>
                                              <p:spTgt spid="13"/>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1500"/>
                                      </p:stCondLst>
                                      <p:childTnLst>
                                        <p:set>
                                          <p:cBhvr>
                                            <p:cTn id="23" dur="1" fill="hold">
                                              <p:stCondLst>
                                                <p:cond delay="0"/>
                                              </p:stCondLst>
                                            </p:cTn>
                                            <p:tgtEl>
                                              <p:spTgt spid="12"/>
                                            </p:tgtEl>
                                            <p:attrNameLst>
                                              <p:attrName>style.visibility</p:attrName>
                                            </p:attrNameLst>
                                          </p:cBhvr>
                                          <p:to>
                                            <p:strVal val="visible"/>
                                          </p:to>
                                        </p:set>
                                        <p:anim calcmode="lin" valueType="num">
                                          <p:cBhvr additive="base">
                                            <p:cTn id="24" dur="750" fill="hold"/>
                                            <p:tgtEl>
                                              <p:spTgt spid="12"/>
                                            </p:tgtEl>
                                            <p:attrNameLst>
                                              <p:attrName>ppt_x</p:attrName>
                                            </p:attrNameLst>
                                          </p:cBhvr>
                                          <p:tavLst>
                                            <p:tav tm="0">
                                              <p:val>
                                                <p:strVal val="#ppt_x"/>
                                              </p:val>
                                            </p:tav>
                                            <p:tav tm="100000">
                                              <p:val>
                                                <p:strVal val="#ppt_x"/>
                                              </p:val>
                                            </p:tav>
                                          </p:tavLst>
                                        </p:anim>
                                        <p:anim calcmode="lin" valueType="num">
                                          <p:cBhvr additive="base">
                                            <p:cTn id="25" dur="750" fill="hold"/>
                                            <p:tgtEl>
                                              <p:spTgt spid="12"/>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1700"/>
                                      </p:stCondLst>
                                      <p:childTnLst>
                                        <p:set>
                                          <p:cBhvr>
                                            <p:cTn id="27" dur="1" fill="hold">
                                              <p:stCondLst>
                                                <p:cond delay="0"/>
                                              </p:stCondLst>
                                            </p:cTn>
                                            <p:tgtEl>
                                              <p:spTgt spid="14"/>
                                            </p:tgtEl>
                                            <p:attrNameLst>
                                              <p:attrName>style.visibility</p:attrName>
                                            </p:attrNameLst>
                                          </p:cBhvr>
                                          <p:to>
                                            <p:strVal val="visible"/>
                                          </p:to>
                                        </p:set>
                                        <p:anim calcmode="lin" valueType="num">
                                          <p:cBhvr additive="base">
                                            <p:cTn id="28" dur="750" fill="hold"/>
                                            <p:tgtEl>
                                              <p:spTgt spid="14"/>
                                            </p:tgtEl>
                                            <p:attrNameLst>
                                              <p:attrName>ppt_x</p:attrName>
                                            </p:attrNameLst>
                                          </p:cBhvr>
                                          <p:tavLst>
                                            <p:tav tm="0">
                                              <p:val>
                                                <p:strVal val="#ppt_x"/>
                                              </p:val>
                                            </p:tav>
                                            <p:tav tm="100000">
                                              <p:val>
                                                <p:strVal val="#ppt_x"/>
                                              </p:val>
                                            </p:tav>
                                          </p:tavLst>
                                        </p:anim>
                                        <p:anim calcmode="lin" valueType="num">
                                          <p:cBhvr additive="base">
                                            <p:cTn id="29" dur="75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1" grpId="0"/>
          <p:bldP spid="12" grpId="0"/>
          <p:bldP spid="13" grpId="0"/>
          <p:bldP spid="14" grpId="0"/>
        </p:bldLst>
      </p:timing>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原创设计师QQ598969553          _1"/>
          <p:cNvSpPr txBox="1"/>
          <p:nvPr/>
        </p:nvSpPr>
        <p:spPr>
          <a:xfrm>
            <a:off x="2803736" y="299722"/>
            <a:ext cx="3523130" cy="377026"/>
          </a:xfrm>
          <a:prstGeom prst="rect">
            <a:avLst/>
          </a:prstGeom>
          <a:noFill/>
        </p:spPr>
        <p:txBody>
          <a:bodyPr wrap="square" lIns="68580" tIns="34290" rIns="68580" bIns="34290" rtlCol="0">
            <a:spAutoFit/>
          </a:bodyPr>
          <a:lstStyle/>
          <a:p>
            <a:pPr algn="ctr"/>
            <a:r>
              <a:rPr lang="zh-CN" altLang="en-US" sz="2000" b="1" dirty="0">
                <a:solidFill>
                  <a:schemeClr val="tx1">
                    <a:lumMod val="65000"/>
                    <a:lumOff val="35000"/>
                  </a:schemeClr>
                </a:solidFill>
                <a:latin typeface="+mn-ea"/>
              </a:rPr>
              <a:t>添加标题文本内容</a:t>
            </a:r>
            <a:endParaRPr lang="en-US" altLang="zh-CN" sz="2000" b="1" dirty="0">
              <a:solidFill>
                <a:schemeClr val="tx1">
                  <a:lumMod val="65000"/>
                  <a:lumOff val="35000"/>
                </a:schemeClr>
              </a:solidFill>
              <a:latin typeface="+mn-ea"/>
            </a:endParaRPr>
          </a:p>
        </p:txBody>
      </p:sp>
      <p:sp>
        <p:nvSpPr>
          <p:cNvPr id="3" name="原创设计师QQ598969553          _2"/>
          <p:cNvSpPr>
            <a:spLocks/>
          </p:cNvSpPr>
          <p:nvPr/>
        </p:nvSpPr>
        <p:spPr bwMode="auto">
          <a:xfrm>
            <a:off x="1842358" y="1111418"/>
            <a:ext cx="4385826" cy="3697563"/>
          </a:xfrm>
          <a:custGeom>
            <a:avLst/>
            <a:gdLst>
              <a:gd name="T0" fmla="*/ 0 w 3668"/>
              <a:gd name="T1" fmla="*/ 2147483647 h 3785"/>
              <a:gd name="T2" fmla="*/ 2147483647 w 3668"/>
              <a:gd name="T3" fmla="*/ 2147483647 h 3785"/>
              <a:gd name="T4" fmla="*/ 2147483647 w 3668"/>
              <a:gd name="T5" fmla="*/ 2147483647 h 3785"/>
              <a:gd name="T6" fmla="*/ 2147483647 w 3668"/>
              <a:gd name="T7" fmla="*/ 2147483647 h 3785"/>
              <a:gd name="T8" fmla="*/ 2147483647 w 3668"/>
              <a:gd name="T9" fmla="*/ 2147483647 h 3785"/>
              <a:gd name="T10" fmla="*/ 2147483647 w 3668"/>
              <a:gd name="T11" fmla="*/ 2147483647 h 3785"/>
              <a:gd name="T12" fmla="*/ 2147483647 w 3668"/>
              <a:gd name="T13" fmla="*/ 2147483647 h 3785"/>
              <a:gd name="T14" fmla="*/ 2147483647 w 3668"/>
              <a:gd name="T15" fmla="*/ 2147483647 h 3785"/>
              <a:gd name="T16" fmla="*/ 2147483647 w 3668"/>
              <a:gd name="T17" fmla="*/ 2147483647 h 3785"/>
              <a:gd name="T18" fmla="*/ 2147483647 w 3668"/>
              <a:gd name="T19" fmla="*/ 2147483647 h 3785"/>
              <a:gd name="T20" fmla="*/ 2147483647 w 3668"/>
              <a:gd name="T21" fmla="*/ 2147483647 h 3785"/>
              <a:gd name="T22" fmla="*/ 2147483647 w 3668"/>
              <a:gd name="T23" fmla="*/ 2147483647 h 3785"/>
              <a:gd name="T24" fmla="*/ 2147483647 w 3668"/>
              <a:gd name="T25" fmla="*/ 2147483647 h 3785"/>
              <a:gd name="T26" fmla="*/ 2147483647 w 3668"/>
              <a:gd name="T27" fmla="*/ 2147483647 h 3785"/>
              <a:gd name="T28" fmla="*/ 2147483647 w 3668"/>
              <a:gd name="T29" fmla="*/ 0 h 3785"/>
              <a:gd name="T30" fmla="*/ 2147483647 w 3668"/>
              <a:gd name="T31" fmla="*/ 2147483647 h 3785"/>
              <a:gd name="T32" fmla="*/ 2147483647 w 3668"/>
              <a:gd name="T33" fmla="*/ 2147483647 h 3785"/>
              <a:gd name="T34" fmla="*/ 2147483647 w 3668"/>
              <a:gd name="T35" fmla="*/ 2147483647 h 3785"/>
              <a:gd name="T36" fmla="*/ 2147483647 w 3668"/>
              <a:gd name="T37" fmla="*/ 2147483647 h 3785"/>
              <a:gd name="T38" fmla="*/ 2147483647 w 3668"/>
              <a:gd name="T39" fmla="*/ 2147483647 h 3785"/>
              <a:gd name="T40" fmla="*/ 2147483647 w 3668"/>
              <a:gd name="T41" fmla="*/ 2147483647 h 3785"/>
              <a:gd name="T42" fmla="*/ 2147483647 w 3668"/>
              <a:gd name="T43" fmla="*/ 2147483647 h 3785"/>
              <a:gd name="T44" fmla="*/ 2147483647 w 3668"/>
              <a:gd name="T45" fmla="*/ 2147483647 h 3785"/>
              <a:gd name="T46" fmla="*/ 2147483647 w 3668"/>
              <a:gd name="T47" fmla="*/ 2147483647 h 3785"/>
              <a:gd name="T48" fmla="*/ 2147483647 w 3668"/>
              <a:gd name="T49" fmla="*/ 2147483647 h 3785"/>
              <a:gd name="T50" fmla="*/ 2147483647 w 3668"/>
              <a:gd name="T51" fmla="*/ 2147483647 h 3785"/>
              <a:gd name="T52" fmla="*/ 2147483647 w 3668"/>
              <a:gd name="T53" fmla="*/ 2147483647 h 3785"/>
              <a:gd name="T54" fmla="*/ 2147483647 w 3668"/>
              <a:gd name="T55" fmla="*/ 2147483647 h 3785"/>
              <a:gd name="T56" fmla="*/ 0 w 3668"/>
              <a:gd name="T57" fmla="*/ 2147483647 h 3785"/>
              <a:gd name="T58" fmla="*/ 0 w 3668"/>
              <a:gd name="T59" fmla="*/ 2147483647 h 378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3668"/>
              <a:gd name="T91" fmla="*/ 0 h 3785"/>
              <a:gd name="T92" fmla="*/ 3668 w 3668"/>
              <a:gd name="T93" fmla="*/ 3785 h 378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3668" h="3785">
                <a:moveTo>
                  <a:pt x="0" y="2742"/>
                </a:moveTo>
                <a:lnTo>
                  <a:pt x="253" y="2556"/>
                </a:lnTo>
                <a:lnTo>
                  <a:pt x="515" y="2395"/>
                </a:lnTo>
                <a:lnTo>
                  <a:pt x="798" y="2223"/>
                </a:lnTo>
                <a:lnTo>
                  <a:pt x="1152" y="2000"/>
                </a:lnTo>
                <a:lnTo>
                  <a:pt x="1587" y="1728"/>
                </a:lnTo>
                <a:lnTo>
                  <a:pt x="1869" y="1525"/>
                </a:lnTo>
                <a:lnTo>
                  <a:pt x="2061" y="1394"/>
                </a:lnTo>
                <a:lnTo>
                  <a:pt x="2324" y="1182"/>
                </a:lnTo>
                <a:lnTo>
                  <a:pt x="2557" y="980"/>
                </a:lnTo>
                <a:lnTo>
                  <a:pt x="2769" y="768"/>
                </a:lnTo>
                <a:lnTo>
                  <a:pt x="2941" y="606"/>
                </a:lnTo>
                <a:lnTo>
                  <a:pt x="3193" y="353"/>
                </a:lnTo>
                <a:lnTo>
                  <a:pt x="3011" y="252"/>
                </a:lnTo>
                <a:lnTo>
                  <a:pt x="3648" y="0"/>
                </a:lnTo>
                <a:lnTo>
                  <a:pt x="3668" y="687"/>
                </a:lnTo>
                <a:lnTo>
                  <a:pt x="3466" y="525"/>
                </a:lnTo>
                <a:lnTo>
                  <a:pt x="3213" y="828"/>
                </a:lnTo>
                <a:lnTo>
                  <a:pt x="2910" y="1202"/>
                </a:lnTo>
                <a:lnTo>
                  <a:pt x="2698" y="1515"/>
                </a:lnTo>
                <a:lnTo>
                  <a:pt x="2597" y="1738"/>
                </a:lnTo>
                <a:lnTo>
                  <a:pt x="2496" y="1970"/>
                </a:lnTo>
                <a:lnTo>
                  <a:pt x="2435" y="2182"/>
                </a:lnTo>
                <a:lnTo>
                  <a:pt x="2375" y="2384"/>
                </a:lnTo>
                <a:lnTo>
                  <a:pt x="2264" y="2779"/>
                </a:lnTo>
                <a:lnTo>
                  <a:pt x="2183" y="3152"/>
                </a:lnTo>
                <a:lnTo>
                  <a:pt x="2122" y="3445"/>
                </a:lnTo>
                <a:lnTo>
                  <a:pt x="2042" y="3785"/>
                </a:lnTo>
                <a:lnTo>
                  <a:pt x="0" y="3785"/>
                </a:lnTo>
                <a:lnTo>
                  <a:pt x="0" y="2742"/>
                </a:lnTo>
                <a:close/>
              </a:path>
            </a:pathLst>
          </a:custGeom>
          <a:gradFill rotWithShape="1">
            <a:gsLst>
              <a:gs pos="0">
                <a:schemeClr val="bg1">
                  <a:lumMod val="75000"/>
                </a:schemeClr>
              </a:gs>
              <a:gs pos="100000">
                <a:srgbClr val="FFFFFF">
                  <a:alpha val="0"/>
                </a:srgbClr>
              </a:gs>
            </a:gsLst>
            <a:lin ang="5400000" scaled="1"/>
          </a:gradFill>
          <a:ln w="9525">
            <a:noFill/>
            <a:round/>
            <a:headEnd/>
            <a:tailEnd/>
          </a:ln>
        </p:spPr>
        <p:txBody>
          <a:bodyPr wrap="none" lIns="62873" tIns="31437" rIns="62873" bIns="31437" anchor="ctr"/>
          <a:lstStyle/>
          <a:p>
            <a:pPr algn="ctr" fontAlgn="base">
              <a:spcBef>
                <a:spcPct val="0"/>
              </a:spcBef>
              <a:spcAft>
                <a:spcPct val="0"/>
              </a:spcAft>
              <a:defRPr/>
            </a:pPr>
            <a:endParaRPr lang="zh-CN" altLang="en-US" sz="1300" b="1" kern="0">
              <a:solidFill>
                <a:srgbClr val="000000"/>
              </a:solidFill>
              <a:latin typeface="微软雅黑" panose="020B0503020204020204" pitchFamily="34" charset="-122"/>
              <a:ea typeface="微软雅黑" panose="020B0503020204020204" pitchFamily="34" charset="-122"/>
            </a:endParaRPr>
          </a:p>
        </p:txBody>
      </p:sp>
      <p:sp>
        <p:nvSpPr>
          <p:cNvPr id="10" name="原创设计师QQ598969553          _3"/>
          <p:cNvSpPr/>
          <p:nvPr/>
        </p:nvSpPr>
        <p:spPr>
          <a:xfrm>
            <a:off x="4887502" y="4019413"/>
            <a:ext cx="1579168" cy="432820"/>
          </a:xfrm>
          <a:prstGeom prst="rect">
            <a:avLst/>
          </a:prstGeom>
          <a:ln>
            <a:solidFill>
              <a:schemeClr val="bg1">
                <a:lumMod val="50000"/>
              </a:schemeClr>
            </a:solidFill>
            <a:prstDash val="dash"/>
          </a:ln>
        </p:spPr>
        <p:txBody>
          <a:bodyPr wrap="square" lIns="62873" tIns="31437" rIns="62873" bIns="31437">
            <a:spAutoFit/>
          </a:bodyPr>
          <a:lstStyle/>
          <a:p>
            <a:pPr algn="ct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单击此处添加文本</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单击此处添加文本</a:t>
            </a:r>
          </a:p>
        </p:txBody>
      </p:sp>
      <p:sp>
        <p:nvSpPr>
          <p:cNvPr id="11" name="原创设计师QQ598969553          _4"/>
          <p:cNvSpPr/>
          <p:nvPr/>
        </p:nvSpPr>
        <p:spPr>
          <a:xfrm>
            <a:off x="5308177" y="3395644"/>
            <a:ext cx="1579168" cy="432820"/>
          </a:xfrm>
          <a:prstGeom prst="rect">
            <a:avLst/>
          </a:prstGeom>
          <a:ln>
            <a:solidFill>
              <a:schemeClr val="bg1">
                <a:lumMod val="50000"/>
              </a:schemeClr>
            </a:solidFill>
            <a:prstDash val="dash"/>
          </a:ln>
        </p:spPr>
        <p:txBody>
          <a:bodyPr wrap="square" lIns="62873" tIns="31437" rIns="62873" bIns="31437">
            <a:spAutoFit/>
          </a:bodyPr>
          <a:lstStyle/>
          <a:p>
            <a:pPr algn="ct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单击此处添加文本</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单击此处添加文本</a:t>
            </a:r>
          </a:p>
        </p:txBody>
      </p:sp>
      <p:sp>
        <p:nvSpPr>
          <p:cNvPr id="12" name="原创设计师QQ598969553          _5"/>
          <p:cNvSpPr/>
          <p:nvPr/>
        </p:nvSpPr>
        <p:spPr>
          <a:xfrm>
            <a:off x="5716386" y="2771874"/>
            <a:ext cx="1579168" cy="432820"/>
          </a:xfrm>
          <a:prstGeom prst="rect">
            <a:avLst/>
          </a:prstGeom>
          <a:ln>
            <a:solidFill>
              <a:schemeClr val="bg1">
                <a:lumMod val="50000"/>
              </a:schemeClr>
            </a:solidFill>
            <a:prstDash val="dash"/>
          </a:ln>
        </p:spPr>
        <p:txBody>
          <a:bodyPr wrap="square" lIns="62873" tIns="31437" rIns="62873" bIns="31437">
            <a:spAutoFit/>
          </a:bodyPr>
          <a:lstStyle/>
          <a:p>
            <a:pPr algn="ct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单击此处添加文本</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单击此处添加文本</a:t>
            </a:r>
          </a:p>
        </p:txBody>
      </p:sp>
      <p:sp>
        <p:nvSpPr>
          <p:cNvPr id="13" name="原创设计师QQ598969553          _6"/>
          <p:cNvSpPr/>
          <p:nvPr/>
        </p:nvSpPr>
        <p:spPr>
          <a:xfrm>
            <a:off x="6097761" y="2148105"/>
            <a:ext cx="1579168" cy="432820"/>
          </a:xfrm>
          <a:prstGeom prst="rect">
            <a:avLst/>
          </a:prstGeom>
          <a:ln>
            <a:solidFill>
              <a:schemeClr val="bg1">
                <a:lumMod val="50000"/>
              </a:schemeClr>
            </a:solidFill>
            <a:prstDash val="dash"/>
          </a:ln>
        </p:spPr>
        <p:txBody>
          <a:bodyPr wrap="square" lIns="62873" tIns="31437" rIns="62873" bIns="31437">
            <a:spAutoFit/>
          </a:bodyPr>
          <a:lstStyle/>
          <a:p>
            <a:pPr algn="ct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单击此处添加文本</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单击此处添加文本</a:t>
            </a:r>
          </a:p>
        </p:txBody>
      </p:sp>
      <p:sp>
        <p:nvSpPr>
          <p:cNvPr id="14" name="原创设计师QQ598969553          _7"/>
          <p:cNvSpPr/>
          <p:nvPr/>
        </p:nvSpPr>
        <p:spPr>
          <a:xfrm>
            <a:off x="6696048" y="1581042"/>
            <a:ext cx="1579168" cy="432820"/>
          </a:xfrm>
          <a:prstGeom prst="rect">
            <a:avLst/>
          </a:prstGeom>
          <a:ln>
            <a:solidFill>
              <a:schemeClr val="bg1">
                <a:lumMod val="50000"/>
              </a:schemeClr>
            </a:solidFill>
            <a:prstDash val="dash"/>
          </a:ln>
        </p:spPr>
        <p:txBody>
          <a:bodyPr wrap="square" lIns="62873" tIns="31437" rIns="62873" bIns="31437">
            <a:spAutoFit/>
          </a:bodyPr>
          <a:lstStyle/>
          <a:p>
            <a:pPr algn="ct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单击此处添加文本</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单击此处添加文本</a:t>
            </a:r>
          </a:p>
        </p:txBody>
      </p:sp>
      <p:sp>
        <p:nvSpPr>
          <p:cNvPr id="15" name="原创设计师QQ598969553          _8"/>
          <p:cNvSpPr txBox="1">
            <a:spLocks/>
          </p:cNvSpPr>
          <p:nvPr/>
        </p:nvSpPr>
        <p:spPr>
          <a:xfrm>
            <a:off x="1018280" y="1740837"/>
            <a:ext cx="2545608" cy="905004"/>
          </a:xfrm>
          <a:prstGeom prst="rect">
            <a:avLst/>
          </a:prstGeom>
        </p:spPr>
        <p:txBody>
          <a:bodyPr lIns="68580" tIns="34290" rIns="68580" bIns="3429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buNone/>
            </a:pPr>
            <a:r>
              <a:rPr lang="zh-CN" altLang="en-US" sz="1200" dirty="0">
                <a:solidFill>
                  <a:schemeClr val="tx1">
                    <a:lumMod val="75000"/>
                    <a:lumOff val="25000"/>
                  </a:schemeClr>
                </a:solidFill>
                <a:latin typeface="微软雅黑" pitchFamily="34" charset="-122"/>
                <a:ea typeface="微软雅黑" pitchFamily="34" charset="-122"/>
              </a:rPr>
              <a:t>您的内容打在这里，或者通过复制您的文本后，在此框中选择粘贴，并选择只保留文字。在此录入上述图表的综合描述说明。</a:t>
            </a:r>
            <a:endParaRPr lang="en-US" sz="1200" dirty="0">
              <a:solidFill>
                <a:schemeClr val="tx1">
                  <a:lumMod val="75000"/>
                  <a:lumOff val="25000"/>
                </a:schemeClr>
              </a:solidFill>
              <a:latin typeface="微软雅黑" pitchFamily="34" charset="-122"/>
              <a:ea typeface="微软雅黑" pitchFamily="34" charset="-122"/>
            </a:endParaRPr>
          </a:p>
        </p:txBody>
      </p:sp>
      <p:sp>
        <p:nvSpPr>
          <p:cNvPr id="16" name="原创设计师QQ598969553          _9"/>
          <p:cNvSpPr txBox="1">
            <a:spLocks/>
          </p:cNvSpPr>
          <p:nvPr/>
        </p:nvSpPr>
        <p:spPr>
          <a:xfrm>
            <a:off x="1040529" y="1361474"/>
            <a:ext cx="2163319" cy="439136"/>
          </a:xfrm>
          <a:prstGeom prst="rect">
            <a:avLst/>
          </a:prstGeom>
        </p:spPr>
        <p:txBody>
          <a:bodyPr vert="horz" lIns="68580" tIns="34290" rIns="68580" bIns="3429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r>
              <a:rPr lang="zh-CN" altLang="en-US" sz="1400" b="1" dirty="0">
                <a:solidFill>
                  <a:schemeClr val="tx1">
                    <a:lumMod val="75000"/>
                    <a:lumOff val="25000"/>
                  </a:schemeClr>
                </a:solidFill>
                <a:latin typeface="微软雅黑" pitchFamily="34" charset="-122"/>
                <a:ea typeface="微软雅黑" pitchFamily="34" charset="-122"/>
              </a:rPr>
              <a:t>添加标题内容文字</a:t>
            </a:r>
            <a:endParaRPr lang="en-US" sz="1400" b="1" dirty="0">
              <a:solidFill>
                <a:schemeClr val="tx1">
                  <a:lumMod val="75000"/>
                  <a:lumOff val="25000"/>
                </a:schemeClr>
              </a:solidFill>
              <a:latin typeface="微软雅黑" pitchFamily="34" charset="-122"/>
              <a:ea typeface="微软雅黑" pitchFamily="34" charset="-122"/>
            </a:endParaRPr>
          </a:p>
        </p:txBody>
      </p:sp>
      <p:grpSp>
        <p:nvGrpSpPr>
          <p:cNvPr id="32" name="原创设计师QQ598969553          _10"/>
          <p:cNvGrpSpPr/>
          <p:nvPr/>
        </p:nvGrpSpPr>
        <p:grpSpPr>
          <a:xfrm>
            <a:off x="2334931" y="4007484"/>
            <a:ext cx="1766422" cy="357517"/>
            <a:chOff x="3237545" y="4561747"/>
            <a:chExt cx="1146960" cy="1146960"/>
          </a:xfrm>
        </p:grpSpPr>
        <p:sp>
          <p:nvSpPr>
            <p:cNvPr id="33" name="圆角矩形 32"/>
            <p:cNvSpPr/>
            <p:nvPr/>
          </p:nvSpPr>
          <p:spPr>
            <a:xfrm>
              <a:off x="3237545" y="4561747"/>
              <a:ext cx="1146960" cy="1146960"/>
            </a:xfrm>
            <a:prstGeom prst="roundRect">
              <a:avLst>
                <a:gd name="adj" fmla="val 0"/>
              </a:avLst>
            </a:prstGeom>
            <a:solidFill>
              <a:schemeClr val="accent1"/>
            </a:solidFill>
            <a:ln w="31750">
              <a:gradFill flip="none" rotWithShape="1">
                <a:gsLst>
                  <a:gs pos="0">
                    <a:schemeClr val="bg1">
                      <a:lumMod val="85000"/>
                    </a:schemeClr>
                  </a:gs>
                  <a:gs pos="100000">
                    <a:schemeClr val="bg1"/>
                  </a:gs>
                </a:gsLst>
                <a:lin ang="2700000" scaled="1"/>
                <a:tileRect/>
              </a:gra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mn-ea"/>
              </a:endParaRPr>
            </a:p>
          </p:txBody>
        </p:sp>
        <p:sp>
          <p:nvSpPr>
            <p:cNvPr id="34" name="圆角矩形 33"/>
            <p:cNvSpPr/>
            <p:nvPr/>
          </p:nvSpPr>
          <p:spPr>
            <a:xfrm>
              <a:off x="3281206" y="4770859"/>
              <a:ext cx="1057659" cy="739146"/>
            </a:xfrm>
            <a:prstGeom prst="roundRect">
              <a:avLst>
                <a:gd name="adj" fmla="val 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2540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accent1"/>
                  </a:solidFill>
                  <a:latin typeface="+mn-ea"/>
                </a:rPr>
                <a:t>2015</a:t>
              </a:r>
              <a:r>
                <a:rPr lang="zh-CN" altLang="en-US" dirty="0">
                  <a:solidFill>
                    <a:schemeClr val="accent1"/>
                  </a:solidFill>
                  <a:latin typeface="+mn-ea"/>
                </a:rPr>
                <a:t>年</a:t>
              </a:r>
              <a:r>
                <a:rPr lang="en-US" altLang="zh-CN" dirty="0">
                  <a:solidFill>
                    <a:schemeClr val="accent1"/>
                  </a:solidFill>
                  <a:latin typeface="+mn-ea"/>
                </a:rPr>
                <a:t>4</a:t>
              </a:r>
              <a:r>
                <a:rPr lang="zh-CN" altLang="en-US" dirty="0">
                  <a:solidFill>
                    <a:schemeClr val="accent1"/>
                  </a:solidFill>
                  <a:latin typeface="+mn-ea"/>
                </a:rPr>
                <a:t>月</a:t>
              </a:r>
            </a:p>
          </p:txBody>
        </p:sp>
      </p:grpSp>
      <p:grpSp>
        <p:nvGrpSpPr>
          <p:cNvPr id="35" name="原创设计师QQ598969553          _11"/>
          <p:cNvGrpSpPr/>
          <p:nvPr/>
        </p:nvGrpSpPr>
        <p:grpSpPr>
          <a:xfrm>
            <a:off x="2832526" y="3433295"/>
            <a:ext cx="1766422" cy="357517"/>
            <a:chOff x="3237545" y="4561747"/>
            <a:chExt cx="1146960" cy="1146960"/>
          </a:xfrm>
        </p:grpSpPr>
        <p:sp>
          <p:nvSpPr>
            <p:cNvPr id="36" name="圆角矩形 35"/>
            <p:cNvSpPr/>
            <p:nvPr/>
          </p:nvSpPr>
          <p:spPr>
            <a:xfrm>
              <a:off x="3237545" y="4561747"/>
              <a:ext cx="1146960" cy="1146960"/>
            </a:xfrm>
            <a:prstGeom prst="roundRect">
              <a:avLst>
                <a:gd name="adj" fmla="val 0"/>
              </a:avLst>
            </a:prstGeom>
            <a:solidFill>
              <a:schemeClr val="accent2"/>
            </a:solidFill>
            <a:ln w="31750">
              <a:gradFill flip="none" rotWithShape="1">
                <a:gsLst>
                  <a:gs pos="0">
                    <a:schemeClr val="bg1">
                      <a:lumMod val="85000"/>
                    </a:schemeClr>
                  </a:gs>
                  <a:gs pos="100000">
                    <a:schemeClr val="bg1"/>
                  </a:gs>
                </a:gsLst>
                <a:lin ang="2700000" scaled="1"/>
                <a:tileRect/>
              </a:gra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mn-ea"/>
              </a:endParaRPr>
            </a:p>
          </p:txBody>
        </p:sp>
        <p:sp>
          <p:nvSpPr>
            <p:cNvPr id="37" name="圆角矩形 36"/>
            <p:cNvSpPr/>
            <p:nvPr/>
          </p:nvSpPr>
          <p:spPr>
            <a:xfrm>
              <a:off x="3281206" y="4770859"/>
              <a:ext cx="1057659" cy="739146"/>
            </a:xfrm>
            <a:prstGeom prst="roundRect">
              <a:avLst>
                <a:gd name="adj" fmla="val 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2540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accent2"/>
                  </a:solidFill>
                  <a:latin typeface="+mn-ea"/>
                </a:rPr>
                <a:t>2015</a:t>
              </a:r>
              <a:r>
                <a:rPr lang="zh-CN" altLang="en-US" dirty="0">
                  <a:solidFill>
                    <a:schemeClr val="accent2"/>
                  </a:solidFill>
                  <a:latin typeface="+mn-ea"/>
                </a:rPr>
                <a:t>年</a:t>
              </a:r>
              <a:r>
                <a:rPr lang="en-US" altLang="zh-CN" dirty="0">
                  <a:solidFill>
                    <a:schemeClr val="accent2"/>
                  </a:solidFill>
                  <a:latin typeface="+mn-ea"/>
                </a:rPr>
                <a:t>6</a:t>
              </a:r>
              <a:r>
                <a:rPr lang="zh-CN" altLang="en-US" dirty="0">
                  <a:solidFill>
                    <a:schemeClr val="accent2"/>
                  </a:solidFill>
                  <a:latin typeface="+mn-ea"/>
                </a:rPr>
                <a:t>月</a:t>
              </a:r>
            </a:p>
          </p:txBody>
        </p:sp>
      </p:grpSp>
      <p:grpSp>
        <p:nvGrpSpPr>
          <p:cNvPr id="38" name="原创设计师QQ598969553          _12"/>
          <p:cNvGrpSpPr/>
          <p:nvPr/>
        </p:nvGrpSpPr>
        <p:grpSpPr>
          <a:xfrm>
            <a:off x="3645447" y="2802808"/>
            <a:ext cx="1766422" cy="357517"/>
            <a:chOff x="3237545" y="4561747"/>
            <a:chExt cx="1146960" cy="1146960"/>
          </a:xfrm>
        </p:grpSpPr>
        <p:sp>
          <p:nvSpPr>
            <p:cNvPr id="39" name="圆角矩形 38"/>
            <p:cNvSpPr/>
            <p:nvPr/>
          </p:nvSpPr>
          <p:spPr>
            <a:xfrm>
              <a:off x="3237545" y="4561747"/>
              <a:ext cx="1146960" cy="1146960"/>
            </a:xfrm>
            <a:prstGeom prst="roundRect">
              <a:avLst>
                <a:gd name="adj" fmla="val 0"/>
              </a:avLst>
            </a:prstGeom>
            <a:solidFill>
              <a:schemeClr val="accent1"/>
            </a:solidFill>
            <a:ln w="31750">
              <a:gradFill flip="none" rotWithShape="1">
                <a:gsLst>
                  <a:gs pos="0">
                    <a:schemeClr val="bg1">
                      <a:lumMod val="85000"/>
                    </a:schemeClr>
                  </a:gs>
                  <a:gs pos="100000">
                    <a:schemeClr val="bg1"/>
                  </a:gs>
                </a:gsLst>
                <a:lin ang="2700000" scaled="1"/>
                <a:tileRect/>
              </a:gra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3"/>
                </a:solidFill>
                <a:latin typeface="+mn-ea"/>
              </a:endParaRPr>
            </a:p>
          </p:txBody>
        </p:sp>
        <p:sp>
          <p:nvSpPr>
            <p:cNvPr id="40" name="圆角矩形 39"/>
            <p:cNvSpPr/>
            <p:nvPr/>
          </p:nvSpPr>
          <p:spPr>
            <a:xfrm>
              <a:off x="3281206" y="4770859"/>
              <a:ext cx="1057659" cy="739146"/>
            </a:xfrm>
            <a:prstGeom prst="roundRect">
              <a:avLst>
                <a:gd name="adj" fmla="val 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2540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accent1"/>
                  </a:solidFill>
                  <a:latin typeface="+mn-ea"/>
                </a:rPr>
                <a:t>2015</a:t>
              </a:r>
              <a:r>
                <a:rPr lang="zh-CN" altLang="en-US" dirty="0">
                  <a:solidFill>
                    <a:schemeClr val="accent1"/>
                  </a:solidFill>
                  <a:latin typeface="+mn-ea"/>
                </a:rPr>
                <a:t>年</a:t>
              </a:r>
              <a:r>
                <a:rPr lang="en-US" altLang="zh-CN" dirty="0">
                  <a:solidFill>
                    <a:schemeClr val="accent1"/>
                  </a:solidFill>
                  <a:latin typeface="+mn-ea"/>
                </a:rPr>
                <a:t>8</a:t>
              </a:r>
              <a:r>
                <a:rPr lang="zh-CN" altLang="en-US" dirty="0">
                  <a:solidFill>
                    <a:schemeClr val="accent1"/>
                  </a:solidFill>
                  <a:latin typeface="+mn-ea"/>
                </a:rPr>
                <a:t>月</a:t>
              </a:r>
            </a:p>
          </p:txBody>
        </p:sp>
      </p:grpSp>
      <p:grpSp>
        <p:nvGrpSpPr>
          <p:cNvPr id="41" name="原创设计师QQ598969553          _13"/>
          <p:cNvGrpSpPr/>
          <p:nvPr/>
        </p:nvGrpSpPr>
        <p:grpSpPr>
          <a:xfrm>
            <a:off x="4004291" y="2178773"/>
            <a:ext cx="1766422" cy="357517"/>
            <a:chOff x="3237545" y="4561747"/>
            <a:chExt cx="1146960" cy="1146960"/>
          </a:xfrm>
        </p:grpSpPr>
        <p:sp>
          <p:nvSpPr>
            <p:cNvPr id="42" name="圆角矩形 41"/>
            <p:cNvSpPr/>
            <p:nvPr/>
          </p:nvSpPr>
          <p:spPr>
            <a:xfrm>
              <a:off x="3237545" y="4561747"/>
              <a:ext cx="1146960" cy="1146960"/>
            </a:xfrm>
            <a:prstGeom prst="roundRect">
              <a:avLst>
                <a:gd name="adj" fmla="val 0"/>
              </a:avLst>
            </a:prstGeom>
            <a:solidFill>
              <a:schemeClr val="accent2"/>
            </a:solidFill>
            <a:ln w="31750">
              <a:gradFill flip="none" rotWithShape="1">
                <a:gsLst>
                  <a:gs pos="0">
                    <a:schemeClr val="bg1">
                      <a:lumMod val="85000"/>
                    </a:schemeClr>
                  </a:gs>
                  <a:gs pos="100000">
                    <a:schemeClr val="bg1"/>
                  </a:gs>
                </a:gsLst>
                <a:lin ang="2700000" scaled="1"/>
                <a:tileRect/>
              </a:gra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4"/>
                </a:solidFill>
                <a:latin typeface="+mn-ea"/>
              </a:endParaRPr>
            </a:p>
          </p:txBody>
        </p:sp>
        <p:sp>
          <p:nvSpPr>
            <p:cNvPr id="43" name="圆角矩形 42"/>
            <p:cNvSpPr/>
            <p:nvPr/>
          </p:nvSpPr>
          <p:spPr>
            <a:xfrm>
              <a:off x="3281206" y="4770859"/>
              <a:ext cx="1057659" cy="739146"/>
            </a:xfrm>
            <a:prstGeom prst="roundRect">
              <a:avLst>
                <a:gd name="adj" fmla="val 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2540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accent2"/>
                  </a:solidFill>
                  <a:latin typeface="+mn-ea"/>
                </a:rPr>
                <a:t>2015</a:t>
              </a:r>
              <a:r>
                <a:rPr lang="zh-CN" altLang="en-US" dirty="0">
                  <a:solidFill>
                    <a:schemeClr val="accent2"/>
                  </a:solidFill>
                  <a:latin typeface="+mn-ea"/>
                </a:rPr>
                <a:t>年</a:t>
              </a:r>
              <a:r>
                <a:rPr lang="en-US" altLang="zh-CN" dirty="0">
                  <a:solidFill>
                    <a:schemeClr val="accent2"/>
                  </a:solidFill>
                  <a:latin typeface="+mn-ea"/>
                </a:rPr>
                <a:t>10</a:t>
              </a:r>
              <a:r>
                <a:rPr lang="zh-CN" altLang="en-US" dirty="0">
                  <a:solidFill>
                    <a:schemeClr val="accent2"/>
                  </a:solidFill>
                  <a:latin typeface="+mn-ea"/>
                </a:rPr>
                <a:t>月</a:t>
              </a:r>
            </a:p>
          </p:txBody>
        </p:sp>
      </p:grpSp>
      <p:grpSp>
        <p:nvGrpSpPr>
          <p:cNvPr id="44" name="原创设计师QQ598969553          _14"/>
          <p:cNvGrpSpPr/>
          <p:nvPr/>
        </p:nvGrpSpPr>
        <p:grpSpPr>
          <a:xfrm>
            <a:off x="4547700" y="1600526"/>
            <a:ext cx="1766422" cy="357517"/>
            <a:chOff x="3237545" y="4561747"/>
            <a:chExt cx="1146960" cy="1146960"/>
          </a:xfrm>
        </p:grpSpPr>
        <p:sp>
          <p:nvSpPr>
            <p:cNvPr id="45" name="圆角矩形 44"/>
            <p:cNvSpPr/>
            <p:nvPr/>
          </p:nvSpPr>
          <p:spPr>
            <a:xfrm>
              <a:off x="3237545" y="4561747"/>
              <a:ext cx="1146960" cy="1146960"/>
            </a:xfrm>
            <a:prstGeom prst="roundRect">
              <a:avLst>
                <a:gd name="adj" fmla="val 0"/>
              </a:avLst>
            </a:prstGeom>
            <a:solidFill>
              <a:schemeClr val="accent1"/>
            </a:solidFill>
            <a:ln w="31750">
              <a:gradFill flip="none" rotWithShape="1">
                <a:gsLst>
                  <a:gs pos="0">
                    <a:schemeClr val="bg1">
                      <a:lumMod val="85000"/>
                    </a:schemeClr>
                  </a:gs>
                  <a:gs pos="100000">
                    <a:schemeClr val="bg1"/>
                  </a:gs>
                </a:gsLst>
                <a:lin ang="2700000" scaled="1"/>
                <a:tileRect/>
              </a:gra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5"/>
                </a:solidFill>
                <a:latin typeface="+mn-ea"/>
              </a:endParaRPr>
            </a:p>
          </p:txBody>
        </p:sp>
        <p:sp>
          <p:nvSpPr>
            <p:cNvPr id="46" name="圆角矩形 45"/>
            <p:cNvSpPr/>
            <p:nvPr/>
          </p:nvSpPr>
          <p:spPr>
            <a:xfrm>
              <a:off x="3281206" y="4770859"/>
              <a:ext cx="1057659" cy="739146"/>
            </a:xfrm>
            <a:prstGeom prst="roundRect">
              <a:avLst>
                <a:gd name="adj" fmla="val 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2540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accent1"/>
                  </a:solidFill>
                  <a:latin typeface="+mn-ea"/>
                </a:rPr>
                <a:t>2015</a:t>
              </a:r>
              <a:r>
                <a:rPr lang="zh-CN" altLang="en-US" dirty="0">
                  <a:solidFill>
                    <a:schemeClr val="accent1"/>
                  </a:solidFill>
                  <a:latin typeface="+mn-ea"/>
                </a:rPr>
                <a:t>年</a:t>
              </a:r>
              <a:r>
                <a:rPr lang="en-US" altLang="zh-CN" dirty="0">
                  <a:solidFill>
                    <a:schemeClr val="accent1"/>
                  </a:solidFill>
                  <a:latin typeface="+mn-ea"/>
                </a:rPr>
                <a:t>12</a:t>
              </a:r>
              <a:r>
                <a:rPr lang="zh-CN" altLang="en-US" dirty="0">
                  <a:solidFill>
                    <a:schemeClr val="accent1"/>
                  </a:solidFill>
                  <a:latin typeface="+mn-ea"/>
                </a:rPr>
                <a:t>月</a:t>
              </a:r>
            </a:p>
          </p:txBody>
        </p:sp>
      </p:grpSp>
      <p:pic>
        <p:nvPicPr>
          <p:cNvPr id="26" name="Picture 64"/>
          <p:cNvPicPr>
            <a:picLocks noGrp="1" noSelect="1" noRot="1" noChangeAspect="1" noMove="1" noResize="1" noChangeShapeType="1"/>
          </p:cNvPicPr>
          <p:nvPr/>
        </p:nvPicPr>
        <p:blipFill>
          <a:blip r:embed="rId3"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3635720334"/>
      </p:ext>
    </p:extLst>
  </p:cSld>
  <p:clrMapOvr>
    <a:masterClrMapping/>
  </p:clrMapOvr>
  <p:transition spd="slow" advClick="0" advTm="0">
    <p:cover/>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par>
                              <p:cTn id="8" fill="hold">
                                <p:stCondLst>
                                  <p:cond delay="500"/>
                                </p:stCondLst>
                                <p:childTnLst>
                                  <p:par>
                                    <p:cTn id="9" presetID="2" presetClass="entr" presetSubtype="8" accel="60000" fill="hold" nodeType="afterEffect" p14:presetBounceEnd="40000">
                                      <p:stCondLst>
                                        <p:cond delay="0"/>
                                      </p:stCondLst>
                                      <p:childTnLst>
                                        <p:set>
                                          <p:cBhvr>
                                            <p:cTn id="10" dur="1" fill="hold">
                                              <p:stCondLst>
                                                <p:cond delay="0"/>
                                              </p:stCondLst>
                                            </p:cTn>
                                            <p:tgtEl>
                                              <p:spTgt spid="32"/>
                                            </p:tgtEl>
                                            <p:attrNameLst>
                                              <p:attrName>style.visibility</p:attrName>
                                            </p:attrNameLst>
                                          </p:cBhvr>
                                          <p:to>
                                            <p:strVal val="visible"/>
                                          </p:to>
                                        </p:set>
                                        <p:anim calcmode="lin" valueType="num" p14:bounceEnd="40000">
                                          <p:cBhvr additive="base">
                                            <p:cTn id="11" dur="500" fill="hold"/>
                                            <p:tgtEl>
                                              <p:spTgt spid="32"/>
                                            </p:tgtEl>
                                            <p:attrNameLst>
                                              <p:attrName>ppt_x</p:attrName>
                                            </p:attrNameLst>
                                          </p:cBhvr>
                                          <p:tavLst>
                                            <p:tav tm="0">
                                              <p:val>
                                                <p:strVal val="0-#ppt_w/2"/>
                                              </p:val>
                                            </p:tav>
                                            <p:tav tm="100000">
                                              <p:val>
                                                <p:strVal val="#ppt_x"/>
                                              </p:val>
                                            </p:tav>
                                          </p:tavLst>
                                        </p:anim>
                                        <p:anim calcmode="lin" valueType="num" p14:bounceEnd="40000">
                                          <p:cBhvr additive="base">
                                            <p:cTn id="12" dur="500" fill="hold"/>
                                            <p:tgtEl>
                                              <p:spTgt spid="32"/>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1+#ppt_w/2"/>
                                              </p:val>
                                            </p:tav>
                                            <p:tav tm="100000">
                                              <p:val>
                                                <p:strVal val="#ppt_x"/>
                                              </p:val>
                                            </p:tav>
                                          </p:tavLst>
                                        </p:anim>
                                        <p:anim calcmode="lin" valueType="num">
                                          <p:cBhvr additive="base">
                                            <p:cTn id="16" dur="500" fill="hold"/>
                                            <p:tgtEl>
                                              <p:spTgt spid="10"/>
                                            </p:tgtEl>
                                            <p:attrNameLst>
                                              <p:attrName>ppt_y</p:attrName>
                                            </p:attrNameLst>
                                          </p:cBhvr>
                                          <p:tavLst>
                                            <p:tav tm="0">
                                              <p:val>
                                                <p:strVal val="#ppt_y"/>
                                              </p:val>
                                            </p:tav>
                                            <p:tav tm="100000">
                                              <p:val>
                                                <p:strVal val="#ppt_y"/>
                                              </p:val>
                                            </p:tav>
                                          </p:tavLst>
                                        </p:anim>
                                      </p:childTnLst>
                                    </p:cTn>
                                  </p:par>
                                </p:childTnLst>
                              </p:cTn>
                            </p:par>
                            <p:par>
                              <p:cTn id="17" fill="hold">
                                <p:stCondLst>
                                  <p:cond delay="1000"/>
                                </p:stCondLst>
                                <p:childTnLst>
                                  <p:par>
                                    <p:cTn id="18" presetID="2" presetClass="entr" presetSubtype="8" accel="60000" fill="hold" nodeType="afterEffect" p14:presetBounceEnd="40000">
                                      <p:stCondLst>
                                        <p:cond delay="0"/>
                                      </p:stCondLst>
                                      <p:childTnLst>
                                        <p:set>
                                          <p:cBhvr>
                                            <p:cTn id="19" dur="1" fill="hold">
                                              <p:stCondLst>
                                                <p:cond delay="0"/>
                                              </p:stCondLst>
                                            </p:cTn>
                                            <p:tgtEl>
                                              <p:spTgt spid="35"/>
                                            </p:tgtEl>
                                            <p:attrNameLst>
                                              <p:attrName>style.visibility</p:attrName>
                                            </p:attrNameLst>
                                          </p:cBhvr>
                                          <p:to>
                                            <p:strVal val="visible"/>
                                          </p:to>
                                        </p:set>
                                        <p:anim calcmode="lin" valueType="num" p14:bounceEnd="40000">
                                          <p:cBhvr additive="base">
                                            <p:cTn id="20" dur="500" fill="hold"/>
                                            <p:tgtEl>
                                              <p:spTgt spid="35"/>
                                            </p:tgtEl>
                                            <p:attrNameLst>
                                              <p:attrName>ppt_x</p:attrName>
                                            </p:attrNameLst>
                                          </p:cBhvr>
                                          <p:tavLst>
                                            <p:tav tm="0">
                                              <p:val>
                                                <p:strVal val="0-#ppt_w/2"/>
                                              </p:val>
                                            </p:tav>
                                            <p:tav tm="100000">
                                              <p:val>
                                                <p:strVal val="#ppt_x"/>
                                              </p:val>
                                            </p:tav>
                                          </p:tavLst>
                                        </p:anim>
                                        <p:anim calcmode="lin" valueType="num" p14:bounceEnd="40000">
                                          <p:cBhvr additive="base">
                                            <p:cTn id="21" dur="500" fill="hold"/>
                                            <p:tgtEl>
                                              <p:spTgt spid="35"/>
                                            </p:tgtEl>
                                            <p:attrNameLst>
                                              <p:attrName>ppt_y</p:attrName>
                                            </p:attrNameLst>
                                          </p:cBhvr>
                                          <p:tavLst>
                                            <p:tav tm="0">
                                              <p:val>
                                                <p:strVal val="#ppt_y"/>
                                              </p:val>
                                            </p:tav>
                                            <p:tav tm="100000">
                                              <p:val>
                                                <p:strVal val="#ppt_y"/>
                                              </p:val>
                                            </p:tav>
                                          </p:tavLst>
                                        </p:anim>
                                      </p:childTnLst>
                                    </p:cTn>
                                  </p:par>
                                  <p:par>
                                    <p:cTn id="22" presetID="2" presetClass="entr" presetSubtype="2"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500" fill="hold"/>
                                            <p:tgtEl>
                                              <p:spTgt spid="11"/>
                                            </p:tgtEl>
                                            <p:attrNameLst>
                                              <p:attrName>ppt_x</p:attrName>
                                            </p:attrNameLst>
                                          </p:cBhvr>
                                          <p:tavLst>
                                            <p:tav tm="0">
                                              <p:val>
                                                <p:strVal val="1+#ppt_w/2"/>
                                              </p:val>
                                            </p:tav>
                                            <p:tav tm="100000">
                                              <p:val>
                                                <p:strVal val="#ppt_x"/>
                                              </p:val>
                                            </p:tav>
                                          </p:tavLst>
                                        </p:anim>
                                        <p:anim calcmode="lin" valueType="num">
                                          <p:cBhvr additive="base">
                                            <p:cTn id="25" dur="500" fill="hold"/>
                                            <p:tgtEl>
                                              <p:spTgt spid="11"/>
                                            </p:tgtEl>
                                            <p:attrNameLst>
                                              <p:attrName>ppt_y</p:attrName>
                                            </p:attrNameLst>
                                          </p:cBhvr>
                                          <p:tavLst>
                                            <p:tav tm="0">
                                              <p:val>
                                                <p:strVal val="#ppt_y"/>
                                              </p:val>
                                            </p:tav>
                                            <p:tav tm="100000">
                                              <p:val>
                                                <p:strVal val="#ppt_y"/>
                                              </p:val>
                                            </p:tav>
                                          </p:tavLst>
                                        </p:anim>
                                      </p:childTnLst>
                                    </p:cTn>
                                  </p:par>
                                </p:childTnLst>
                              </p:cTn>
                            </p:par>
                            <p:par>
                              <p:cTn id="26" fill="hold">
                                <p:stCondLst>
                                  <p:cond delay="1500"/>
                                </p:stCondLst>
                                <p:childTnLst>
                                  <p:par>
                                    <p:cTn id="27" presetID="2" presetClass="entr" presetSubtype="8" accel="60000" fill="hold" nodeType="afterEffect" p14:presetBounceEnd="40000">
                                      <p:stCondLst>
                                        <p:cond delay="0"/>
                                      </p:stCondLst>
                                      <p:childTnLst>
                                        <p:set>
                                          <p:cBhvr>
                                            <p:cTn id="28" dur="1" fill="hold">
                                              <p:stCondLst>
                                                <p:cond delay="0"/>
                                              </p:stCondLst>
                                            </p:cTn>
                                            <p:tgtEl>
                                              <p:spTgt spid="38"/>
                                            </p:tgtEl>
                                            <p:attrNameLst>
                                              <p:attrName>style.visibility</p:attrName>
                                            </p:attrNameLst>
                                          </p:cBhvr>
                                          <p:to>
                                            <p:strVal val="visible"/>
                                          </p:to>
                                        </p:set>
                                        <p:anim calcmode="lin" valueType="num" p14:bounceEnd="40000">
                                          <p:cBhvr additive="base">
                                            <p:cTn id="29" dur="500" fill="hold"/>
                                            <p:tgtEl>
                                              <p:spTgt spid="38"/>
                                            </p:tgtEl>
                                            <p:attrNameLst>
                                              <p:attrName>ppt_x</p:attrName>
                                            </p:attrNameLst>
                                          </p:cBhvr>
                                          <p:tavLst>
                                            <p:tav tm="0">
                                              <p:val>
                                                <p:strVal val="0-#ppt_w/2"/>
                                              </p:val>
                                            </p:tav>
                                            <p:tav tm="100000">
                                              <p:val>
                                                <p:strVal val="#ppt_x"/>
                                              </p:val>
                                            </p:tav>
                                          </p:tavLst>
                                        </p:anim>
                                        <p:anim calcmode="lin" valueType="num" p14:bounceEnd="40000">
                                          <p:cBhvr additive="base">
                                            <p:cTn id="30" dur="500" fill="hold"/>
                                            <p:tgtEl>
                                              <p:spTgt spid="38"/>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500" fill="hold"/>
                                            <p:tgtEl>
                                              <p:spTgt spid="12"/>
                                            </p:tgtEl>
                                            <p:attrNameLst>
                                              <p:attrName>ppt_x</p:attrName>
                                            </p:attrNameLst>
                                          </p:cBhvr>
                                          <p:tavLst>
                                            <p:tav tm="0">
                                              <p:val>
                                                <p:strVal val="1+#ppt_w/2"/>
                                              </p:val>
                                            </p:tav>
                                            <p:tav tm="100000">
                                              <p:val>
                                                <p:strVal val="#ppt_x"/>
                                              </p:val>
                                            </p:tav>
                                          </p:tavLst>
                                        </p:anim>
                                        <p:anim calcmode="lin" valueType="num">
                                          <p:cBhvr additive="base">
                                            <p:cTn id="34" dur="500" fill="hold"/>
                                            <p:tgtEl>
                                              <p:spTgt spid="12"/>
                                            </p:tgtEl>
                                            <p:attrNameLst>
                                              <p:attrName>ppt_y</p:attrName>
                                            </p:attrNameLst>
                                          </p:cBhvr>
                                          <p:tavLst>
                                            <p:tav tm="0">
                                              <p:val>
                                                <p:strVal val="#ppt_y"/>
                                              </p:val>
                                            </p:tav>
                                            <p:tav tm="100000">
                                              <p:val>
                                                <p:strVal val="#ppt_y"/>
                                              </p:val>
                                            </p:tav>
                                          </p:tavLst>
                                        </p:anim>
                                      </p:childTnLst>
                                    </p:cTn>
                                  </p:par>
                                </p:childTnLst>
                              </p:cTn>
                            </p:par>
                            <p:par>
                              <p:cTn id="35" fill="hold">
                                <p:stCondLst>
                                  <p:cond delay="2000"/>
                                </p:stCondLst>
                                <p:childTnLst>
                                  <p:par>
                                    <p:cTn id="36" presetID="2" presetClass="entr" presetSubtype="8" accel="60000" fill="hold" nodeType="afterEffect" p14:presetBounceEnd="40000">
                                      <p:stCondLst>
                                        <p:cond delay="0"/>
                                      </p:stCondLst>
                                      <p:childTnLst>
                                        <p:set>
                                          <p:cBhvr>
                                            <p:cTn id="37" dur="1" fill="hold">
                                              <p:stCondLst>
                                                <p:cond delay="0"/>
                                              </p:stCondLst>
                                            </p:cTn>
                                            <p:tgtEl>
                                              <p:spTgt spid="41"/>
                                            </p:tgtEl>
                                            <p:attrNameLst>
                                              <p:attrName>style.visibility</p:attrName>
                                            </p:attrNameLst>
                                          </p:cBhvr>
                                          <p:to>
                                            <p:strVal val="visible"/>
                                          </p:to>
                                        </p:set>
                                        <p:anim calcmode="lin" valueType="num" p14:bounceEnd="40000">
                                          <p:cBhvr additive="base">
                                            <p:cTn id="38" dur="500" fill="hold"/>
                                            <p:tgtEl>
                                              <p:spTgt spid="41"/>
                                            </p:tgtEl>
                                            <p:attrNameLst>
                                              <p:attrName>ppt_x</p:attrName>
                                            </p:attrNameLst>
                                          </p:cBhvr>
                                          <p:tavLst>
                                            <p:tav tm="0">
                                              <p:val>
                                                <p:strVal val="0-#ppt_w/2"/>
                                              </p:val>
                                            </p:tav>
                                            <p:tav tm="100000">
                                              <p:val>
                                                <p:strVal val="#ppt_x"/>
                                              </p:val>
                                            </p:tav>
                                          </p:tavLst>
                                        </p:anim>
                                        <p:anim calcmode="lin" valueType="num" p14:bounceEnd="40000">
                                          <p:cBhvr additive="base">
                                            <p:cTn id="39" dur="500" fill="hold"/>
                                            <p:tgtEl>
                                              <p:spTgt spid="41"/>
                                            </p:tgtEl>
                                            <p:attrNameLst>
                                              <p:attrName>ppt_y</p:attrName>
                                            </p:attrNameLst>
                                          </p:cBhvr>
                                          <p:tavLst>
                                            <p:tav tm="0">
                                              <p:val>
                                                <p:strVal val="#ppt_y"/>
                                              </p:val>
                                            </p:tav>
                                            <p:tav tm="100000">
                                              <p:val>
                                                <p:strVal val="#ppt_y"/>
                                              </p:val>
                                            </p:tav>
                                          </p:tavLst>
                                        </p:anim>
                                      </p:childTnLst>
                                    </p:cTn>
                                  </p:par>
                                  <p:par>
                                    <p:cTn id="40" presetID="2" presetClass="entr" presetSubtype="2" fill="hold" grpId="0" nodeType="withEffect">
                                      <p:stCondLst>
                                        <p:cond delay="0"/>
                                      </p:stCondLst>
                                      <p:childTnLst>
                                        <p:set>
                                          <p:cBhvr>
                                            <p:cTn id="41" dur="1" fill="hold">
                                              <p:stCondLst>
                                                <p:cond delay="0"/>
                                              </p:stCondLst>
                                            </p:cTn>
                                            <p:tgtEl>
                                              <p:spTgt spid="13"/>
                                            </p:tgtEl>
                                            <p:attrNameLst>
                                              <p:attrName>style.visibility</p:attrName>
                                            </p:attrNameLst>
                                          </p:cBhvr>
                                          <p:to>
                                            <p:strVal val="visible"/>
                                          </p:to>
                                        </p:set>
                                        <p:anim calcmode="lin" valueType="num">
                                          <p:cBhvr additive="base">
                                            <p:cTn id="42" dur="500" fill="hold"/>
                                            <p:tgtEl>
                                              <p:spTgt spid="13"/>
                                            </p:tgtEl>
                                            <p:attrNameLst>
                                              <p:attrName>ppt_x</p:attrName>
                                            </p:attrNameLst>
                                          </p:cBhvr>
                                          <p:tavLst>
                                            <p:tav tm="0">
                                              <p:val>
                                                <p:strVal val="1+#ppt_w/2"/>
                                              </p:val>
                                            </p:tav>
                                            <p:tav tm="100000">
                                              <p:val>
                                                <p:strVal val="#ppt_x"/>
                                              </p:val>
                                            </p:tav>
                                          </p:tavLst>
                                        </p:anim>
                                        <p:anim calcmode="lin" valueType="num">
                                          <p:cBhvr additive="base">
                                            <p:cTn id="43" dur="500" fill="hold"/>
                                            <p:tgtEl>
                                              <p:spTgt spid="13"/>
                                            </p:tgtEl>
                                            <p:attrNameLst>
                                              <p:attrName>ppt_y</p:attrName>
                                            </p:attrNameLst>
                                          </p:cBhvr>
                                          <p:tavLst>
                                            <p:tav tm="0">
                                              <p:val>
                                                <p:strVal val="#ppt_y"/>
                                              </p:val>
                                            </p:tav>
                                            <p:tav tm="100000">
                                              <p:val>
                                                <p:strVal val="#ppt_y"/>
                                              </p:val>
                                            </p:tav>
                                          </p:tavLst>
                                        </p:anim>
                                      </p:childTnLst>
                                    </p:cTn>
                                  </p:par>
                                </p:childTnLst>
                              </p:cTn>
                            </p:par>
                            <p:par>
                              <p:cTn id="44" fill="hold">
                                <p:stCondLst>
                                  <p:cond delay="2500"/>
                                </p:stCondLst>
                                <p:childTnLst>
                                  <p:par>
                                    <p:cTn id="45" presetID="2" presetClass="entr" presetSubtype="8" accel="60000" fill="hold" nodeType="afterEffect" p14:presetBounceEnd="40000">
                                      <p:stCondLst>
                                        <p:cond delay="0"/>
                                      </p:stCondLst>
                                      <p:childTnLst>
                                        <p:set>
                                          <p:cBhvr>
                                            <p:cTn id="46" dur="1" fill="hold">
                                              <p:stCondLst>
                                                <p:cond delay="0"/>
                                              </p:stCondLst>
                                            </p:cTn>
                                            <p:tgtEl>
                                              <p:spTgt spid="44"/>
                                            </p:tgtEl>
                                            <p:attrNameLst>
                                              <p:attrName>style.visibility</p:attrName>
                                            </p:attrNameLst>
                                          </p:cBhvr>
                                          <p:to>
                                            <p:strVal val="visible"/>
                                          </p:to>
                                        </p:set>
                                        <p:anim calcmode="lin" valueType="num" p14:bounceEnd="40000">
                                          <p:cBhvr additive="base">
                                            <p:cTn id="47" dur="500" fill="hold"/>
                                            <p:tgtEl>
                                              <p:spTgt spid="44"/>
                                            </p:tgtEl>
                                            <p:attrNameLst>
                                              <p:attrName>ppt_x</p:attrName>
                                            </p:attrNameLst>
                                          </p:cBhvr>
                                          <p:tavLst>
                                            <p:tav tm="0">
                                              <p:val>
                                                <p:strVal val="0-#ppt_w/2"/>
                                              </p:val>
                                            </p:tav>
                                            <p:tav tm="100000">
                                              <p:val>
                                                <p:strVal val="#ppt_x"/>
                                              </p:val>
                                            </p:tav>
                                          </p:tavLst>
                                        </p:anim>
                                        <p:anim calcmode="lin" valueType="num" p14:bounceEnd="40000">
                                          <p:cBhvr additive="base">
                                            <p:cTn id="48" dur="500" fill="hold"/>
                                            <p:tgtEl>
                                              <p:spTgt spid="44"/>
                                            </p:tgtEl>
                                            <p:attrNameLst>
                                              <p:attrName>ppt_y</p:attrName>
                                            </p:attrNameLst>
                                          </p:cBhvr>
                                          <p:tavLst>
                                            <p:tav tm="0">
                                              <p:val>
                                                <p:strVal val="#ppt_y"/>
                                              </p:val>
                                            </p:tav>
                                            <p:tav tm="100000">
                                              <p:val>
                                                <p:strVal val="#ppt_y"/>
                                              </p:val>
                                            </p:tav>
                                          </p:tavLst>
                                        </p:anim>
                                      </p:childTnLst>
                                    </p:cTn>
                                  </p:par>
                                  <p:par>
                                    <p:cTn id="49" presetID="2" presetClass="entr" presetSubtype="2"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anim calcmode="lin" valueType="num">
                                          <p:cBhvr additive="base">
                                            <p:cTn id="51" dur="500" fill="hold"/>
                                            <p:tgtEl>
                                              <p:spTgt spid="14"/>
                                            </p:tgtEl>
                                            <p:attrNameLst>
                                              <p:attrName>ppt_x</p:attrName>
                                            </p:attrNameLst>
                                          </p:cBhvr>
                                          <p:tavLst>
                                            <p:tav tm="0">
                                              <p:val>
                                                <p:strVal val="1+#ppt_w/2"/>
                                              </p:val>
                                            </p:tav>
                                            <p:tav tm="100000">
                                              <p:val>
                                                <p:strVal val="#ppt_x"/>
                                              </p:val>
                                            </p:tav>
                                          </p:tavLst>
                                        </p:anim>
                                        <p:anim calcmode="lin" valueType="num">
                                          <p:cBhvr additive="base">
                                            <p:cTn id="52" dur="500" fill="hold"/>
                                            <p:tgtEl>
                                              <p:spTgt spid="14"/>
                                            </p:tgtEl>
                                            <p:attrNameLst>
                                              <p:attrName>ppt_y</p:attrName>
                                            </p:attrNameLst>
                                          </p:cBhvr>
                                          <p:tavLst>
                                            <p:tav tm="0">
                                              <p:val>
                                                <p:strVal val="#ppt_y"/>
                                              </p:val>
                                            </p:tav>
                                            <p:tav tm="100000">
                                              <p:val>
                                                <p:strVal val="#ppt_y"/>
                                              </p:val>
                                            </p:tav>
                                          </p:tavLst>
                                        </p:anim>
                                      </p:childTnLst>
                                    </p:cTn>
                                  </p:par>
                                </p:childTnLst>
                              </p:cTn>
                            </p:par>
                            <p:par>
                              <p:cTn id="53" fill="hold">
                                <p:stCondLst>
                                  <p:cond delay="3000"/>
                                </p:stCondLst>
                                <p:childTnLst>
                                  <p:par>
                                    <p:cTn id="54" presetID="16" presetClass="entr" presetSubtype="21" fill="hold" grpId="0" nodeType="afterEffect">
                                      <p:stCondLst>
                                        <p:cond delay="0"/>
                                      </p:stCondLst>
                                      <p:childTnLst>
                                        <p:set>
                                          <p:cBhvr>
                                            <p:cTn id="55" dur="1" fill="hold">
                                              <p:stCondLst>
                                                <p:cond delay="0"/>
                                              </p:stCondLst>
                                            </p:cTn>
                                            <p:tgtEl>
                                              <p:spTgt spid="16"/>
                                            </p:tgtEl>
                                            <p:attrNameLst>
                                              <p:attrName>style.visibility</p:attrName>
                                            </p:attrNameLst>
                                          </p:cBhvr>
                                          <p:to>
                                            <p:strVal val="visible"/>
                                          </p:to>
                                        </p:set>
                                        <p:animEffect transition="in" filter="barn(inVertical)">
                                          <p:cBhvr>
                                            <p:cTn id="56" dur="500"/>
                                            <p:tgtEl>
                                              <p:spTgt spid="16"/>
                                            </p:tgtEl>
                                          </p:cBhvr>
                                        </p:animEffect>
                                      </p:childTnLst>
                                    </p:cTn>
                                  </p:par>
                                </p:childTnLst>
                              </p:cTn>
                            </p:par>
                            <p:par>
                              <p:cTn id="57" fill="hold">
                                <p:stCondLst>
                                  <p:cond delay="3500"/>
                                </p:stCondLst>
                                <p:childTnLst>
                                  <p:par>
                                    <p:cTn id="58" presetID="10" presetClass="entr" presetSubtype="0" fill="hold" grpId="0" nodeType="after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0" grpId="0" animBg="1"/>
          <p:bldP spid="11" grpId="0" animBg="1"/>
          <p:bldP spid="12" grpId="0" animBg="1"/>
          <p:bldP spid="13" grpId="0" animBg="1"/>
          <p:bldP spid="14" grpId="0" animBg="1"/>
          <p:bldP spid="15" grpId="0"/>
          <p:bldP spid="16"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par>
                              <p:cTn id="8" fill="hold">
                                <p:stCondLst>
                                  <p:cond delay="500"/>
                                </p:stCondLst>
                                <p:childTnLst>
                                  <p:par>
                                    <p:cTn id="9" presetID="2" presetClass="entr" presetSubtype="8" accel="60000" fill="hold" nodeType="afterEffect">
                                      <p:stCondLst>
                                        <p:cond delay="0"/>
                                      </p:stCondLst>
                                      <p:childTnLst>
                                        <p:set>
                                          <p:cBhvr>
                                            <p:cTn id="10" dur="1" fill="hold">
                                              <p:stCondLst>
                                                <p:cond delay="0"/>
                                              </p:stCondLst>
                                            </p:cTn>
                                            <p:tgtEl>
                                              <p:spTgt spid="32"/>
                                            </p:tgtEl>
                                            <p:attrNameLst>
                                              <p:attrName>style.visibility</p:attrName>
                                            </p:attrNameLst>
                                          </p:cBhvr>
                                          <p:to>
                                            <p:strVal val="visible"/>
                                          </p:to>
                                        </p:set>
                                        <p:anim calcmode="lin" valueType="num">
                                          <p:cBhvr additive="base">
                                            <p:cTn id="11" dur="500" fill="hold"/>
                                            <p:tgtEl>
                                              <p:spTgt spid="32"/>
                                            </p:tgtEl>
                                            <p:attrNameLst>
                                              <p:attrName>ppt_x</p:attrName>
                                            </p:attrNameLst>
                                          </p:cBhvr>
                                          <p:tavLst>
                                            <p:tav tm="0">
                                              <p:val>
                                                <p:strVal val="0-#ppt_w/2"/>
                                              </p:val>
                                            </p:tav>
                                            <p:tav tm="100000">
                                              <p:val>
                                                <p:strVal val="#ppt_x"/>
                                              </p:val>
                                            </p:tav>
                                          </p:tavLst>
                                        </p:anim>
                                        <p:anim calcmode="lin" valueType="num">
                                          <p:cBhvr additive="base">
                                            <p:cTn id="12" dur="500" fill="hold"/>
                                            <p:tgtEl>
                                              <p:spTgt spid="32"/>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1+#ppt_w/2"/>
                                              </p:val>
                                            </p:tav>
                                            <p:tav tm="100000">
                                              <p:val>
                                                <p:strVal val="#ppt_x"/>
                                              </p:val>
                                            </p:tav>
                                          </p:tavLst>
                                        </p:anim>
                                        <p:anim calcmode="lin" valueType="num">
                                          <p:cBhvr additive="base">
                                            <p:cTn id="16" dur="500" fill="hold"/>
                                            <p:tgtEl>
                                              <p:spTgt spid="10"/>
                                            </p:tgtEl>
                                            <p:attrNameLst>
                                              <p:attrName>ppt_y</p:attrName>
                                            </p:attrNameLst>
                                          </p:cBhvr>
                                          <p:tavLst>
                                            <p:tav tm="0">
                                              <p:val>
                                                <p:strVal val="#ppt_y"/>
                                              </p:val>
                                            </p:tav>
                                            <p:tav tm="100000">
                                              <p:val>
                                                <p:strVal val="#ppt_y"/>
                                              </p:val>
                                            </p:tav>
                                          </p:tavLst>
                                        </p:anim>
                                      </p:childTnLst>
                                    </p:cTn>
                                  </p:par>
                                </p:childTnLst>
                              </p:cTn>
                            </p:par>
                            <p:par>
                              <p:cTn id="17" fill="hold">
                                <p:stCondLst>
                                  <p:cond delay="1000"/>
                                </p:stCondLst>
                                <p:childTnLst>
                                  <p:par>
                                    <p:cTn id="18" presetID="2" presetClass="entr" presetSubtype="8" accel="60000" fill="hold" nodeType="afterEffect">
                                      <p:stCondLst>
                                        <p:cond delay="0"/>
                                      </p:stCondLst>
                                      <p:childTnLst>
                                        <p:set>
                                          <p:cBhvr>
                                            <p:cTn id="19" dur="1" fill="hold">
                                              <p:stCondLst>
                                                <p:cond delay="0"/>
                                              </p:stCondLst>
                                            </p:cTn>
                                            <p:tgtEl>
                                              <p:spTgt spid="35"/>
                                            </p:tgtEl>
                                            <p:attrNameLst>
                                              <p:attrName>style.visibility</p:attrName>
                                            </p:attrNameLst>
                                          </p:cBhvr>
                                          <p:to>
                                            <p:strVal val="visible"/>
                                          </p:to>
                                        </p:set>
                                        <p:anim calcmode="lin" valueType="num">
                                          <p:cBhvr additive="base">
                                            <p:cTn id="20" dur="500" fill="hold"/>
                                            <p:tgtEl>
                                              <p:spTgt spid="35"/>
                                            </p:tgtEl>
                                            <p:attrNameLst>
                                              <p:attrName>ppt_x</p:attrName>
                                            </p:attrNameLst>
                                          </p:cBhvr>
                                          <p:tavLst>
                                            <p:tav tm="0">
                                              <p:val>
                                                <p:strVal val="0-#ppt_w/2"/>
                                              </p:val>
                                            </p:tav>
                                            <p:tav tm="100000">
                                              <p:val>
                                                <p:strVal val="#ppt_x"/>
                                              </p:val>
                                            </p:tav>
                                          </p:tavLst>
                                        </p:anim>
                                        <p:anim calcmode="lin" valueType="num">
                                          <p:cBhvr additive="base">
                                            <p:cTn id="21" dur="500" fill="hold"/>
                                            <p:tgtEl>
                                              <p:spTgt spid="35"/>
                                            </p:tgtEl>
                                            <p:attrNameLst>
                                              <p:attrName>ppt_y</p:attrName>
                                            </p:attrNameLst>
                                          </p:cBhvr>
                                          <p:tavLst>
                                            <p:tav tm="0">
                                              <p:val>
                                                <p:strVal val="#ppt_y"/>
                                              </p:val>
                                            </p:tav>
                                            <p:tav tm="100000">
                                              <p:val>
                                                <p:strVal val="#ppt_y"/>
                                              </p:val>
                                            </p:tav>
                                          </p:tavLst>
                                        </p:anim>
                                      </p:childTnLst>
                                    </p:cTn>
                                  </p:par>
                                  <p:par>
                                    <p:cTn id="22" presetID="2" presetClass="entr" presetSubtype="2"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500" fill="hold"/>
                                            <p:tgtEl>
                                              <p:spTgt spid="11"/>
                                            </p:tgtEl>
                                            <p:attrNameLst>
                                              <p:attrName>ppt_x</p:attrName>
                                            </p:attrNameLst>
                                          </p:cBhvr>
                                          <p:tavLst>
                                            <p:tav tm="0">
                                              <p:val>
                                                <p:strVal val="1+#ppt_w/2"/>
                                              </p:val>
                                            </p:tav>
                                            <p:tav tm="100000">
                                              <p:val>
                                                <p:strVal val="#ppt_x"/>
                                              </p:val>
                                            </p:tav>
                                          </p:tavLst>
                                        </p:anim>
                                        <p:anim calcmode="lin" valueType="num">
                                          <p:cBhvr additive="base">
                                            <p:cTn id="25" dur="500" fill="hold"/>
                                            <p:tgtEl>
                                              <p:spTgt spid="11"/>
                                            </p:tgtEl>
                                            <p:attrNameLst>
                                              <p:attrName>ppt_y</p:attrName>
                                            </p:attrNameLst>
                                          </p:cBhvr>
                                          <p:tavLst>
                                            <p:tav tm="0">
                                              <p:val>
                                                <p:strVal val="#ppt_y"/>
                                              </p:val>
                                            </p:tav>
                                            <p:tav tm="100000">
                                              <p:val>
                                                <p:strVal val="#ppt_y"/>
                                              </p:val>
                                            </p:tav>
                                          </p:tavLst>
                                        </p:anim>
                                      </p:childTnLst>
                                    </p:cTn>
                                  </p:par>
                                </p:childTnLst>
                              </p:cTn>
                            </p:par>
                            <p:par>
                              <p:cTn id="26" fill="hold">
                                <p:stCondLst>
                                  <p:cond delay="1500"/>
                                </p:stCondLst>
                                <p:childTnLst>
                                  <p:par>
                                    <p:cTn id="27" presetID="2" presetClass="entr" presetSubtype="8" accel="60000" fill="hold" nodeType="afterEffect">
                                      <p:stCondLst>
                                        <p:cond delay="0"/>
                                      </p:stCondLst>
                                      <p:childTnLst>
                                        <p:set>
                                          <p:cBhvr>
                                            <p:cTn id="28" dur="1" fill="hold">
                                              <p:stCondLst>
                                                <p:cond delay="0"/>
                                              </p:stCondLst>
                                            </p:cTn>
                                            <p:tgtEl>
                                              <p:spTgt spid="38"/>
                                            </p:tgtEl>
                                            <p:attrNameLst>
                                              <p:attrName>style.visibility</p:attrName>
                                            </p:attrNameLst>
                                          </p:cBhvr>
                                          <p:to>
                                            <p:strVal val="visible"/>
                                          </p:to>
                                        </p:set>
                                        <p:anim calcmode="lin" valueType="num">
                                          <p:cBhvr additive="base">
                                            <p:cTn id="29" dur="500" fill="hold"/>
                                            <p:tgtEl>
                                              <p:spTgt spid="38"/>
                                            </p:tgtEl>
                                            <p:attrNameLst>
                                              <p:attrName>ppt_x</p:attrName>
                                            </p:attrNameLst>
                                          </p:cBhvr>
                                          <p:tavLst>
                                            <p:tav tm="0">
                                              <p:val>
                                                <p:strVal val="0-#ppt_w/2"/>
                                              </p:val>
                                            </p:tav>
                                            <p:tav tm="100000">
                                              <p:val>
                                                <p:strVal val="#ppt_x"/>
                                              </p:val>
                                            </p:tav>
                                          </p:tavLst>
                                        </p:anim>
                                        <p:anim calcmode="lin" valueType="num">
                                          <p:cBhvr additive="base">
                                            <p:cTn id="30" dur="500" fill="hold"/>
                                            <p:tgtEl>
                                              <p:spTgt spid="38"/>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500" fill="hold"/>
                                            <p:tgtEl>
                                              <p:spTgt spid="12"/>
                                            </p:tgtEl>
                                            <p:attrNameLst>
                                              <p:attrName>ppt_x</p:attrName>
                                            </p:attrNameLst>
                                          </p:cBhvr>
                                          <p:tavLst>
                                            <p:tav tm="0">
                                              <p:val>
                                                <p:strVal val="1+#ppt_w/2"/>
                                              </p:val>
                                            </p:tav>
                                            <p:tav tm="100000">
                                              <p:val>
                                                <p:strVal val="#ppt_x"/>
                                              </p:val>
                                            </p:tav>
                                          </p:tavLst>
                                        </p:anim>
                                        <p:anim calcmode="lin" valueType="num">
                                          <p:cBhvr additive="base">
                                            <p:cTn id="34" dur="500" fill="hold"/>
                                            <p:tgtEl>
                                              <p:spTgt spid="12"/>
                                            </p:tgtEl>
                                            <p:attrNameLst>
                                              <p:attrName>ppt_y</p:attrName>
                                            </p:attrNameLst>
                                          </p:cBhvr>
                                          <p:tavLst>
                                            <p:tav tm="0">
                                              <p:val>
                                                <p:strVal val="#ppt_y"/>
                                              </p:val>
                                            </p:tav>
                                            <p:tav tm="100000">
                                              <p:val>
                                                <p:strVal val="#ppt_y"/>
                                              </p:val>
                                            </p:tav>
                                          </p:tavLst>
                                        </p:anim>
                                      </p:childTnLst>
                                    </p:cTn>
                                  </p:par>
                                </p:childTnLst>
                              </p:cTn>
                            </p:par>
                            <p:par>
                              <p:cTn id="35" fill="hold">
                                <p:stCondLst>
                                  <p:cond delay="2000"/>
                                </p:stCondLst>
                                <p:childTnLst>
                                  <p:par>
                                    <p:cTn id="36" presetID="2" presetClass="entr" presetSubtype="8" accel="60000" fill="hold" nodeType="afterEffect">
                                      <p:stCondLst>
                                        <p:cond delay="0"/>
                                      </p:stCondLst>
                                      <p:childTnLst>
                                        <p:set>
                                          <p:cBhvr>
                                            <p:cTn id="37" dur="1" fill="hold">
                                              <p:stCondLst>
                                                <p:cond delay="0"/>
                                              </p:stCondLst>
                                            </p:cTn>
                                            <p:tgtEl>
                                              <p:spTgt spid="41"/>
                                            </p:tgtEl>
                                            <p:attrNameLst>
                                              <p:attrName>style.visibility</p:attrName>
                                            </p:attrNameLst>
                                          </p:cBhvr>
                                          <p:to>
                                            <p:strVal val="visible"/>
                                          </p:to>
                                        </p:set>
                                        <p:anim calcmode="lin" valueType="num">
                                          <p:cBhvr additive="base">
                                            <p:cTn id="38" dur="500" fill="hold"/>
                                            <p:tgtEl>
                                              <p:spTgt spid="41"/>
                                            </p:tgtEl>
                                            <p:attrNameLst>
                                              <p:attrName>ppt_x</p:attrName>
                                            </p:attrNameLst>
                                          </p:cBhvr>
                                          <p:tavLst>
                                            <p:tav tm="0">
                                              <p:val>
                                                <p:strVal val="0-#ppt_w/2"/>
                                              </p:val>
                                            </p:tav>
                                            <p:tav tm="100000">
                                              <p:val>
                                                <p:strVal val="#ppt_x"/>
                                              </p:val>
                                            </p:tav>
                                          </p:tavLst>
                                        </p:anim>
                                        <p:anim calcmode="lin" valueType="num">
                                          <p:cBhvr additive="base">
                                            <p:cTn id="39" dur="500" fill="hold"/>
                                            <p:tgtEl>
                                              <p:spTgt spid="41"/>
                                            </p:tgtEl>
                                            <p:attrNameLst>
                                              <p:attrName>ppt_y</p:attrName>
                                            </p:attrNameLst>
                                          </p:cBhvr>
                                          <p:tavLst>
                                            <p:tav tm="0">
                                              <p:val>
                                                <p:strVal val="#ppt_y"/>
                                              </p:val>
                                            </p:tav>
                                            <p:tav tm="100000">
                                              <p:val>
                                                <p:strVal val="#ppt_y"/>
                                              </p:val>
                                            </p:tav>
                                          </p:tavLst>
                                        </p:anim>
                                      </p:childTnLst>
                                    </p:cTn>
                                  </p:par>
                                  <p:par>
                                    <p:cTn id="40" presetID="2" presetClass="entr" presetSubtype="2" fill="hold" grpId="0" nodeType="withEffect">
                                      <p:stCondLst>
                                        <p:cond delay="0"/>
                                      </p:stCondLst>
                                      <p:childTnLst>
                                        <p:set>
                                          <p:cBhvr>
                                            <p:cTn id="41" dur="1" fill="hold">
                                              <p:stCondLst>
                                                <p:cond delay="0"/>
                                              </p:stCondLst>
                                            </p:cTn>
                                            <p:tgtEl>
                                              <p:spTgt spid="13"/>
                                            </p:tgtEl>
                                            <p:attrNameLst>
                                              <p:attrName>style.visibility</p:attrName>
                                            </p:attrNameLst>
                                          </p:cBhvr>
                                          <p:to>
                                            <p:strVal val="visible"/>
                                          </p:to>
                                        </p:set>
                                        <p:anim calcmode="lin" valueType="num">
                                          <p:cBhvr additive="base">
                                            <p:cTn id="42" dur="500" fill="hold"/>
                                            <p:tgtEl>
                                              <p:spTgt spid="13"/>
                                            </p:tgtEl>
                                            <p:attrNameLst>
                                              <p:attrName>ppt_x</p:attrName>
                                            </p:attrNameLst>
                                          </p:cBhvr>
                                          <p:tavLst>
                                            <p:tav tm="0">
                                              <p:val>
                                                <p:strVal val="1+#ppt_w/2"/>
                                              </p:val>
                                            </p:tav>
                                            <p:tav tm="100000">
                                              <p:val>
                                                <p:strVal val="#ppt_x"/>
                                              </p:val>
                                            </p:tav>
                                          </p:tavLst>
                                        </p:anim>
                                        <p:anim calcmode="lin" valueType="num">
                                          <p:cBhvr additive="base">
                                            <p:cTn id="43" dur="500" fill="hold"/>
                                            <p:tgtEl>
                                              <p:spTgt spid="13"/>
                                            </p:tgtEl>
                                            <p:attrNameLst>
                                              <p:attrName>ppt_y</p:attrName>
                                            </p:attrNameLst>
                                          </p:cBhvr>
                                          <p:tavLst>
                                            <p:tav tm="0">
                                              <p:val>
                                                <p:strVal val="#ppt_y"/>
                                              </p:val>
                                            </p:tav>
                                            <p:tav tm="100000">
                                              <p:val>
                                                <p:strVal val="#ppt_y"/>
                                              </p:val>
                                            </p:tav>
                                          </p:tavLst>
                                        </p:anim>
                                      </p:childTnLst>
                                    </p:cTn>
                                  </p:par>
                                </p:childTnLst>
                              </p:cTn>
                            </p:par>
                            <p:par>
                              <p:cTn id="44" fill="hold">
                                <p:stCondLst>
                                  <p:cond delay="2500"/>
                                </p:stCondLst>
                                <p:childTnLst>
                                  <p:par>
                                    <p:cTn id="45" presetID="2" presetClass="entr" presetSubtype="8" accel="60000" fill="hold" nodeType="afterEffect">
                                      <p:stCondLst>
                                        <p:cond delay="0"/>
                                      </p:stCondLst>
                                      <p:childTnLst>
                                        <p:set>
                                          <p:cBhvr>
                                            <p:cTn id="46" dur="1" fill="hold">
                                              <p:stCondLst>
                                                <p:cond delay="0"/>
                                              </p:stCondLst>
                                            </p:cTn>
                                            <p:tgtEl>
                                              <p:spTgt spid="44"/>
                                            </p:tgtEl>
                                            <p:attrNameLst>
                                              <p:attrName>style.visibility</p:attrName>
                                            </p:attrNameLst>
                                          </p:cBhvr>
                                          <p:to>
                                            <p:strVal val="visible"/>
                                          </p:to>
                                        </p:set>
                                        <p:anim calcmode="lin" valueType="num">
                                          <p:cBhvr additive="base">
                                            <p:cTn id="47" dur="500" fill="hold"/>
                                            <p:tgtEl>
                                              <p:spTgt spid="44"/>
                                            </p:tgtEl>
                                            <p:attrNameLst>
                                              <p:attrName>ppt_x</p:attrName>
                                            </p:attrNameLst>
                                          </p:cBhvr>
                                          <p:tavLst>
                                            <p:tav tm="0">
                                              <p:val>
                                                <p:strVal val="0-#ppt_w/2"/>
                                              </p:val>
                                            </p:tav>
                                            <p:tav tm="100000">
                                              <p:val>
                                                <p:strVal val="#ppt_x"/>
                                              </p:val>
                                            </p:tav>
                                          </p:tavLst>
                                        </p:anim>
                                        <p:anim calcmode="lin" valueType="num">
                                          <p:cBhvr additive="base">
                                            <p:cTn id="48" dur="500" fill="hold"/>
                                            <p:tgtEl>
                                              <p:spTgt spid="44"/>
                                            </p:tgtEl>
                                            <p:attrNameLst>
                                              <p:attrName>ppt_y</p:attrName>
                                            </p:attrNameLst>
                                          </p:cBhvr>
                                          <p:tavLst>
                                            <p:tav tm="0">
                                              <p:val>
                                                <p:strVal val="#ppt_y"/>
                                              </p:val>
                                            </p:tav>
                                            <p:tav tm="100000">
                                              <p:val>
                                                <p:strVal val="#ppt_y"/>
                                              </p:val>
                                            </p:tav>
                                          </p:tavLst>
                                        </p:anim>
                                      </p:childTnLst>
                                    </p:cTn>
                                  </p:par>
                                  <p:par>
                                    <p:cTn id="49" presetID="2" presetClass="entr" presetSubtype="2"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anim calcmode="lin" valueType="num">
                                          <p:cBhvr additive="base">
                                            <p:cTn id="51" dur="500" fill="hold"/>
                                            <p:tgtEl>
                                              <p:spTgt spid="14"/>
                                            </p:tgtEl>
                                            <p:attrNameLst>
                                              <p:attrName>ppt_x</p:attrName>
                                            </p:attrNameLst>
                                          </p:cBhvr>
                                          <p:tavLst>
                                            <p:tav tm="0">
                                              <p:val>
                                                <p:strVal val="1+#ppt_w/2"/>
                                              </p:val>
                                            </p:tav>
                                            <p:tav tm="100000">
                                              <p:val>
                                                <p:strVal val="#ppt_x"/>
                                              </p:val>
                                            </p:tav>
                                          </p:tavLst>
                                        </p:anim>
                                        <p:anim calcmode="lin" valueType="num">
                                          <p:cBhvr additive="base">
                                            <p:cTn id="52" dur="500" fill="hold"/>
                                            <p:tgtEl>
                                              <p:spTgt spid="14"/>
                                            </p:tgtEl>
                                            <p:attrNameLst>
                                              <p:attrName>ppt_y</p:attrName>
                                            </p:attrNameLst>
                                          </p:cBhvr>
                                          <p:tavLst>
                                            <p:tav tm="0">
                                              <p:val>
                                                <p:strVal val="#ppt_y"/>
                                              </p:val>
                                            </p:tav>
                                            <p:tav tm="100000">
                                              <p:val>
                                                <p:strVal val="#ppt_y"/>
                                              </p:val>
                                            </p:tav>
                                          </p:tavLst>
                                        </p:anim>
                                      </p:childTnLst>
                                    </p:cTn>
                                  </p:par>
                                </p:childTnLst>
                              </p:cTn>
                            </p:par>
                            <p:par>
                              <p:cTn id="53" fill="hold">
                                <p:stCondLst>
                                  <p:cond delay="3000"/>
                                </p:stCondLst>
                                <p:childTnLst>
                                  <p:par>
                                    <p:cTn id="54" presetID="16" presetClass="entr" presetSubtype="21" fill="hold" grpId="0" nodeType="afterEffect">
                                      <p:stCondLst>
                                        <p:cond delay="0"/>
                                      </p:stCondLst>
                                      <p:childTnLst>
                                        <p:set>
                                          <p:cBhvr>
                                            <p:cTn id="55" dur="1" fill="hold">
                                              <p:stCondLst>
                                                <p:cond delay="0"/>
                                              </p:stCondLst>
                                            </p:cTn>
                                            <p:tgtEl>
                                              <p:spTgt spid="16"/>
                                            </p:tgtEl>
                                            <p:attrNameLst>
                                              <p:attrName>style.visibility</p:attrName>
                                            </p:attrNameLst>
                                          </p:cBhvr>
                                          <p:to>
                                            <p:strVal val="visible"/>
                                          </p:to>
                                        </p:set>
                                        <p:animEffect transition="in" filter="barn(inVertical)">
                                          <p:cBhvr>
                                            <p:cTn id="56" dur="500"/>
                                            <p:tgtEl>
                                              <p:spTgt spid="16"/>
                                            </p:tgtEl>
                                          </p:cBhvr>
                                        </p:animEffect>
                                      </p:childTnLst>
                                    </p:cTn>
                                  </p:par>
                                </p:childTnLst>
                              </p:cTn>
                            </p:par>
                            <p:par>
                              <p:cTn id="57" fill="hold">
                                <p:stCondLst>
                                  <p:cond delay="3500"/>
                                </p:stCondLst>
                                <p:childTnLst>
                                  <p:par>
                                    <p:cTn id="58" presetID="10" presetClass="entr" presetSubtype="0" fill="hold" grpId="0" nodeType="after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0" grpId="0" animBg="1"/>
          <p:bldP spid="11" grpId="0" animBg="1"/>
          <p:bldP spid="12" grpId="0" animBg="1"/>
          <p:bldP spid="13" grpId="0" animBg="1"/>
          <p:bldP spid="14" grpId="0" animBg="1"/>
          <p:bldP spid="15" grpId="0"/>
          <p:bldP spid="16" grpId="0"/>
        </p:bldLst>
      </p:timing>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原创设计师QQ598969553          _1"/>
          <p:cNvSpPr txBox="1"/>
          <p:nvPr/>
        </p:nvSpPr>
        <p:spPr>
          <a:xfrm>
            <a:off x="2803736" y="299722"/>
            <a:ext cx="3523130" cy="377026"/>
          </a:xfrm>
          <a:prstGeom prst="rect">
            <a:avLst/>
          </a:prstGeom>
          <a:noFill/>
        </p:spPr>
        <p:txBody>
          <a:bodyPr wrap="square" lIns="68580" tIns="34290" rIns="68580" bIns="34290" rtlCol="0">
            <a:spAutoFit/>
          </a:bodyPr>
          <a:lstStyle/>
          <a:p>
            <a:pPr algn="ctr"/>
            <a:r>
              <a:rPr lang="zh-CN" altLang="en-US" sz="2000" b="1" dirty="0">
                <a:solidFill>
                  <a:schemeClr val="tx1">
                    <a:lumMod val="65000"/>
                    <a:lumOff val="35000"/>
                  </a:schemeClr>
                </a:solidFill>
                <a:latin typeface="+mn-ea"/>
              </a:rPr>
              <a:t>添加标题文本内容</a:t>
            </a:r>
            <a:endParaRPr lang="en-US" altLang="zh-CN" sz="2000" b="1" dirty="0">
              <a:solidFill>
                <a:schemeClr val="tx1">
                  <a:lumMod val="65000"/>
                  <a:lumOff val="35000"/>
                </a:schemeClr>
              </a:solidFill>
              <a:latin typeface="+mn-ea"/>
            </a:endParaRPr>
          </a:p>
        </p:txBody>
      </p:sp>
      <p:grpSp>
        <p:nvGrpSpPr>
          <p:cNvPr id="71" name="原创设计师QQ598969553          _2"/>
          <p:cNvGrpSpPr/>
          <p:nvPr/>
        </p:nvGrpSpPr>
        <p:grpSpPr>
          <a:xfrm>
            <a:off x="1547850" y="1248636"/>
            <a:ext cx="2013686" cy="1068427"/>
            <a:chOff x="1547850" y="1248636"/>
            <a:chExt cx="2013686" cy="1068427"/>
          </a:xfrm>
        </p:grpSpPr>
        <p:grpSp>
          <p:nvGrpSpPr>
            <p:cNvPr id="32" name="组合 31"/>
            <p:cNvGrpSpPr/>
            <p:nvPr/>
          </p:nvGrpSpPr>
          <p:grpSpPr>
            <a:xfrm flipH="1">
              <a:off x="1547850" y="1248636"/>
              <a:ext cx="2013686" cy="1068427"/>
              <a:chOff x="5947699" y="828177"/>
              <a:chExt cx="2684915" cy="1424564"/>
            </a:xfrm>
          </p:grpSpPr>
          <p:grpSp>
            <p:nvGrpSpPr>
              <p:cNvPr id="33" name="组合 32"/>
              <p:cNvGrpSpPr/>
              <p:nvPr/>
            </p:nvGrpSpPr>
            <p:grpSpPr>
              <a:xfrm flipV="1">
                <a:off x="5947699" y="1317986"/>
                <a:ext cx="2684915" cy="333365"/>
                <a:chOff x="5272248" y="4626108"/>
                <a:chExt cx="2684915" cy="333365"/>
              </a:xfrm>
            </p:grpSpPr>
            <p:sp>
              <p:nvSpPr>
                <p:cNvPr id="36" name="椭圆 35"/>
                <p:cNvSpPr/>
                <p:nvPr/>
              </p:nvSpPr>
              <p:spPr>
                <a:xfrm>
                  <a:off x="5272248" y="4626108"/>
                  <a:ext cx="81021" cy="8102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prstClr val="white"/>
                    </a:solidFill>
                    <a:latin typeface="+mn-ea"/>
                    <a:sym typeface="Arial" panose="020B0604020202020204" pitchFamily="34" charset="0"/>
                  </a:endParaRPr>
                </a:p>
              </p:txBody>
            </p:sp>
            <p:sp>
              <p:nvSpPr>
                <p:cNvPr id="37" name="任意多边形 36"/>
                <p:cNvSpPr/>
                <p:nvPr/>
              </p:nvSpPr>
              <p:spPr>
                <a:xfrm>
                  <a:off x="5335428" y="4686869"/>
                  <a:ext cx="2621735" cy="272604"/>
                </a:xfrm>
                <a:custGeom>
                  <a:avLst/>
                  <a:gdLst>
                    <a:gd name="connsiteX0" fmla="*/ 0 w 2815771"/>
                    <a:gd name="connsiteY0" fmla="*/ 0 h 638628"/>
                    <a:gd name="connsiteX1" fmla="*/ 725714 w 2815771"/>
                    <a:gd name="connsiteY1" fmla="*/ 638628 h 638628"/>
                    <a:gd name="connsiteX2" fmla="*/ 2815771 w 2815771"/>
                    <a:gd name="connsiteY2" fmla="*/ 638628 h 638628"/>
                    <a:gd name="connsiteX0" fmla="*/ 0 w 2815771"/>
                    <a:gd name="connsiteY0" fmla="*/ 0 h 649982"/>
                    <a:gd name="connsiteX1" fmla="*/ 254183 w 2815771"/>
                    <a:gd name="connsiteY1" fmla="*/ 649982 h 649982"/>
                    <a:gd name="connsiteX2" fmla="*/ 2815771 w 2815771"/>
                    <a:gd name="connsiteY2" fmla="*/ 638628 h 649982"/>
                  </a:gdLst>
                  <a:ahLst/>
                  <a:cxnLst>
                    <a:cxn ang="0">
                      <a:pos x="connsiteX0" y="connsiteY0"/>
                    </a:cxn>
                    <a:cxn ang="0">
                      <a:pos x="connsiteX1" y="connsiteY1"/>
                    </a:cxn>
                    <a:cxn ang="0">
                      <a:pos x="connsiteX2" y="connsiteY2"/>
                    </a:cxn>
                  </a:cxnLst>
                  <a:rect l="l" t="t" r="r" b="b"/>
                  <a:pathLst>
                    <a:path w="2815771" h="649982">
                      <a:moveTo>
                        <a:pt x="0" y="0"/>
                      </a:moveTo>
                      <a:lnTo>
                        <a:pt x="254183" y="649982"/>
                      </a:lnTo>
                      <a:lnTo>
                        <a:pt x="2815771" y="638628"/>
                      </a:lnTo>
                    </a:path>
                  </a:pathLst>
                </a:custGeom>
                <a:no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prstClr val="white"/>
                    </a:solidFill>
                    <a:latin typeface="+mn-ea"/>
                    <a:sym typeface="Arial" panose="020B0604020202020204" pitchFamily="34" charset="0"/>
                  </a:endParaRPr>
                </a:p>
              </p:txBody>
            </p:sp>
          </p:grpSp>
          <p:sp>
            <p:nvSpPr>
              <p:cNvPr id="34" name="文本框 94"/>
              <p:cNvSpPr txBox="1"/>
              <p:nvPr/>
            </p:nvSpPr>
            <p:spPr>
              <a:xfrm>
                <a:off x="6852147" y="828177"/>
                <a:ext cx="1780467" cy="430885"/>
              </a:xfrm>
              <a:prstGeom prst="rect">
                <a:avLst/>
              </a:prstGeom>
              <a:noFill/>
            </p:spPr>
            <p:txBody>
              <a:bodyPr wrap="square" rtlCol="0">
                <a:spAutoFit/>
              </a:bodyPr>
              <a:lstStyle/>
              <a:p>
                <a:pPr>
                  <a:defRPr/>
                </a:pPr>
                <a:r>
                  <a:rPr lang="zh-CN" altLang="en-US" sz="1500" b="1" dirty="0">
                    <a:solidFill>
                      <a:schemeClr val="accent2"/>
                    </a:solidFill>
                    <a:latin typeface="+mn-ea"/>
                  </a:rPr>
                  <a:t>在此添加标题</a:t>
                </a:r>
              </a:p>
            </p:txBody>
          </p:sp>
          <p:sp>
            <p:nvSpPr>
              <p:cNvPr id="35" name="文本框 95"/>
              <p:cNvSpPr txBox="1"/>
              <p:nvPr/>
            </p:nvSpPr>
            <p:spPr>
              <a:xfrm>
                <a:off x="6290683" y="1331295"/>
                <a:ext cx="2341931" cy="921446"/>
              </a:xfrm>
              <a:prstGeom prst="rect">
                <a:avLst/>
              </a:prstGeom>
              <a:noFill/>
            </p:spPr>
            <p:txBody>
              <a:bodyPr wrap="square" rtlCol="0">
                <a:spAutoFit/>
              </a:bodyPr>
              <a:lstStyle/>
              <a:p>
                <a:pPr>
                  <a:lnSpc>
                    <a:spcPct val="150000"/>
                  </a:lnSpc>
                  <a:defRPr/>
                </a:pPr>
                <a:r>
                  <a:rPr lang="zh-CN" altLang="en-US" sz="900" dirty="0">
                    <a:solidFill>
                      <a:schemeClr val="tx1">
                        <a:lumMod val="75000"/>
                        <a:lumOff val="25000"/>
                      </a:schemeClr>
                    </a:solidFill>
                    <a:latin typeface="微软雅黑" pitchFamily="34" charset="-122"/>
                    <a:ea typeface="微软雅黑" pitchFamily="34" charset="-122"/>
                  </a:rPr>
                  <a:t>点击输入本栏的具体文字，简明扼要的说明分项内容，请根据您的具体内容酌情修改。</a:t>
                </a:r>
                <a:endParaRPr lang="zh-CN" altLang="en-US" sz="900" spc="75" dirty="0">
                  <a:solidFill>
                    <a:schemeClr val="tx1">
                      <a:lumMod val="65000"/>
                      <a:lumOff val="35000"/>
                    </a:schemeClr>
                  </a:solidFill>
                  <a:latin typeface="+mn-ea"/>
                </a:endParaRPr>
              </a:p>
            </p:txBody>
          </p:sp>
        </p:grpSp>
        <p:grpSp>
          <p:nvGrpSpPr>
            <p:cNvPr id="44" name="Group 36"/>
            <p:cNvGrpSpPr>
              <a:grpSpLocks noChangeAspect="1"/>
            </p:cNvGrpSpPr>
            <p:nvPr/>
          </p:nvGrpSpPr>
          <p:grpSpPr bwMode="auto">
            <a:xfrm>
              <a:off x="2893692" y="1286138"/>
              <a:ext cx="326696" cy="282176"/>
              <a:chOff x="3321" y="1710"/>
              <a:chExt cx="1042" cy="900"/>
            </a:xfrm>
            <a:solidFill>
              <a:schemeClr val="tx1">
                <a:lumMod val="50000"/>
                <a:lumOff val="50000"/>
                <a:alpha val="40000"/>
              </a:schemeClr>
            </a:solidFill>
          </p:grpSpPr>
          <p:sp>
            <p:nvSpPr>
              <p:cNvPr id="45" name="Freeform 37"/>
              <p:cNvSpPr>
                <a:spLocks noEditPoints="1"/>
              </p:cNvSpPr>
              <p:nvPr/>
            </p:nvSpPr>
            <p:spPr bwMode="auto">
              <a:xfrm>
                <a:off x="3321" y="1710"/>
                <a:ext cx="1042" cy="745"/>
              </a:xfrm>
              <a:custGeom>
                <a:avLst/>
                <a:gdLst>
                  <a:gd name="T0" fmla="*/ 37 w 438"/>
                  <a:gd name="T1" fmla="*/ 255 h 313"/>
                  <a:gd name="T2" fmla="*/ 20 w 438"/>
                  <a:gd name="T3" fmla="*/ 237 h 313"/>
                  <a:gd name="T4" fmla="*/ 20 w 438"/>
                  <a:gd name="T5" fmla="*/ 42 h 313"/>
                  <a:gd name="T6" fmla="*/ 37 w 438"/>
                  <a:gd name="T7" fmla="*/ 25 h 313"/>
                  <a:gd name="T8" fmla="*/ 401 w 438"/>
                  <a:gd name="T9" fmla="*/ 25 h 313"/>
                  <a:gd name="T10" fmla="*/ 418 w 438"/>
                  <a:gd name="T11" fmla="*/ 42 h 313"/>
                  <a:gd name="T12" fmla="*/ 418 w 438"/>
                  <a:gd name="T13" fmla="*/ 237 h 313"/>
                  <a:gd name="T14" fmla="*/ 401 w 438"/>
                  <a:gd name="T15" fmla="*/ 255 h 313"/>
                  <a:gd name="T16" fmla="*/ 37 w 438"/>
                  <a:gd name="T17" fmla="*/ 255 h 313"/>
                  <a:gd name="T18" fmla="*/ 424 w 438"/>
                  <a:gd name="T19" fmla="*/ 0 h 313"/>
                  <a:gd name="T20" fmla="*/ 14 w 438"/>
                  <a:gd name="T21" fmla="*/ 0 h 313"/>
                  <a:gd name="T22" fmla="*/ 0 w 438"/>
                  <a:gd name="T23" fmla="*/ 14 h 313"/>
                  <a:gd name="T24" fmla="*/ 0 w 438"/>
                  <a:gd name="T25" fmla="*/ 298 h 313"/>
                  <a:gd name="T26" fmla="*/ 14 w 438"/>
                  <a:gd name="T27" fmla="*/ 313 h 313"/>
                  <a:gd name="T28" fmla="*/ 424 w 438"/>
                  <a:gd name="T29" fmla="*/ 313 h 313"/>
                  <a:gd name="T30" fmla="*/ 438 w 438"/>
                  <a:gd name="T31" fmla="*/ 298 h 313"/>
                  <a:gd name="T32" fmla="*/ 438 w 438"/>
                  <a:gd name="T33" fmla="*/ 14 h 313"/>
                  <a:gd name="T34" fmla="*/ 424 w 438"/>
                  <a:gd name="T35" fmla="*/ 0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38" h="313">
                    <a:moveTo>
                      <a:pt x="37" y="255"/>
                    </a:moveTo>
                    <a:cubicBezTo>
                      <a:pt x="28" y="255"/>
                      <a:pt x="20" y="247"/>
                      <a:pt x="20" y="237"/>
                    </a:cubicBezTo>
                    <a:cubicBezTo>
                      <a:pt x="20" y="42"/>
                      <a:pt x="20" y="42"/>
                      <a:pt x="20" y="42"/>
                    </a:cubicBezTo>
                    <a:cubicBezTo>
                      <a:pt x="20" y="33"/>
                      <a:pt x="28" y="25"/>
                      <a:pt x="37" y="25"/>
                    </a:cubicBezTo>
                    <a:cubicBezTo>
                      <a:pt x="401" y="25"/>
                      <a:pt x="401" y="25"/>
                      <a:pt x="401" y="25"/>
                    </a:cubicBezTo>
                    <a:cubicBezTo>
                      <a:pt x="410" y="25"/>
                      <a:pt x="418" y="33"/>
                      <a:pt x="418" y="42"/>
                    </a:cubicBezTo>
                    <a:cubicBezTo>
                      <a:pt x="418" y="237"/>
                      <a:pt x="418" y="237"/>
                      <a:pt x="418" y="237"/>
                    </a:cubicBezTo>
                    <a:cubicBezTo>
                      <a:pt x="418" y="247"/>
                      <a:pt x="410" y="255"/>
                      <a:pt x="401" y="255"/>
                    </a:cubicBezTo>
                    <a:cubicBezTo>
                      <a:pt x="37" y="255"/>
                      <a:pt x="37" y="255"/>
                      <a:pt x="37" y="255"/>
                    </a:cubicBezTo>
                    <a:moveTo>
                      <a:pt x="424" y="0"/>
                    </a:moveTo>
                    <a:cubicBezTo>
                      <a:pt x="14" y="0"/>
                      <a:pt x="14" y="0"/>
                      <a:pt x="14" y="0"/>
                    </a:cubicBezTo>
                    <a:cubicBezTo>
                      <a:pt x="6" y="0"/>
                      <a:pt x="0" y="6"/>
                      <a:pt x="0" y="14"/>
                    </a:cubicBezTo>
                    <a:cubicBezTo>
                      <a:pt x="0" y="298"/>
                      <a:pt x="0" y="298"/>
                      <a:pt x="0" y="298"/>
                    </a:cubicBezTo>
                    <a:cubicBezTo>
                      <a:pt x="0" y="306"/>
                      <a:pt x="6" y="313"/>
                      <a:pt x="14" y="313"/>
                    </a:cubicBezTo>
                    <a:cubicBezTo>
                      <a:pt x="424" y="313"/>
                      <a:pt x="424" y="313"/>
                      <a:pt x="424" y="313"/>
                    </a:cubicBezTo>
                    <a:cubicBezTo>
                      <a:pt x="432" y="313"/>
                      <a:pt x="438" y="306"/>
                      <a:pt x="438" y="298"/>
                    </a:cubicBezTo>
                    <a:cubicBezTo>
                      <a:pt x="438" y="14"/>
                      <a:pt x="438" y="14"/>
                      <a:pt x="438" y="14"/>
                    </a:cubicBezTo>
                    <a:cubicBezTo>
                      <a:pt x="438" y="6"/>
                      <a:pt x="432" y="0"/>
                      <a:pt x="424"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zh-CN" altLang="en-US">
                  <a:solidFill>
                    <a:prstClr val="black"/>
                  </a:solidFill>
                  <a:latin typeface="Calibri"/>
                  <a:ea typeface="宋体" panose="02010600030101010101" pitchFamily="2" charset="-122"/>
                </a:endParaRPr>
              </a:p>
            </p:txBody>
          </p:sp>
          <p:sp>
            <p:nvSpPr>
              <p:cNvPr id="46" name="Rectangle 38"/>
              <p:cNvSpPr>
                <a:spLocks noChangeArrowheads="1"/>
              </p:cNvSpPr>
              <p:nvPr/>
            </p:nvSpPr>
            <p:spPr bwMode="auto">
              <a:xfrm>
                <a:off x="3716" y="2465"/>
                <a:ext cx="252" cy="9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defRPr/>
                </a:pPr>
                <a:endParaRPr lang="zh-CN" altLang="en-US">
                  <a:solidFill>
                    <a:prstClr val="black"/>
                  </a:solidFill>
                  <a:latin typeface="Calibri"/>
                  <a:ea typeface="宋体" panose="02010600030101010101" pitchFamily="2" charset="-122"/>
                </a:endParaRPr>
              </a:p>
            </p:txBody>
          </p:sp>
          <p:sp>
            <p:nvSpPr>
              <p:cNvPr id="47" name="Rectangle 40"/>
              <p:cNvSpPr>
                <a:spLocks noChangeArrowheads="1"/>
              </p:cNvSpPr>
              <p:nvPr/>
            </p:nvSpPr>
            <p:spPr bwMode="auto">
              <a:xfrm>
                <a:off x="3595" y="2570"/>
                <a:ext cx="495" cy="4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defRPr/>
                </a:pPr>
                <a:endParaRPr lang="zh-CN" altLang="en-US">
                  <a:solidFill>
                    <a:prstClr val="black"/>
                  </a:solidFill>
                  <a:latin typeface="Calibri"/>
                  <a:ea typeface="宋体" panose="02010600030101010101" pitchFamily="2" charset="-122"/>
                </a:endParaRPr>
              </a:p>
            </p:txBody>
          </p:sp>
          <p:sp>
            <p:nvSpPr>
              <p:cNvPr id="48" name="Freeform 42"/>
              <p:cNvSpPr>
                <a:spLocks/>
              </p:cNvSpPr>
              <p:nvPr/>
            </p:nvSpPr>
            <p:spPr bwMode="auto">
              <a:xfrm>
                <a:off x="3433" y="1853"/>
                <a:ext cx="771" cy="400"/>
              </a:xfrm>
              <a:custGeom>
                <a:avLst/>
                <a:gdLst>
                  <a:gd name="T0" fmla="*/ 761 w 771"/>
                  <a:gd name="T1" fmla="*/ 0 h 400"/>
                  <a:gd name="T2" fmla="*/ 657 w 771"/>
                  <a:gd name="T3" fmla="*/ 9 h 400"/>
                  <a:gd name="T4" fmla="*/ 697 w 771"/>
                  <a:gd name="T5" fmla="*/ 43 h 400"/>
                  <a:gd name="T6" fmla="*/ 557 w 771"/>
                  <a:gd name="T7" fmla="*/ 212 h 400"/>
                  <a:gd name="T8" fmla="*/ 419 w 771"/>
                  <a:gd name="T9" fmla="*/ 105 h 400"/>
                  <a:gd name="T10" fmla="*/ 286 w 771"/>
                  <a:gd name="T11" fmla="*/ 278 h 400"/>
                  <a:gd name="T12" fmla="*/ 152 w 771"/>
                  <a:gd name="T13" fmla="*/ 190 h 400"/>
                  <a:gd name="T14" fmla="*/ 0 w 771"/>
                  <a:gd name="T15" fmla="*/ 369 h 400"/>
                  <a:gd name="T16" fmla="*/ 36 w 771"/>
                  <a:gd name="T17" fmla="*/ 400 h 400"/>
                  <a:gd name="T18" fmla="*/ 162 w 771"/>
                  <a:gd name="T19" fmla="*/ 252 h 400"/>
                  <a:gd name="T20" fmla="*/ 298 w 771"/>
                  <a:gd name="T21" fmla="*/ 343 h 400"/>
                  <a:gd name="T22" fmla="*/ 428 w 771"/>
                  <a:gd name="T23" fmla="*/ 171 h 400"/>
                  <a:gd name="T24" fmla="*/ 564 w 771"/>
                  <a:gd name="T25" fmla="*/ 278 h 400"/>
                  <a:gd name="T26" fmla="*/ 733 w 771"/>
                  <a:gd name="T27" fmla="*/ 71 h 400"/>
                  <a:gd name="T28" fmla="*/ 771 w 771"/>
                  <a:gd name="T29" fmla="*/ 105 h 400"/>
                  <a:gd name="T30" fmla="*/ 761 w 771"/>
                  <a:gd name="T31" fmla="*/ 0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71" h="400">
                    <a:moveTo>
                      <a:pt x="761" y="0"/>
                    </a:moveTo>
                    <a:lnTo>
                      <a:pt x="657" y="9"/>
                    </a:lnTo>
                    <a:lnTo>
                      <a:pt x="697" y="43"/>
                    </a:lnTo>
                    <a:lnTo>
                      <a:pt x="557" y="212"/>
                    </a:lnTo>
                    <a:lnTo>
                      <a:pt x="419" y="105"/>
                    </a:lnTo>
                    <a:lnTo>
                      <a:pt x="286" y="278"/>
                    </a:lnTo>
                    <a:lnTo>
                      <a:pt x="152" y="190"/>
                    </a:lnTo>
                    <a:lnTo>
                      <a:pt x="0" y="369"/>
                    </a:lnTo>
                    <a:lnTo>
                      <a:pt x="36" y="400"/>
                    </a:lnTo>
                    <a:lnTo>
                      <a:pt x="162" y="252"/>
                    </a:lnTo>
                    <a:lnTo>
                      <a:pt x="298" y="343"/>
                    </a:lnTo>
                    <a:lnTo>
                      <a:pt x="428" y="171"/>
                    </a:lnTo>
                    <a:lnTo>
                      <a:pt x="564" y="278"/>
                    </a:lnTo>
                    <a:lnTo>
                      <a:pt x="733" y="71"/>
                    </a:lnTo>
                    <a:lnTo>
                      <a:pt x="771" y="105"/>
                    </a:lnTo>
                    <a:lnTo>
                      <a:pt x="76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zh-CN" altLang="en-US">
                  <a:solidFill>
                    <a:prstClr val="black"/>
                  </a:solidFill>
                  <a:latin typeface="Calibri"/>
                  <a:ea typeface="宋体" panose="02010600030101010101" pitchFamily="2" charset="-122"/>
                </a:endParaRPr>
              </a:p>
            </p:txBody>
          </p:sp>
        </p:grpSp>
      </p:grpSp>
      <p:grpSp>
        <p:nvGrpSpPr>
          <p:cNvPr id="70" name="原创设计师QQ598969553          _3"/>
          <p:cNvGrpSpPr/>
          <p:nvPr/>
        </p:nvGrpSpPr>
        <p:grpSpPr>
          <a:xfrm>
            <a:off x="637929" y="3388524"/>
            <a:ext cx="2013686" cy="1024995"/>
            <a:chOff x="637929" y="3388524"/>
            <a:chExt cx="2013686" cy="1024995"/>
          </a:xfrm>
        </p:grpSpPr>
        <p:grpSp>
          <p:nvGrpSpPr>
            <p:cNvPr id="38" name="组合 37"/>
            <p:cNvGrpSpPr/>
            <p:nvPr/>
          </p:nvGrpSpPr>
          <p:grpSpPr>
            <a:xfrm flipH="1" flipV="1">
              <a:off x="637929" y="3388524"/>
              <a:ext cx="2013686" cy="1024995"/>
              <a:chOff x="5947699" y="414315"/>
              <a:chExt cx="2684915" cy="1366654"/>
            </a:xfrm>
          </p:grpSpPr>
          <p:grpSp>
            <p:nvGrpSpPr>
              <p:cNvPr id="39" name="组合 38"/>
              <p:cNvGrpSpPr/>
              <p:nvPr/>
            </p:nvGrpSpPr>
            <p:grpSpPr>
              <a:xfrm flipV="1">
                <a:off x="5947699" y="1317986"/>
                <a:ext cx="2684915" cy="333365"/>
                <a:chOff x="5272248" y="4626108"/>
                <a:chExt cx="2684915" cy="333365"/>
              </a:xfrm>
            </p:grpSpPr>
            <p:sp>
              <p:nvSpPr>
                <p:cNvPr id="42" name="椭圆 41"/>
                <p:cNvSpPr/>
                <p:nvPr/>
              </p:nvSpPr>
              <p:spPr>
                <a:xfrm>
                  <a:off x="5272248" y="4626108"/>
                  <a:ext cx="81021" cy="8102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prstClr val="white"/>
                    </a:solidFill>
                    <a:latin typeface="+mn-ea"/>
                    <a:sym typeface="Arial" panose="020B0604020202020204" pitchFamily="34" charset="0"/>
                  </a:endParaRPr>
                </a:p>
              </p:txBody>
            </p:sp>
            <p:sp>
              <p:nvSpPr>
                <p:cNvPr id="43" name="任意多边形 42"/>
                <p:cNvSpPr/>
                <p:nvPr/>
              </p:nvSpPr>
              <p:spPr>
                <a:xfrm>
                  <a:off x="5335428" y="4686869"/>
                  <a:ext cx="2621735" cy="272604"/>
                </a:xfrm>
                <a:custGeom>
                  <a:avLst/>
                  <a:gdLst>
                    <a:gd name="connsiteX0" fmla="*/ 0 w 2815771"/>
                    <a:gd name="connsiteY0" fmla="*/ 0 h 638628"/>
                    <a:gd name="connsiteX1" fmla="*/ 725714 w 2815771"/>
                    <a:gd name="connsiteY1" fmla="*/ 638628 h 638628"/>
                    <a:gd name="connsiteX2" fmla="*/ 2815771 w 2815771"/>
                    <a:gd name="connsiteY2" fmla="*/ 638628 h 638628"/>
                    <a:gd name="connsiteX0" fmla="*/ 0 w 2815771"/>
                    <a:gd name="connsiteY0" fmla="*/ 0 h 649982"/>
                    <a:gd name="connsiteX1" fmla="*/ 254183 w 2815771"/>
                    <a:gd name="connsiteY1" fmla="*/ 649982 h 649982"/>
                    <a:gd name="connsiteX2" fmla="*/ 2815771 w 2815771"/>
                    <a:gd name="connsiteY2" fmla="*/ 638628 h 649982"/>
                  </a:gdLst>
                  <a:ahLst/>
                  <a:cxnLst>
                    <a:cxn ang="0">
                      <a:pos x="connsiteX0" y="connsiteY0"/>
                    </a:cxn>
                    <a:cxn ang="0">
                      <a:pos x="connsiteX1" y="connsiteY1"/>
                    </a:cxn>
                    <a:cxn ang="0">
                      <a:pos x="connsiteX2" y="connsiteY2"/>
                    </a:cxn>
                  </a:cxnLst>
                  <a:rect l="l" t="t" r="r" b="b"/>
                  <a:pathLst>
                    <a:path w="2815771" h="649982">
                      <a:moveTo>
                        <a:pt x="0" y="0"/>
                      </a:moveTo>
                      <a:lnTo>
                        <a:pt x="254183" y="649982"/>
                      </a:lnTo>
                      <a:lnTo>
                        <a:pt x="2815771" y="638628"/>
                      </a:lnTo>
                    </a:path>
                  </a:pathLst>
                </a:custGeom>
                <a:no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prstClr val="white"/>
                    </a:solidFill>
                    <a:latin typeface="+mn-ea"/>
                    <a:sym typeface="Arial" panose="020B0604020202020204" pitchFamily="34" charset="0"/>
                  </a:endParaRPr>
                </a:p>
              </p:txBody>
            </p:sp>
          </p:grpSp>
          <p:sp>
            <p:nvSpPr>
              <p:cNvPr id="40" name="文本框 106"/>
              <p:cNvSpPr txBox="1"/>
              <p:nvPr/>
            </p:nvSpPr>
            <p:spPr>
              <a:xfrm flipV="1">
                <a:off x="6852147" y="1350084"/>
                <a:ext cx="1780467" cy="430885"/>
              </a:xfrm>
              <a:prstGeom prst="rect">
                <a:avLst/>
              </a:prstGeom>
              <a:noFill/>
            </p:spPr>
            <p:txBody>
              <a:bodyPr wrap="square" rtlCol="0">
                <a:spAutoFit/>
              </a:bodyPr>
              <a:lstStyle/>
              <a:p>
                <a:pPr>
                  <a:defRPr/>
                </a:pPr>
                <a:r>
                  <a:rPr lang="zh-CN" altLang="en-US" sz="1500" b="1" dirty="0">
                    <a:solidFill>
                      <a:schemeClr val="accent1"/>
                    </a:solidFill>
                    <a:latin typeface="+mn-ea"/>
                  </a:rPr>
                  <a:t>在此添加标题</a:t>
                </a:r>
              </a:p>
            </p:txBody>
          </p:sp>
          <p:sp>
            <p:nvSpPr>
              <p:cNvPr id="41" name="文本框 107"/>
              <p:cNvSpPr txBox="1"/>
              <p:nvPr/>
            </p:nvSpPr>
            <p:spPr>
              <a:xfrm flipV="1">
                <a:off x="6290683" y="414315"/>
                <a:ext cx="2341931" cy="921446"/>
              </a:xfrm>
              <a:prstGeom prst="rect">
                <a:avLst/>
              </a:prstGeom>
              <a:noFill/>
            </p:spPr>
            <p:txBody>
              <a:bodyPr wrap="square" rtlCol="0">
                <a:spAutoFit/>
              </a:bodyPr>
              <a:lstStyle/>
              <a:p>
                <a:pPr>
                  <a:lnSpc>
                    <a:spcPct val="150000"/>
                  </a:lnSpc>
                  <a:defRPr/>
                </a:pPr>
                <a:r>
                  <a:rPr lang="zh-CN" altLang="en-US" sz="900" dirty="0">
                    <a:solidFill>
                      <a:schemeClr val="tx1">
                        <a:lumMod val="75000"/>
                        <a:lumOff val="25000"/>
                      </a:schemeClr>
                    </a:solidFill>
                    <a:latin typeface="微软雅黑" pitchFamily="34" charset="-122"/>
                    <a:ea typeface="微软雅黑" pitchFamily="34" charset="-122"/>
                  </a:rPr>
                  <a:t>点击输入本栏的具体文字，简明扼要的说明分项内容，请根据您的具体内容酌情修改。</a:t>
                </a:r>
                <a:endParaRPr lang="zh-CN" altLang="en-US" sz="900" spc="75" dirty="0">
                  <a:solidFill>
                    <a:schemeClr val="tx1">
                      <a:lumMod val="65000"/>
                      <a:lumOff val="35000"/>
                    </a:schemeClr>
                  </a:solidFill>
                  <a:latin typeface="+mn-ea"/>
                </a:endParaRPr>
              </a:p>
            </p:txBody>
          </p:sp>
        </p:grpSp>
        <p:sp>
          <p:nvSpPr>
            <p:cNvPr id="49" name="Freeform 53"/>
            <p:cNvSpPr>
              <a:spLocks noEditPoints="1"/>
            </p:cNvSpPr>
            <p:nvPr/>
          </p:nvSpPr>
          <p:spPr bwMode="auto">
            <a:xfrm>
              <a:off x="1951673" y="3404111"/>
              <a:ext cx="304408" cy="304408"/>
            </a:xfrm>
            <a:custGeom>
              <a:avLst/>
              <a:gdLst>
                <a:gd name="T0" fmla="*/ 166 w 449"/>
                <a:gd name="T1" fmla="*/ 362 h 449"/>
                <a:gd name="T2" fmla="*/ 211 w 449"/>
                <a:gd name="T3" fmla="*/ 317 h 449"/>
                <a:gd name="T4" fmla="*/ 237 w 449"/>
                <a:gd name="T5" fmla="*/ 407 h 449"/>
                <a:gd name="T6" fmla="*/ 302 w 449"/>
                <a:gd name="T7" fmla="*/ 313 h 449"/>
                <a:gd name="T8" fmla="*/ 294 w 449"/>
                <a:gd name="T9" fmla="*/ 393 h 449"/>
                <a:gd name="T10" fmla="*/ 395 w 449"/>
                <a:gd name="T11" fmla="*/ 289 h 449"/>
                <a:gd name="T12" fmla="*/ 294 w 449"/>
                <a:gd name="T13" fmla="*/ 393 h 449"/>
                <a:gd name="T14" fmla="*/ 95 w 449"/>
                <a:gd name="T15" fmla="*/ 353 h 449"/>
                <a:gd name="T16" fmla="*/ 121 w 449"/>
                <a:gd name="T17" fmla="*/ 309 h 449"/>
                <a:gd name="T18" fmla="*/ 237 w 449"/>
                <a:gd name="T19" fmla="*/ 293 h 449"/>
                <a:gd name="T20" fmla="*/ 311 w 449"/>
                <a:gd name="T21" fmla="*/ 191 h 449"/>
                <a:gd name="T22" fmla="*/ 307 w 449"/>
                <a:gd name="T23" fmla="*/ 287 h 449"/>
                <a:gd name="T24" fmla="*/ 211 w 449"/>
                <a:gd name="T25" fmla="*/ 293 h 449"/>
                <a:gd name="T26" fmla="*/ 137 w 449"/>
                <a:gd name="T27" fmla="*/ 226 h 449"/>
                <a:gd name="T28" fmla="*/ 211 w 449"/>
                <a:gd name="T29" fmla="*/ 196 h 449"/>
                <a:gd name="T30" fmla="*/ 333 w 449"/>
                <a:gd name="T31" fmla="*/ 282 h 449"/>
                <a:gd name="T32" fmla="*/ 335 w 449"/>
                <a:gd name="T33" fmla="*/ 188 h 449"/>
                <a:gd name="T34" fmla="*/ 407 w 449"/>
                <a:gd name="T35" fmla="*/ 224 h 449"/>
                <a:gd name="T36" fmla="*/ 116 w 449"/>
                <a:gd name="T37" fmla="*/ 281 h 449"/>
                <a:gd name="T38" fmla="*/ 41 w 449"/>
                <a:gd name="T39" fmla="*/ 224 h 449"/>
                <a:gd name="T40" fmla="*/ 114 w 449"/>
                <a:gd name="T41" fmla="*/ 188 h 449"/>
                <a:gd name="T42" fmla="*/ 116 w 449"/>
                <a:gd name="T43" fmla="*/ 281 h 449"/>
                <a:gd name="T44" fmla="*/ 59 w 449"/>
                <a:gd name="T45" fmla="*/ 146 h 449"/>
                <a:gd name="T46" fmla="*/ 158 w 449"/>
                <a:gd name="T47" fmla="*/ 55 h 449"/>
                <a:gd name="T48" fmla="*/ 331 w 449"/>
                <a:gd name="T49" fmla="*/ 164 h 449"/>
                <a:gd name="T50" fmla="*/ 390 w 449"/>
                <a:gd name="T51" fmla="*/ 147 h 449"/>
                <a:gd name="T52" fmla="*/ 211 w 449"/>
                <a:gd name="T53" fmla="*/ 171 h 449"/>
                <a:gd name="T54" fmla="*/ 210 w 449"/>
                <a:gd name="T55" fmla="*/ 43 h 449"/>
                <a:gd name="T56" fmla="*/ 211 w 449"/>
                <a:gd name="T57" fmla="*/ 171 h 449"/>
                <a:gd name="T58" fmla="*/ 237 w 449"/>
                <a:gd name="T59" fmla="*/ 43 h 449"/>
                <a:gd name="T60" fmla="*/ 308 w 449"/>
                <a:gd name="T61" fmla="*/ 167 h 449"/>
                <a:gd name="T62" fmla="*/ 225 w 449"/>
                <a:gd name="T63" fmla="*/ 0 h 449"/>
                <a:gd name="T64" fmla="*/ 225 w 449"/>
                <a:gd name="T65" fmla="*/ 449 h 449"/>
                <a:gd name="T66" fmla="*/ 225 w 449"/>
                <a:gd name="T67" fmla="*/ 0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49" h="449">
                  <a:moveTo>
                    <a:pt x="211" y="407"/>
                  </a:moveTo>
                  <a:cubicBezTo>
                    <a:pt x="192" y="407"/>
                    <a:pt x="176" y="387"/>
                    <a:pt x="166" y="362"/>
                  </a:cubicBezTo>
                  <a:cubicBezTo>
                    <a:pt x="158" y="347"/>
                    <a:pt x="151" y="331"/>
                    <a:pt x="147" y="313"/>
                  </a:cubicBezTo>
                  <a:cubicBezTo>
                    <a:pt x="168" y="315"/>
                    <a:pt x="189" y="317"/>
                    <a:pt x="211" y="317"/>
                  </a:cubicBezTo>
                  <a:cubicBezTo>
                    <a:pt x="211" y="407"/>
                    <a:pt x="211" y="407"/>
                    <a:pt x="211" y="407"/>
                  </a:cubicBezTo>
                  <a:moveTo>
                    <a:pt x="237" y="407"/>
                  </a:moveTo>
                  <a:cubicBezTo>
                    <a:pt x="237" y="317"/>
                    <a:pt x="237" y="317"/>
                    <a:pt x="237" y="317"/>
                  </a:cubicBezTo>
                  <a:cubicBezTo>
                    <a:pt x="259" y="317"/>
                    <a:pt x="280" y="315"/>
                    <a:pt x="302" y="313"/>
                  </a:cubicBezTo>
                  <a:cubicBezTo>
                    <a:pt x="293" y="344"/>
                    <a:pt x="273" y="407"/>
                    <a:pt x="237" y="407"/>
                  </a:cubicBezTo>
                  <a:moveTo>
                    <a:pt x="294" y="393"/>
                  </a:moveTo>
                  <a:cubicBezTo>
                    <a:pt x="311" y="370"/>
                    <a:pt x="320" y="343"/>
                    <a:pt x="328" y="310"/>
                  </a:cubicBezTo>
                  <a:cubicBezTo>
                    <a:pt x="354" y="304"/>
                    <a:pt x="377" y="297"/>
                    <a:pt x="395" y="289"/>
                  </a:cubicBezTo>
                  <a:cubicBezTo>
                    <a:pt x="386" y="313"/>
                    <a:pt x="373" y="335"/>
                    <a:pt x="354" y="353"/>
                  </a:cubicBezTo>
                  <a:cubicBezTo>
                    <a:pt x="337" y="371"/>
                    <a:pt x="315" y="384"/>
                    <a:pt x="294" y="393"/>
                  </a:cubicBezTo>
                  <a:moveTo>
                    <a:pt x="154" y="393"/>
                  </a:moveTo>
                  <a:cubicBezTo>
                    <a:pt x="133" y="384"/>
                    <a:pt x="112" y="371"/>
                    <a:pt x="95" y="353"/>
                  </a:cubicBezTo>
                  <a:cubicBezTo>
                    <a:pt x="75" y="335"/>
                    <a:pt x="62" y="312"/>
                    <a:pt x="52" y="286"/>
                  </a:cubicBezTo>
                  <a:cubicBezTo>
                    <a:pt x="68" y="295"/>
                    <a:pt x="93" y="303"/>
                    <a:pt x="121" y="309"/>
                  </a:cubicBezTo>
                  <a:cubicBezTo>
                    <a:pt x="128" y="342"/>
                    <a:pt x="138" y="371"/>
                    <a:pt x="154" y="393"/>
                  </a:cubicBezTo>
                  <a:moveTo>
                    <a:pt x="237" y="293"/>
                  </a:moveTo>
                  <a:cubicBezTo>
                    <a:pt x="237" y="196"/>
                    <a:pt x="237" y="196"/>
                    <a:pt x="237" y="196"/>
                  </a:cubicBezTo>
                  <a:cubicBezTo>
                    <a:pt x="263" y="195"/>
                    <a:pt x="287" y="193"/>
                    <a:pt x="311" y="191"/>
                  </a:cubicBezTo>
                  <a:cubicBezTo>
                    <a:pt x="311" y="203"/>
                    <a:pt x="311" y="214"/>
                    <a:pt x="311" y="226"/>
                  </a:cubicBezTo>
                  <a:cubicBezTo>
                    <a:pt x="311" y="247"/>
                    <a:pt x="311" y="268"/>
                    <a:pt x="307" y="287"/>
                  </a:cubicBezTo>
                  <a:cubicBezTo>
                    <a:pt x="284" y="290"/>
                    <a:pt x="261" y="292"/>
                    <a:pt x="237" y="293"/>
                  </a:cubicBezTo>
                  <a:moveTo>
                    <a:pt x="211" y="293"/>
                  </a:moveTo>
                  <a:cubicBezTo>
                    <a:pt x="187" y="292"/>
                    <a:pt x="165" y="290"/>
                    <a:pt x="141" y="286"/>
                  </a:cubicBezTo>
                  <a:cubicBezTo>
                    <a:pt x="138" y="268"/>
                    <a:pt x="137" y="246"/>
                    <a:pt x="137" y="226"/>
                  </a:cubicBezTo>
                  <a:cubicBezTo>
                    <a:pt x="137" y="214"/>
                    <a:pt x="138" y="203"/>
                    <a:pt x="138" y="191"/>
                  </a:cubicBezTo>
                  <a:cubicBezTo>
                    <a:pt x="161" y="193"/>
                    <a:pt x="186" y="195"/>
                    <a:pt x="211" y="196"/>
                  </a:cubicBezTo>
                  <a:cubicBezTo>
                    <a:pt x="211" y="293"/>
                    <a:pt x="211" y="293"/>
                    <a:pt x="211" y="293"/>
                  </a:cubicBezTo>
                  <a:moveTo>
                    <a:pt x="333" y="282"/>
                  </a:moveTo>
                  <a:cubicBezTo>
                    <a:pt x="335" y="265"/>
                    <a:pt x="336" y="245"/>
                    <a:pt x="336" y="226"/>
                  </a:cubicBezTo>
                  <a:cubicBezTo>
                    <a:pt x="336" y="212"/>
                    <a:pt x="336" y="201"/>
                    <a:pt x="335" y="188"/>
                  </a:cubicBezTo>
                  <a:cubicBezTo>
                    <a:pt x="363" y="185"/>
                    <a:pt x="386" y="177"/>
                    <a:pt x="399" y="171"/>
                  </a:cubicBezTo>
                  <a:cubicBezTo>
                    <a:pt x="405" y="188"/>
                    <a:pt x="407" y="207"/>
                    <a:pt x="407" y="224"/>
                  </a:cubicBezTo>
                  <a:cubicBezTo>
                    <a:pt x="407" y="254"/>
                    <a:pt x="405" y="270"/>
                    <a:pt x="333" y="282"/>
                  </a:cubicBezTo>
                  <a:moveTo>
                    <a:pt x="116" y="281"/>
                  </a:moveTo>
                  <a:cubicBezTo>
                    <a:pt x="75" y="274"/>
                    <a:pt x="52" y="260"/>
                    <a:pt x="43" y="250"/>
                  </a:cubicBezTo>
                  <a:cubicBezTo>
                    <a:pt x="41" y="242"/>
                    <a:pt x="41" y="233"/>
                    <a:pt x="41" y="224"/>
                  </a:cubicBezTo>
                  <a:cubicBezTo>
                    <a:pt x="41" y="206"/>
                    <a:pt x="44" y="187"/>
                    <a:pt x="49" y="171"/>
                  </a:cubicBezTo>
                  <a:cubicBezTo>
                    <a:pt x="64" y="177"/>
                    <a:pt x="82" y="182"/>
                    <a:pt x="114" y="188"/>
                  </a:cubicBezTo>
                  <a:cubicBezTo>
                    <a:pt x="113" y="201"/>
                    <a:pt x="112" y="212"/>
                    <a:pt x="112" y="226"/>
                  </a:cubicBezTo>
                  <a:cubicBezTo>
                    <a:pt x="112" y="245"/>
                    <a:pt x="113" y="264"/>
                    <a:pt x="116" y="281"/>
                  </a:cubicBezTo>
                  <a:moveTo>
                    <a:pt x="117" y="164"/>
                  </a:moveTo>
                  <a:cubicBezTo>
                    <a:pt x="76" y="153"/>
                    <a:pt x="65" y="152"/>
                    <a:pt x="59" y="146"/>
                  </a:cubicBezTo>
                  <a:cubicBezTo>
                    <a:pt x="68" y="128"/>
                    <a:pt x="79" y="110"/>
                    <a:pt x="95" y="96"/>
                  </a:cubicBezTo>
                  <a:cubicBezTo>
                    <a:pt x="114" y="76"/>
                    <a:pt x="135" y="66"/>
                    <a:pt x="158" y="55"/>
                  </a:cubicBezTo>
                  <a:cubicBezTo>
                    <a:pt x="138" y="83"/>
                    <a:pt x="124" y="119"/>
                    <a:pt x="117" y="164"/>
                  </a:cubicBezTo>
                  <a:moveTo>
                    <a:pt x="331" y="164"/>
                  </a:moveTo>
                  <a:cubicBezTo>
                    <a:pt x="324" y="119"/>
                    <a:pt x="311" y="81"/>
                    <a:pt x="291" y="54"/>
                  </a:cubicBezTo>
                  <a:cubicBezTo>
                    <a:pt x="333" y="69"/>
                    <a:pt x="370" y="104"/>
                    <a:pt x="390" y="147"/>
                  </a:cubicBezTo>
                  <a:cubicBezTo>
                    <a:pt x="384" y="151"/>
                    <a:pt x="369" y="157"/>
                    <a:pt x="331" y="164"/>
                  </a:cubicBezTo>
                  <a:moveTo>
                    <a:pt x="211" y="171"/>
                  </a:moveTo>
                  <a:cubicBezTo>
                    <a:pt x="187" y="171"/>
                    <a:pt x="164" y="169"/>
                    <a:pt x="141" y="167"/>
                  </a:cubicBezTo>
                  <a:cubicBezTo>
                    <a:pt x="152" y="104"/>
                    <a:pt x="178" y="55"/>
                    <a:pt x="210" y="43"/>
                  </a:cubicBezTo>
                  <a:cubicBezTo>
                    <a:pt x="210" y="43"/>
                    <a:pt x="211" y="43"/>
                    <a:pt x="211" y="43"/>
                  </a:cubicBezTo>
                  <a:cubicBezTo>
                    <a:pt x="211" y="171"/>
                    <a:pt x="211" y="171"/>
                    <a:pt x="211" y="171"/>
                  </a:cubicBezTo>
                  <a:moveTo>
                    <a:pt x="237" y="171"/>
                  </a:moveTo>
                  <a:cubicBezTo>
                    <a:pt x="237" y="43"/>
                    <a:pt x="237" y="43"/>
                    <a:pt x="237" y="43"/>
                  </a:cubicBezTo>
                  <a:cubicBezTo>
                    <a:pt x="242" y="43"/>
                    <a:pt x="249" y="48"/>
                    <a:pt x="255" y="52"/>
                  </a:cubicBezTo>
                  <a:cubicBezTo>
                    <a:pt x="279" y="74"/>
                    <a:pt x="299" y="117"/>
                    <a:pt x="308" y="167"/>
                  </a:cubicBezTo>
                  <a:cubicBezTo>
                    <a:pt x="284" y="169"/>
                    <a:pt x="261" y="171"/>
                    <a:pt x="237" y="171"/>
                  </a:cubicBezTo>
                  <a:moveTo>
                    <a:pt x="225" y="0"/>
                  </a:moveTo>
                  <a:cubicBezTo>
                    <a:pt x="100" y="0"/>
                    <a:pt x="0" y="100"/>
                    <a:pt x="0" y="224"/>
                  </a:cubicBezTo>
                  <a:cubicBezTo>
                    <a:pt x="0" y="349"/>
                    <a:pt x="100" y="449"/>
                    <a:pt x="225" y="449"/>
                  </a:cubicBezTo>
                  <a:cubicBezTo>
                    <a:pt x="350" y="449"/>
                    <a:pt x="449" y="349"/>
                    <a:pt x="449" y="224"/>
                  </a:cubicBezTo>
                  <a:cubicBezTo>
                    <a:pt x="449" y="100"/>
                    <a:pt x="350" y="0"/>
                    <a:pt x="225" y="0"/>
                  </a:cubicBezTo>
                </a:path>
              </a:pathLst>
            </a:custGeom>
            <a:solidFill>
              <a:schemeClr val="tx1">
                <a:lumMod val="50000"/>
                <a:lumOff val="50000"/>
                <a:alpha val="40000"/>
              </a:schemeClr>
            </a:solidFill>
            <a:ln>
              <a:noFill/>
            </a:ln>
          </p:spPr>
          <p:txBody>
            <a:bodyPr vert="horz" wrap="square" lIns="68580" tIns="34290" rIns="68580" bIns="34290" numCol="1" anchor="t" anchorCtr="0" compatLnSpc="1">
              <a:prstTxWarp prst="textNoShape">
                <a:avLst/>
              </a:prstTxWarp>
            </a:bodyPr>
            <a:lstStyle/>
            <a:p>
              <a:pPr>
                <a:defRPr/>
              </a:pPr>
              <a:endParaRPr lang="zh-CN" altLang="en-US">
                <a:solidFill>
                  <a:prstClr val="black"/>
                </a:solidFill>
                <a:latin typeface="Calibri"/>
                <a:ea typeface="宋体" panose="02010600030101010101" pitchFamily="2" charset="-122"/>
              </a:endParaRPr>
            </a:p>
          </p:txBody>
        </p:sp>
      </p:grpSp>
      <p:grpSp>
        <p:nvGrpSpPr>
          <p:cNvPr id="73" name="原创设计师QQ598969553          _4"/>
          <p:cNvGrpSpPr/>
          <p:nvPr/>
        </p:nvGrpSpPr>
        <p:grpSpPr>
          <a:xfrm>
            <a:off x="6204877" y="1442279"/>
            <a:ext cx="2094378" cy="1075151"/>
            <a:chOff x="6204877" y="1442279"/>
            <a:chExt cx="2094378" cy="1075151"/>
          </a:xfrm>
        </p:grpSpPr>
        <p:grpSp>
          <p:nvGrpSpPr>
            <p:cNvPr id="20" name="组合 19"/>
            <p:cNvGrpSpPr/>
            <p:nvPr/>
          </p:nvGrpSpPr>
          <p:grpSpPr>
            <a:xfrm>
              <a:off x="6204877" y="1442279"/>
              <a:ext cx="2094378" cy="1075151"/>
              <a:chOff x="5947699" y="819212"/>
              <a:chExt cx="2792499" cy="1433529"/>
            </a:xfrm>
          </p:grpSpPr>
          <p:grpSp>
            <p:nvGrpSpPr>
              <p:cNvPr id="21" name="组合 20"/>
              <p:cNvGrpSpPr/>
              <p:nvPr/>
            </p:nvGrpSpPr>
            <p:grpSpPr>
              <a:xfrm flipV="1">
                <a:off x="5947699" y="1317986"/>
                <a:ext cx="2684915" cy="333365"/>
                <a:chOff x="5272248" y="4626108"/>
                <a:chExt cx="2684915" cy="333365"/>
              </a:xfrm>
            </p:grpSpPr>
            <p:sp>
              <p:nvSpPr>
                <p:cNvPr id="24" name="椭圆 23"/>
                <p:cNvSpPr/>
                <p:nvPr/>
              </p:nvSpPr>
              <p:spPr>
                <a:xfrm>
                  <a:off x="5272248" y="4626108"/>
                  <a:ext cx="81021" cy="8102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prstClr val="white"/>
                    </a:solidFill>
                    <a:latin typeface="+mn-ea"/>
                    <a:sym typeface="Arial" panose="020B0604020202020204" pitchFamily="34" charset="0"/>
                  </a:endParaRPr>
                </a:p>
              </p:txBody>
            </p:sp>
            <p:sp>
              <p:nvSpPr>
                <p:cNvPr id="25" name="任意多边形 24"/>
                <p:cNvSpPr/>
                <p:nvPr/>
              </p:nvSpPr>
              <p:spPr>
                <a:xfrm>
                  <a:off x="5335428" y="4686869"/>
                  <a:ext cx="2621735" cy="272604"/>
                </a:xfrm>
                <a:custGeom>
                  <a:avLst/>
                  <a:gdLst>
                    <a:gd name="connsiteX0" fmla="*/ 0 w 2815771"/>
                    <a:gd name="connsiteY0" fmla="*/ 0 h 638628"/>
                    <a:gd name="connsiteX1" fmla="*/ 725714 w 2815771"/>
                    <a:gd name="connsiteY1" fmla="*/ 638628 h 638628"/>
                    <a:gd name="connsiteX2" fmla="*/ 2815771 w 2815771"/>
                    <a:gd name="connsiteY2" fmla="*/ 638628 h 638628"/>
                    <a:gd name="connsiteX0" fmla="*/ 0 w 2815771"/>
                    <a:gd name="connsiteY0" fmla="*/ 0 h 649982"/>
                    <a:gd name="connsiteX1" fmla="*/ 254183 w 2815771"/>
                    <a:gd name="connsiteY1" fmla="*/ 649982 h 649982"/>
                    <a:gd name="connsiteX2" fmla="*/ 2815771 w 2815771"/>
                    <a:gd name="connsiteY2" fmla="*/ 638628 h 649982"/>
                  </a:gdLst>
                  <a:ahLst/>
                  <a:cxnLst>
                    <a:cxn ang="0">
                      <a:pos x="connsiteX0" y="connsiteY0"/>
                    </a:cxn>
                    <a:cxn ang="0">
                      <a:pos x="connsiteX1" y="connsiteY1"/>
                    </a:cxn>
                    <a:cxn ang="0">
                      <a:pos x="connsiteX2" y="connsiteY2"/>
                    </a:cxn>
                  </a:cxnLst>
                  <a:rect l="l" t="t" r="r" b="b"/>
                  <a:pathLst>
                    <a:path w="2815771" h="649982">
                      <a:moveTo>
                        <a:pt x="0" y="0"/>
                      </a:moveTo>
                      <a:lnTo>
                        <a:pt x="254183" y="649982"/>
                      </a:lnTo>
                      <a:lnTo>
                        <a:pt x="2815771" y="638628"/>
                      </a:lnTo>
                    </a:path>
                  </a:pathLst>
                </a:custGeom>
                <a:no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prstClr val="white"/>
                    </a:solidFill>
                    <a:latin typeface="+mn-ea"/>
                    <a:sym typeface="Arial" panose="020B0604020202020204" pitchFamily="34" charset="0"/>
                  </a:endParaRPr>
                </a:p>
              </p:txBody>
            </p:sp>
          </p:grpSp>
          <p:sp>
            <p:nvSpPr>
              <p:cNvPr id="22" name="文本框 82"/>
              <p:cNvSpPr txBox="1"/>
              <p:nvPr/>
            </p:nvSpPr>
            <p:spPr>
              <a:xfrm>
                <a:off x="6852147" y="819212"/>
                <a:ext cx="1780467" cy="430885"/>
              </a:xfrm>
              <a:prstGeom prst="rect">
                <a:avLst/>
              </a:prstGeom>
              <a:noFill/>
            </p:spPr>
            <p:txBody>
              <a:bodyPr wrap="square" rtlCol="0">
                <a:spAutoFit/>
              </a:bodyPr>
              <a:lstStyle/>
              <a:p>
                <a:pPr>
                  <a:defRPr/>
                </a:pPr>
                <a:r>
                  <a:rPr lang="zh-CN" altLang="en-US" sz="1500" b="1" dirty="0">
                    <a:solidFill>
                      <a:schemeClr val="accent2"/>
                    </a:solidFill>
                    <a:latin typeface="+mn-ea"/>
                  </a:rPr>
                  <a:t>在此添加标题</a:t>
                </a:r>
              </a:p>
            </p:txBody>
          </p:sp>
          <p:sp>
            <p:nvSpPr>
              <p:cNvPr id="23" name="文本框 83"/>
              <p:cNvSpPr txBox="1"/>
              <p:nvPr/>
            </p:nvSpPr>
            <p:spPr>
              <a:xfrm>
                <a:off x="6398266" y="1331295"/>
                <a:ext cx="2341932" cy="921446"/>
              </a:xfrm>
              <a:prstGeom prst="rect">
                <a:avLst/>
              </a:prstGeom>
              <a:noFill/>
            </p:spPr>
            <p:txBody>
              <a:bodyPr wrap="square" rtlCol="0">
                <a:spAutoFit/>
              </a:bodyPr>
              <a:lstStyle/>
              <a:p>
                <a:pPr>
                  <a:lnSpc>
                    <a:spcPct val="150000"/>
                  </a:lnSpc>
                  <a:defRPr/>
                </a:pPr>
                <a:r>
                  <a:rPr lang="zh-CN" altLang="en-US" sz="900" dirty="0">
                    <a:solidFill>
                      <a:schemeClr val="tx1">
                        <a:lumMod val="75000"/>
                        <a:lumOff val="25000"/>
                      </a:schemeClr>
                    </a:solidFill>
                    <a:latin typeface="微软雅黑" pitchFamily="34" charset="-122"/>
                    <a:ea typeface="微软雅黑" pitchFamily="34" charset="-122"/>
                  </a:rPr>
                  <a:t>点击输入本栏的具体文字，简明扼要的说明分项内容，请根据您的具体内容酌情修改。</a:t>
                </a:r>
                <a:endParaRPr lang="zh-CN" altLang="en-US" sz="900" spc="75" dirty="0">
                  <a:solidFill>
                    <a:schemeClr val="tx1">
                      <a:lumMod val="65000"/>
                      <a:lumOff val="35000"/>
                    </a:schemeClr>
                  </a:solidFill>
                  <a:latin typeface="+mn-ea"/>
                </a:endParaRPr>
              </a:p>
            </p:txBody>
          </p:sp>
        </p:grpSp>
        <p:grpSp>
          <p:nvGrpSpPr>
            <p:cNvPr id="50" name="Group 46"/>
            <p:cNvGrpSpPr>
              <a:grpSpLocks noChangeAspect="1"/>
            </p:cNvGrpSpPr>
            <p:nvPr/>
          </p:nvGrpSpPr>
          <p:grpSpPr bwMode="auto">
            <a:xfrm>
              <a:off x="6475053" y="1518993"/>
              <a:ext cx="385045" cy="238385"/>
              <a:chOff x="3098" y="1701"/>
              <a:chExt cx="1486" cy="920"/>
            </a:xfrm>
            <a:solidFill>
              <a:schemeClr val="tx1">
                <a:lumMod val="50000"/>
                <a:lumOff val="50000"/>
                <a:alpha val="40000"/>
              </a:schemeClr>
            </a:solidFill>
          </p:grpSpPr>
          <p:sp>
            <p:nvSpPr>
              <p:cNvPr id="51" name="Freeform 47"/>
              <p:cNvSpPr>
                <a:spLocks/>
              </p:cNvSpPr>
              <p:nvPr/>
            </p:nvSpPr>
            <p:spPr bwMode="auto">
              <a:xfrm>
                <a:off x="3468" y="1701"/>
                <a:ext cx="746" cy="920"/>
              </a:xfrm>
              <a:custGeom>
                <a:avLst/>
                <a:gdLst>
                  <a:gd name="T0" fmla="*/ 157 w 314"/>
                  <a:gd name="T1" fmla="*/ 0 h 386"/>
                  <a:gd name="T2" fmla="*/ 68 w 314"/>
                  <a:gd name="T3" fmla="*/ 89 h 386"/>
                  <a:gd name="T4" fmla="*/ 127 w 314"/>
                  <a:gd name="T5" fmla="*/ 172 h 386"/>
                  <a:gd name="T6" fmla="*/ 103 w 314"/>
                  <a:gd name="T7" fmla="*/ 172 h 386"/>
                  <a:gd name="T8" fmla="*/ 16 w 314"/>
                  <a:gd name="T9" fmla="*/ 320 h 386"/>
                  <a:gd name="T10" fmla="*/ 28 w 314"/>
                  <a:gd name="T11" fmla="*/ 386 h 386"/>
                  <a:gd name="T12" fmla="*/ 132 w 314"/>
                  <a:gd name="T13" fmla="*/ 386 h 386"/>
                  <a:gd name="T14" fmla="*/ 154 w 314"/>
                  <a:gd name="T15" fmla="*/ 203 h 386"/>
                  <a:gd name="T16" fmla="*/ 132 w 314"/>
                  <a:gd name="T17" fmla="*/ 180 h 386"/>
                  <a:gd name="T18" fmla="*/ 182 w 314"/>
                  <a:gd name="T19" fmla="*/ 180 h 386"/>
                  <a:gd name="T20" fmla="*/ 160 w 314"/>
                  <a:gd name="T21" fmla="*/ 203 h 386"/>
                  <a:gd name="T22" fmla="*/ 182 w 314"/>
                  <a:gd name="T23" fmla="*/ 386 h 386"/>
                  <a:gd name="T24" fmla="*/ 286 w 314"/>
                  <a:gd name="T25" fmla="*/ 386 h 386"/>
                  <a:gd name="T26" fmla="*/ 298 w 314"/>
                  <a:gd name="T27" fmla="*/ 320 h 386"/>
                  <a:gd name="T28" fmla="*/ 211 w 314"/>
                  <a:gd name="T29" fmla="*/ 172 h 386"/>
                  <a:gd name="T30" fmla="*/ 187 w 314"/>
                  <a:gd name="T31" fmla="*/ 172 h 386"/>
                  <a:gd name="T32" fmla="*/ 246 w 314"/>
                  <a:gd name="T33" fmla="*/ 89 h 386"/>
                  <a:gd name="T34" fmla="*/ 157 w 314"/>
                  <a:gd name="T35" fmla="*/ 0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14" h="386">
                    <a:moveTo>
                      <a:pt x="157" y="0"/>
                    </a:moveTo>
                    <a:cubicBezTo>
                      <a:pt x="108" y="0"/>
                      <a:pt x="68" y="40"/>
                      <a:pt x="68" y="89"/>
                    </a:cubicBezTo>
                    <a:cubicBezTo>
                      <a:pt x="68" y="127"/>
                      <a:pt x="93" y="160"/>
                      <a:pt x="127" y="172"/>
                    </a:cubicBezTo>
                    <a:cubicBezTo>
                      <a:pt x="103" y="172"/>
                      <a:pt x="103" y="172"/>
                      <a:pt x="103" y="172"/>
                    </a:cubicBezTo>
                    <a:cubicBezTo>
                      <a:pt x="55" y="172"/>
                      <a:pt x="26" y="291"/>
                      <a:pt x="16" y="320"/>
                    </a:cubicBezTo>
                    <a:cubicBezTo>
                      <a:pt x="0" y="363"/>
                      <a:pt x="28" y="386"/>
                      <a:pt x="28" y="386"/>
                    </a:cubicBezTo>
                    <a:cubicBezTo>
                      <a:pt x="132" y="386"/>
                      <a:pt x="132" y="386"/>
                      <a:pt x="132" y="386"/>
                    </a:cubicBezTo>
                    <a:cubicBezTo>
                      <a:pt x="154" y="203"/>
                      <a:pt x="154" y="203"/>
                      <a:pt x="154" y="203"/>
                    </a:cubicBezTo>
                    <a:cubicBezTo>
                      <a:pt x="132" y="180"/>
                      <a:pt x="132" y="180"/>
                      <a:pt x="132" y="180"/>
                    </a:cubicBezTo>
                    <a:cubicBezTo>
                      <a:pt x="182" y="180"/>
                      <a:pt x="182" y="180"/>
                      <a:pt x="182" y="180"/>
                    </a:cubicBezTo>
                    <a:cubicBezTo>
                      <a:pt x="160" y="203"/>
                      <a:pt x="160" y="203"/>
                      <a:pt x="160" y="203"/>
                    </a:cubicBezTo>
                    <a:cubicBezTo>
                      <a:pt x="182" y="386"/>
                      <a:pt x="182" y="386"/>
                      <a:pt x="182" y="386"/>
                    </a:cubicBezTo>
                    <a:cubicBezTo>
                      <a:pt x="286" y="386"/>
                      <a:pt x="286" y="386"/>
                      <a:pt x="286" y="386"/>
                    </a:cubicBezTo>
                    <a:cubicBezTo>
                      <a:pt x="286" y="386"/>
                      <a:pt x="314" y="363"/>
                      <a:pt x="298" y="320"/>
                    </a:cubicBezTo>
                    <a:cubicBezTo>
                      <a:pt x="288" y="291"/>
                      <a:pt x="259" y="172"/>
                      <a:pt x="211" y="172"/>
                    </a:cubicBezTo>
                    <a:cubicBezTo>
                      <a:pt x="187" y="172"/>
                      <a:pt x="187" y="172"/>
                      <a:pt x="187" y="172"/>
                    </a:cubicBezTo>
                    <a:cubicBezTo>
                      <a:pt x="221" y="160"/>
                      <a:pt x="246" y="127"/>
                      <a:pt x="246" y="89"/>
                    </a:cubicBezTo>
                    <a:cubicBezTo>
                      <a:pt x="246" y="40"/>
                      <a:pt x="206" y="0"/>
                      <a:pt x="157"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zh-CN" altLang="en-US">
                  <a:solidFill>
                    <a:prstClr val="black"/>
                  </a:solidFill>
                  <a:latin typeface="Calibri"/>
                  <a:ea typeface="宋体" panose="02010600030101010101" pitchFamily="2" charset="-122"/>
                </a:endParaRPr>
              </a:p>
            </p:txBody>
          </p:sp>
          <p:sp>
            <p:nvSpPr>
              <p:cNvPr id="52" name="Freeform 48"/>
              <p:cNvSpPr>
                <a:spLocks/>
              </p:cNvSpPr>
              <p:nvPr/>
            </p:nvSpPr>
            <p:spPr bwMode="auto">
              <a:xfrm>
                <a:off x="3098" y="1871"/>
                <a:ext cx="475" cy="750"/>
              </a:xfrm>
              <a:custGeom>
                <a:avLst/>
                <a:gdLst>
                  <a:gd name="T0" fmla="*/ 128 w 200"/>
                  <a:gd name="T1" fmla="*/ 0 h 315"/>
                  <a:gd name="T2" fmla="*/ 55 w 200"/>
                  <a:gd name="T3" fmla="*/ 73 h 315"/>
                  <a:gd name="T4" fmla="*/ 103 w 200"/>
                  <a:gd name="T5" fmla="*/ 141 h 315"/>
                  <a:gd name="T6" fmla="*/ 84 w 200"/>
                  <a:gd name="T7" fmla="*/ 141 h 315"/>
                  <a:gd name="T8" fmla="*/ 13 w 200"/>
                  <a:gd name="T9" fmla="*/ 261 h 315"/>
                  <a:gd name="T10" fmla="*/ 23 w 200"/>
                  <a:gd name="T11" fmla="*/ 315 h 315"/>
                  <a:gd name="T12" fmla="*/ 108 w 200"/>
                  <a:gd name="T13" fmla="*/ 315 h 315"/>
                  <a:gd name="T14" fmla="*/ 126 w 200"/>
                  <a:gd name="T15" fmla="*/ 166 h 315"/>
                  <a:gd name="T16" fmla="*/ 107 w 200"/>
                  <a:gd name="T17" fmla="*/ 147 h 315"/>
                  <a:gd name="T18" fmla="*/ 149 w 200"/>
                  <a:gd name="T19" fmla="*/ 147 h 315"/>
                  <a:gd name="T20" fmla="*/ 130 w 200"/>
                  <a:gd name="T21" fmla="*/ 166 h 315"/>
                  <a:gd name="T22" fmla="*/ 148 w 200"/>
                  <a:gd name="T23" fmla="*/ 315 h 315"/>
                  <a:gd name="T24" fmla="*/ 168 w 200"/>
                  <a:gd name="T25" fmla="*/ 315 h 315"/>
                  <a:gd name="T26" fmla="*/ 161 w 200"/>
                  <a:gd name="T27" fmla="*/ 245 h 315"/>
                  <a:gd name="T28" fmla="*/ 166 w 200"/>
                  <a:gd name="T29" fmla="*/ 228 h 315"/>
                  <a:gd name="T30" fmla="*/ 194 w 200"/>
                  <a:gd name="T31" fmla="*/ 152 h 315"/>
                  <a:gd name="T32" fmla="*/ 172 w 200"/>
                  <a:gd name="T33" fmla="*/ 141 h 315"/>
                  <a:gd name="T34" fmla="*/ 152 w 200"/>
                  <a:gd name="T35" fmla="*/ 141 h 315"/>
                  <a:gd name="T36" fmla="*/ 200 w 200"/>
                  <a:gd name="T37" fmla="*/ 73 h 315"/>
                  <a:gd name="T38" fmla="*/ 128 w 200"/>
                  <a:gd name="T39" fmla="*/ 0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0" h="315">
                    <a:moveTo>
                      <a:pt x="128" y="0"/>
                    </a:moveTo>
                    <a:cubicBezTo>
                      <a:pt x="88" y="0"/>
                      <a:pt x="55" y="33"/>
                      <a:pt x="55" y="73"/>
                    </a:cubicBezTo>
                    <a:cubicBezTo>
                      <a:pt x="55" y="104"/>
                      <a:pt x="76" y="131"/>
                      <a:pt x="103" y="141"/>
                    </a:cubicBezTo>
                    <a:cubicBezTo>
                      <a:pt x="84" y="141"/>
                      <a:pt x="84" y="141"/>
                      <a:pt x="84" y="141"/>
                    </a:cubicBezTo>
                    <a:cubicBezTo>
                      <a:pt x="45" y="141"/>
                      <a:pt x="21" y="238"/>
                      <a:pt x="13" y="261"/>
                    </a:cubicBezTo>
                    <a:cubicBezTo>
                      <a:pt x="0" y="296"/>
                      <a:pt x="23" y="315"/>
                      <a:pt x="23" y="315"/>
                    </a:cubicBezTo>
                    <a:cubicBezTo>
                      <a:pt x="108" y="315"/>
                      <a:pt x="108" y="315"/>
                      <a:pt x="108" y="315"/>
                    </a:cubicBezTo>
                    <a:cubicBezTo>
                      <a:pt x="126" y="166"/>
                      <a:pt x="126" y="166"/>
                      <a:pt x="126" y="166"/>
                    </a:cubicBezTo>
                    <a:cubicBezTo>
                      <a:pt x="107" y="147"/>
                      <a:pt x="107" y="147"/>
                      <a:pt x="107" y="147"/>
                    </a:cubicBezTo>
                    <a:cubicBezTo>
                      <a:pt x="149" y="147"/>
                      <a:pt x="149" y="147"/>
                      <a:pt x="149" y="147"/>
                    </a:cubicBezTo>
                    <a:cubicBezTo>
                      <a:pt x="130" y="166"/>
                      <a:pt x="130" y="166"/>
                      <a:pt x="130" y="166"/>
                    </a:cubicBezTo>
                    <a:cubicBezTo>
                      <a:pt x="148" y="315"/>
                      <a:pt x="148" y="315"/>
                      <a:pt x="148" y="315"/>
                    </a:cubicBezTo>
                    <a:cubicBezTo>
                      <a:pt x="168" y="315"/>
                      <a:pt x="168" y="315"/>
                      <a:pt x="168" y="315"/>
                    </a:cubicBezTo>
                    <a:cubicBezTo>
                      <a:pt x="160" y="303"/>
                      <a:pt x="149" y="279"/>
                      <a:pt x="161" y="245"/>
                    </a:cubicBezTo>
                    <a:cubicBezTo>
                      <a:pt x="162" y="241"/>
                      <a:pt x="164" y="235"/>
                      <a:pt x="166" y="228"/>
                    </a:cubicBezTo>
                    <a:cubicBezTo>
                      <a:pt x="173" y="207"/>
                      <a:pt x="182" y="178"/>
                      <a:pt x="194" y="152"/>
                    </a:cubicBezTo>
                    <a:cubicBezTo>
                      <a:pt x="188" y="145"/>
                      <a:pt x="180" y="141"/>
                      <a:pt x="172" y="141"/>
                    </a:cubicBezTo>
                    <a:cubicBezTo>
                      <a:pt x="152" y="141"/>
                      <a:pt x="152" y="141"/>
                      <a:pt x="152" y="141"/>
                    </a:cubicBezTo>
                    <a:cubicBezTo>
                      <a:pt x="180" y="131"/>
                      <a:pt x="200" y="104"/>
                      <a:pt x="200" y="73"/>
                    </a:cubicBezTo>
                    <a:cubicBezTo>
                      <a:pt x="200" y="33"/>
                      <a:pt x="168" y="0"/>
                      <a:pt x="128"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zh-CN" altLang="en-US">
                  <a:solidFill>
                    <a:prstClr val="black"/>
                  </a:solidFill>
                  <a:latin typeface="Calibri"/>
                  <a:ea typeface="宋体" panose="02010600030101010101" pitchFamily="2" charset="-122"/>
                </a:endParaRPr>
              </a:p>
            </p:txBody>
          </p:sp>
          <p:sp>
            <p:nvSpPr>
              <p:cNvPr id="53" name="Freeform 49"/>
              <p:cNvSpPr>
                <a:spLocks/>
              </p:cNvSpPr>
              <p:nvPr/>
            </p:nvSpPr>
            <p:spPr bwMode="auto">
              <a:xfrm>
                <a:off x="4110" y="1871"/>
                <a:ext cx="474" cy="750"/>
              </a:xfrm>
              <a:custGeom>
                <a:avLst/>
                <a:gdLst>
                  <a:gd name="T0" fmla="*/ 72 w 200"/>
                  <a:gd name="T1" fmla="*/ 0 h 315"/>
                  <a:gd name="T2" fmla="*/ 0 w 200"/>
                  <a:gd name="T3" fmla="*/ 73 h 315"/>
                  <a:gd name="T4" fmla="*/ 48 w 200"/>
                  <a:gd name="T5" fmla="*/ 141 h 315"/>
                  <a:gd name="T6" fmla="*/ 28 w 200"/>
                  <a:gd name="T7" fmla="*/ 141 h 315"/>
                  <a:gd name="T8" fmla="*/ 6 w 200"/>
                  <a:gd name="T9" fmla="*/ 152 h 315"/>
                  <a:gd name="T10" fmla="*/ 34 w 200"/>
                  <a:gd name="T11" fmla="*/ 228 h 315"/>
                  <a:gd name="T12" fmla="*/ 39 w 200"/>
                  <a:gd name="T13" fmla="*/ 245 h 315"/>
                  <a:gd name="T14" fmla="*/ 32 w 200"/>
                  <a:gd name="T15" fmla="*/ 315 h 315"/>
                  <a:gd name="T16" fmla="*/ 52 w 200"/>
                  <a:gd name="T17" fmla="*/ 315 h 315"/>
                  <a:gd name="T18" fmla="*/ 70 w 200"/>
                  <a:gd name="T19" fmla="*/ 166 h 315"/>
                  <a:gd name="T20" fmla="*/ 52 w 200"/>
                  <a:gd name="T21" fmla="*/ 147 h 315"/>
                  <a:gd name="T22" fmla="*/ 93 w 200"/>
                  <a:gd name="T23" fmla="*/ 147 h 315"/>
                  <a:gd name="T24" fmla="*/ 74 w 200"/>
                  <a:gd name="T25" fmla="*/ 166 h 315"/>
                  <a:gd name="T26" fmla="*/ 92 w 200"/>
                  <a:gd name="T27" fmla="*/ 315 h 315"/>
                  <a:gd name="T28" fmla="*/ 178 w 200"/>
                  <a:gd name="T29" fmla="*/ 315 h 315"/>
                  <a:gd name="T30" fmla="*/ 187 w 200"/>
                  <a:gd name="T31" fmla="*/ 261 h 315"/>
                  <a:gd name="T32" fmla="*/ 116 w 200"/>
                  <a:gd name="T33" fmla="*/ 141 h 315"/>
                  <a:gd name="T34" fmla="*/ 97 w 200"/>
                  <a:gd name="T35" fmla="*/ 141 h 315"/>
                  <a:gd name="T36" fmla="*/ 145 w 200"/>
                  <a:gd name="T37" fmla="*/ 73 h 315"/>
                  <a:gd name="T38" fmla="*/ 72 w 200"/>
                  <a:gd name="T39" fmla="*/ 0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0" h="315">
                    <a:moveTo>
                      <a:pt x="72" y="0"/>
                    </a:moveTo>
                    <a:cubicBezTo>
                      <a:pt x="32" y="0"/>
                      <a:pt x="0" y="33"/>
                      <a:pt x="0" y="73"/>
                    </a:cubicBezTo>
                    <a:cubicBezTo>
                      <a:pt x="0" y="104"/>
                      <a:pt x="20" y="131"/>
                      <a:pt x="48" y="141"/>
                    </a:cubicBezTo>
                    <a:cubicBezTo>
                      <a:pt x="28" y="141"/>
                      <a:pt x="28" y="141"/>
                      <a:pt x="28" y="141"/>
                    </a:cubicBezTo>
                    <a:cubicBezTo>
                      <a:pt x="20" y="141"/>
                      <a:pt x="13" y="145"/>
                      <a:pt x="6" y="152"/>
                    </a:cubicBezTo>
                    <a:cubicBezTo>
                      <a:pt x="18" y="178"/>
                      <a:pt x="27" y="207"/>
                      <a:pt x="34" y="228"/>
                    </a:cubicBezTo>
                    <a:cubicBezTo>
                      <a:pt x="36" y="235"/>
                      <a:pt x="38" y="241"/>
                      <a:pt x="39" y="245"/>
                    </a:cubicBezTo>
                    <a:cubicBezTo>
                      <a:pt x="52" y="279"/>
                      <a:pt x="40" y="303"/>
                      <a:pt x="32" y="315"/>
                    </a:cubicBezTo>
                    <a:cubicBezTo>
                      <a:pt x="52" y="315"/>
                      <a:pt x="52" y="315"/>
                      <a:pt x="52" y="315"/>
                    </a:cubicBezTo>
                    <a:cubicBezTo>
                      <a:pt x="70" y="166"/>
                      <a:pt x="70" y="166"/>
                      <a:pt x="70" y="166"/>
                    </a:cubicBezTo>
                    <a:cubicBezTo>
                      <a:pt x="52" y="147"/>
                      <a:pt x="52" y="147"/>
                      <a:pt x="52" y="147"/>
                    </a:cubicBezTo>
                    <a:cubicBezTo>
                      <a:pt x="93" y="147"/>
                      <a:pt x="93" y="147"/>
                      <a:pt x="93" y="147"/>
                    </a:cubicBezTo>
                    <a:cubicBezTo>
                      <a:pt x="74" y="166"/>
                      <a:pt x="74" y="166"/>
                      <a:pt x="74" y="166"/>
                    </a:cubicBezTo>
                    <a:cubicBezTo>
                      <a:pt x="92" y="315"/>
                      <a:pt x="92" y="315"/>
                      <a:pt x="92" y="315"/>
                    </a:cubicBezTo>
                    <a:cubicBezTo>
                      <a:pt x="178" y="315"/>
                      <a:pt x="178" y="315"/>
                      <a:pt x="178" y="315"/>
                    </a:cubicBezTo>
                    <a:cubicBezTo>
                      <a:pt x="178" y="315"/>
                      <a:pt x="200" y="296"/>
                      <a:pt x="187" y="261"/>
                    </a:cubicBezTo>
                    <a:cubicBezTo>
                      <a:pt x="179" y="238"/>
                      <a:pt x="156" y="141"/>
                      <a:pt x="116" y="141"/>
                    </a:cubicBezTo>
                    <a:cubicBezTo>
                      <a:pt x="97" y="141"/>
                      <a:pt x="97" y="141"/>
                      <a:pt x="97" y="141"/>
                    </a:cubicBezTo>
                    <a:cubicBezTo>
                      <a:pt x="125" y="131"/>
                      <a:pt x="145" y="104"/>
                      <a:pt x="145" y="73"/>
                    </a:cubicBezTo>
                    <a:cubicBezTo>
                      <a:pt x="145" y="33"/>
                      <a:pt x="112" y="0"/>
                      <a:pt x="72"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zh-CN" altLang="en-US">
                  <a:solidFill>
                    <a:prstClr val="black"/>
                  </a:solidFill>
                  <a:latin typeface="Calibri"/>
                  <a:ea typeface="宋体" panose="02010600030101010101" pitchFamily="2" charset="-122"/>
                </a:endParaRPr>
              </a:p>
            </p:txBody>
          </p:sp>
        </p:grpSp>
      </p:grpSp>
      <p:grpSp>
        <p:nvGrpSpPr>
          <p:cNvPr id="74" name="原创设计师QQ598969553          _5"/>
          <p:cNvGrpSpPr/>
          <p:nvPr/>
        </p:nvGrpSpPr>
        <p:grpSpPr>
          <a:xfrm>
            <a:off x="5057392" y="3407154"/>
            <a:ext cx="2094378" cy="1024995"/>
            <a:chOff x="5057392" y="3407154"/>
            <a:chExt cx="2094378" cy="1024995"/>
          </a:xfrm>
        </p:grpSpPr>
        <p:grpSp>
          <p:nvGrpSpPr>
            <p:cNvPr id="26" name="组合 25"/>
            <p:cNvGrpSpPr/>
            <p:nvPr/>
          </p:nvGrpSpPr>
          <p:grpSpPr>
            <a:xfrm flipV="1">
              <a:off x="5057392" y="3407154"/>
              <a:ext cx="2094378" cy="1024995"/>
              <a:chOff x="5947699" y="405349"/>
              <a:chExt cx="2792499" cy="1366655"/>
            </a:xfrm>
          </p:grpSpPr>
          <p:grpSp>
            <p:nvGrpSpPr>
              <p:cNvPr id="27" name="组合 26"/>
              <p:cNvGrpSpPr/>
              <p:nvPr/>
            </p:nvGrpSpPr>
            <p:grpSpPr>
              <a:xfrm flipV="1">
                <a:off x="5947699" y="1317986"/>
                <a:ext cx="2684915" cy="333365"/>
                <a:chOff x="5272248" y="4626108"/>
                <a:chExt cx="2684915" cy="333365"/>
              </a:xfrm>
            </p:grpSpPr>
            <p:sp>
              <p:nvSpPr>
                <p:cNvPr id="30" name="椭圆 29"/>
                <p:cNvSpPr/>
                <p:nvPr/>
              </p:nvSpPr>
              <p:spPr>
                <a:xfrm>
                  <a:off x="5272248" y="4626108"/>
                  <a:ext cx="81021" cy="8102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prstClr val="white"/>
                    </a:solidFill>
                    <a:latin typeface="+mn-ea"/>
                    <a:sym typeface="Arial" panose="020B0604020202020204" pitchFamily="34" charset="0"/>
                  </a:endParaRPr>
                </a:p>
              </p:txBody>
            </p:sp>
            <p:sp>
              <p:nvSpPr>
                <p:cNvPr id="31" name="任意多边形 30"/>
                <p:cNvSpPr/>
                <p:nvPr/>
              </p:nvSpPr>
              <p:spPr>
                <a:xfrm>
                  <a:off x="5335428" y="4686869"/>
                  <a:ext cx="2621735" cy="272604"/>
                </a:xfrm>
                <a:custGeom>
                  <a:avLst/>
                  <a:gdLst>
                    <a:gd name="connsiteX0" fmla="*/ 0 w 2815771"/>
                    <a:gd name="connsiteY0" fmla="*/ 0 h 638628"/>
                    <a:gd name="connsiteX1" fmla="*/ 725714 w 2815771"/>
                    <a:gd name="connsiteY1" fmla="*/ 638628 h 638628"/>
                    <a:gd name="connsiteX2" fmla="*/ 2815771 w 2815771"/>
                    <a:gd name="connsiteY2" fmla="*/ 638628 h 638628"/>
                    <a:gd name="connsiteX0" fmla="*/ 0 w 2815771"/>
                    <a:gd name="connsiteY0" fmla="*/ 0 h 649982"/>
                    <a:gd name="connsiteX1" fmla="*/ 254183 w 2815771"/>
                    <a:gd name="connsiteY1" fmla="*/ 649982 h 649982"/>
                    <a:gd name="connsiteX2" fmla="*/ 2815771 w 2815771"/>
                    <a:gd name="connsiteY2" fmla="*/ 638628 h 649982"/>
                  </a:gdLst>
                  <a:ahLst/>
                  <a:cxnLst>
                    <a:cxn ang="0">
                      <a:pos x="connsiteX0" y="connsiteY0"/>
                    </a:cxn>
                    <a:cxn ang="0">
                      <a:pos x="connsiteX1" y="connsiteY1"/>
                    </a:cxn>
                    <a:cxn ang="0">
                      <a:pos x="connsiteX2" y="connsiteY2"/>
                    </a:cxn>
                  </a:cxnLst>
                  <a:rect l="l" t="t" r="r" b="b"/>
                  <a:pathLst>
                    <a:path w="2815771" h="649982">
                      <a:moveTo>
                        <a:pt x="0" y="0"/>
                      </a:moveTo>
                      <a:lnTo>
                        <a:pt x="254183" y="649982"/>
                      </a:lnTo>
                      <a:lnTo>
                        <a:pt x="2815771" y="638628"/>
                      </a:lnTo>
                    </a:path>
                  </a:pathLst>
                </a:custGeom>
                <a:no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prstClr val="white"/>
                    </a:solidFill>
                    <a:latin typeface="+mn-ea"/>
                    <a:sym typeface="Arial" panose="020B0604020202020204" pitchFamily="34" charset="0"/>
                  </a:endParaRPr>
                </a:p>
              </p:txBody>
            </p:sp>
          </p:grpSp>
          <p:sp>
            <p:nvSpPr>
              <p:cNvPr id="28" name="文本框 88"/>
              <p:cNvSpPr txBox="1"/>
              <p:nvPr/>
            </p:nvSpPr>
            <p:spPr>
              <a:xfrm flipV="1">
                <a:off x="6852147" y="1341119"/>
                <a:ext cx="1780467" cy="430885"/>
              </a:xfrm>
              <a:prstGeom prst="rect">
                <a:avLst/>
              </a:prstGeom>
              <a:noFill/>
            </p:spPr>
            <p:txBody>
              <a:bodyPr wrap="square" rtlCol="0">
                <a:spAutoFit/>
              </a:bodyPr>
              <a:lstStyle/>
              <a:p>
                <a:pPr>
                  <a:defRPr/>
                </a:pPr>
                <a:r>
                  <a:rPr lang="zh-CN" altLang="en-US" sz="1500" b="1" dirty="0">
                    <a:solidFill>
                      <a:schemeClr val="accent1"/>
                    </a:solidFill>
                    <a:latin typeface="+mn-ea"/>
                  </a:rPr>
                  <a:t>在此添加标题</a:t>
                </a:r>
              </a:p>
            </p:txBody>
          </p:sp>
          <p:sp>
            <p:nvSpPr>
              <p:cNvPr id="29" name="文本框 89"/>
              <p:cNvSpPr txBox="1"/>
              <p:nvPr/>
            </p:nvSpPr>
            <p:spPr>
              <a:xfrm flipV="1">
                <a:off x="6398266" y="405349"/>
                <a:ext cx="2341932" cy="921446"/>
              </a:xfrm>
              <a:prstGeom prst="rect">
                <a:avLst/>
              </a:prstGeom>
              <a:noFill/>
            </p:spPr>
            <p:txBody>
              <a:bodyPr wrap="square" rtlCol="0">
                <a:spAutoFit/>
              </a:bodyPr>
              <a:lstStyle/>
              <a:p>
                <a:pPr>
                  <a:lnSpc>
                    <a:spcPct val="150000"/>
                  </a:lnSpc>
                  <a:defRPr/>
                </a:pPr>
                <a:r>
                  <a:rPr lang="zh-CN" altLang="en-US" sz="900" dirty="0">
                    <a:solidFill>
                      <a:schemeClr val="tx1">
                        <a:lumMod val="75000"/>
                        <a:lumOff val="25000"/>
                      </a:schemeClr>
                    </a:solidFill>
                    <a:latin typeface="微软雅黑" pitchFamily="34" charset="-122"/>
                    <a:ea typeface="微软雅黑" pitchFamily="34" charset="-122"/>
                  </a:rPr>
                  <a:t>点击输入本栏的具体文字，简明扼要的说明分项内容，请根据您的具体内容酌情修改。</a:t>
                </a:r>
                <a:endParaRPr lang="zh-CN" altLang="en-US" sz="900" spc="75" dirty="0">
                  <a:solidFill>
                    <a:schemeClr val="tx1">
                      <a:lumMod val="65000"/>
                      <a:lumOff val="35000"/>
                    </a:schemeClr>
                  </a:solidFill>
                  <a:latin typeface="+mn-ea"/>
                </a:endParaRPr>
              </a:p>
            </p:txBody>
          </p:sp>
        </p:grpSp>
        <p:sp>
          <p:nvSpPr>
            <p:cNvPr id="54" name="Freeform 57"/>
            <p:cNvSpPr>
              <a:spLocks noEditPoints="1"/>
            </p:cNvSpPr>
            <p:nvPr/>
          </p:nvSpPr>
          <p:spPr bwMode="auto">
            <a:xfrm>
              <a:off x="5436854" y="3425800"/>
              <a:ext cx="268961" cy="269479"/>
            </a:xfrm>
            <a:custGeom>
              <a:avLst/>
              <a:gdLst>
                <a:gd name="T0" fmla="*/ 145 w 437"/>
                <a:gd name="T1" fmla="*/ 119 h 437"/>
                <a:gd name="T2" fmla="*/ 126 w 437"/>
                <a:gd name="T3" fmla="*/ 159 h 437"/>
                <a:gd name="T4" fmla="*/ 197 w 437"/>
                <a:gd name="T5" fmla="*/ 237 h 437"/>
                <a:gd name="T6" fmla="*/ 214 w 437"/>
                <a:gd name="T7" fmla="*/ 245 h 437"/>
                <a:gd name="T8" fmla="*/ 276 w 437"/>
                <a:gd name="T9" fmla="*/ 245 h 437"/>
                <a:gd name="T10" fmla="*/ 276 w 437"/>
                <a:gd name="T11" fmla="*/ 196 h 437"/>
                <a:gd name="T12" fmla="*/ 225 w 437"/>
                <a:gd name="T13" fmla="*/ 196 h 437"/>
                <a:gd name="T14" fmla="*/ 161 w 437"/>
                <a:gd name="T15" fmla="*/ 126 h 437"/>
                <a:gd name="T16" fmla="*/ 145 w 437"/>
                <a:gd name="T17" fmla="*/ 119 h 437"/>
                <a:gd name="T18" fmla="*/ 219 w 437"/>
                <a:gd name="T19" fmla="*/ 388 h 437"/>
                <a:gd name="T20" fmla="*/ 48 w 437"/>
                <a:gd name="T21" fmla="*/ 218 h 437"/>
                <a:gd name="T22" fmla="*/ 219 w 437"/>
                <a:gd name="T23" fmla="*/ 48 h 437"/>
                <a:gd name="T24" fmla="*/ 388 w 437"/>
                <a:gd name="T25" fmla="*/ 218 h 437"/>
                <a:gd name="T26" fmla="*/ 219 w 437"/>
                <a:gd name="T27" fmla="*/ 388 h 437"/>
                <a:gd name="T28" fmla="*/ 219 w 437"/>
                <a:gd name="T29" fmla="*/ 0 h 437"/>
                <a:gd name="T30" fmla="*/ 0 w 437"/>
                <a:gd name="T31" fmla="*/ 218 h 437"/>
                <a:gd name="T32" fmla="*/ 219 w 437"/>
                <a:gd name="T33" fmla="*/ 437 h 437"/>
                <a:gd name="T34" fmla="*/ 437 w 437"/>
                <a:gd name="T35" fmla="*/ 218 h 437"/>
                <a:gd name="T36" fmla="*/ 219 w 437"/>
                <a:gd name="T37" fmla="*/ 0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7" h="437">
                  <a:moveTo>
                    <a:pt x="145" y="119"/>
                  </a:moveTo>
                  <a:cubicBezTo>
                    <a:pt x="127" y="119"/>
                    <a:pt x="110" y="142"/>
                    <a:pt x="126" y="159"/>
                  </a:cubicBezTo>
                  <a:cubicBezTo>
                    <a:pt x="197" y="237"/>
                    <a:pt x="197" y="237"/>
                    <a:pt x="197" y="237"/>
                  </a:cubicBezTo>
                  <a:cubicBezTo>
                    <a:pt x="201" y="242"/>
                    <a:pt x="207" y="245"/>
                    <a:pt x="214" y="245"/>
                  </a:cubicBezTo>
                  <a:cubicBezTo>
                    <a:pt x="276" y="245"/>
                    <a:pt x="276" y="245"/>
                    <a:pt x="276" y="245"/>
                  </a:cubicBezTo>
                  <a:cubicBezTo>
                    <a:pt x="306" y="245"/>
                    <a:pt x="309" y="196"/>
                    <a:pt x="276" y="196"/>
                  </a:cubicBezTo>
                  <a:cubicBezTo>
                    <a:pt x="225" y="196"/>
                    <a:pt x="225" y="196"/>
                    <a:pt x="225" y="196"/>
                  </a:cubicBezTo>
                  <a:cubicBezTo>
                    <a:pt x="161" y="126"/>
                    <a:pt x="161" y="126"/>
                    <a:pt x="161" y="126"/>
                  </a:cubicBezTo>
                  <a:cubicBezTo>
                    <a:pt x="156" y="121"/>
                    <a:pt x="151" y="119"/>
                    <a:pt x="145" y="119"/>
                  </a:cubicBezTo>
                  <a:moveTo>
                    <a:pt x="219" y="388"/>
                  </a:moveTo>
                  <a:cubicBezTo>
                    <a:pt x="124" y="388"/>
                    <a:pt x="48" y="312"/>
                    <a:pt x="48" y="218"/>
                  </a:cubicBezTo>
                  <a:cubicBezTo>
                    <a:pt x="48" y="124"/>
                    <a:pt x="124" y="48"/>
                    <a:pt x="219" y="48"/>
                  </a:cubicBezTo>
                  <a:cubicBezTo>
                    <a:pt x="313" y="48"/>
                    <a:pt x="388" y="124"/>
                    <a:pt x="388" y="218"/>
                  </a:cubicBezTo>
                  <a:cubicBezTo>
                    <a:pt x="388" y="312"/>
                    <a:pt x="313" y="388"/>
                    <a:pt x="219" y="388"/>
                  </a:cubicBezTo>
                  <a:moveTo>
                    <a:pt x="219" y="0"/>
                  </a:moveTo>
                  <a:cubicBezTo>
                    <a:pt x="98" y="0"/>
                    <a:pt x="0" y="97"/>
                    <a:pt x="0" y="218"/>
                  </a:cubicBezTo>
                  <a:cubicBezTo>
                    <a:pt x="0" y="339"/>
                    <a:pt x="98" y="437"/>
                    <a:pt x="219" y="437"/>
                  </a:cubicBezTo>
                  <a:cubicBezTo>
                    <a:pt x="339" y="437"/>
                    <a:pt x="437" y="339"/>
                    <a:pt x="437" y="218"/>
                  </a:cubicBezTo>
                  <a:cubicBezTo>
                    <a:pt x="437" y="97"/>
                    <a:pt x="339" y="0"/>
                    <a:pt x="219" y="0"/>
                  </a:cubicBezTo>
                </a:path>
              </a:pathLst>
            </a:custGeom>
            <a:solidFill>
              <a:schemeClr val="tx1">
                <a:lumMod val="50000"/>
                <a:lumOff val="50000"/>
                <a:alpha val="40000"/>
              </a:schemeClr>
            </a:solidFill>
            <a:ln>
              <a:noFill/>
            </a:ln>
          </p:spPr>
          <p:txBody>
            <a:bodyPr vert="horz" wrap="square" lIns="68580" tIns="34290" rIns="68580" bIns="34290" numCol="1" anchor="t" anchorCtr="0" compatLnSpc="1">
              <a:prstTxWarp prst="textNoShape">
                <a:avLst/>
              </a:prstTxWarp>
            </a:bodyPr>
            <a:lstStyle/>
            <a:p>
              <a:pPr>
                <a:defRPr/>
              </a:pPr>
              <a:endParaRPr lang="zh-CN" altLang="en-US" dirty="0">
                <a:solidFill>
                  <a:prstClr val="black"/>
                </a:solidFill>
                <a:latin typeface="Calibri"/>
                <a:ea typeface="宋体" panose="02010600030101010101" pitchFamily="2" charset="-122"/>
              </a:endParaRPr>
            </a:p>
          </p:txBody>
        </p:sp>
      </p:grpSp>
      <p:grpSp>
        <p:nvGrpSpPr>
          <p:cNvPr id="67" name="原创设计师QQ598969553          _6"/>
          <p:cNvGrpSpPr/>
          <p:nvPr/>
        </p:nvGrpSpPr>
        <p:grpSpPr>
          <a:xfrm>
            <a:off x="2266364" y="2412705"/>
            <a:ext cx="1242073" cy="1242074"/>
            <a:chOff x="2266364" y="2412705"/>
            <a:chExt cx="1242073" cy="1242074"/>
          </a:xfrm>
        </p:grpSpPr>
        <p:grpSp>
          <p:nvGrpSpPr>
            <p:cNvPr id="3" name="组合 2"/>
            <p:cNvGrpSpPr/>
            <p:nvPr/>
          </p:nvGrpSpPr>
          <p:grpSpPr>
            <a:xfrm>
              <a:off x="2266364" y="2412705"/>
              <a:ext cx="1242073" cy="1242074"/>
              <a:chOff x="4993868" y="2326868"/>
              <a:chExt cx="2204265" cy="2204265"/>
            </a:xfrm>
            <a:effectLst>
              <a:outerShdw blurRad="292100" dist="114300" dir="2700000" algn="tl" rotWithShape="0">
                <a:prstClr val="black">
                  <a:alpha val="25000"/>
                </a:prstClr>
              </a:outerShdw>
            </a:effectLst>
          </p:grpSpPr>
          <p:sp>
            <p:nvSpPr>
              <p:cNvPr id="4" name="任意多边形 3"/>
              <p:cNvSpPr/>
              <p:nvPr/>
            </p:nvSpPr>
            <p:spPr>
              <a:xfrm>
                <a:off x="4993868" y="2326868"/>
                <a:ext cx="2204265" cy="2204265"/>
              </a:xfrm>
              <a:custGeom>
                <a:avLst/>
                <a:gdLst>
                  <a:gd name="connsiteX0" fmla="*/ 1102132 w 2204265"/>
                  <a:gd name="connsiteY0" fmla="*/ 321083 h 2204265"/>
                  <a:gd name="connsiteX1" fmla="*/ 311557 w 2204265"/>
                  <a:gd name="connsiteY1" fmla="*/ 1111658 h 2204265"/>
                  <a:gd name="connsiteX2" fmla="*/ 1102132 w 2204265"/>
                  <a:gd name="connsiteY2" fmla="*/ 1902233 h 2204265"/>
                  <a:gd name="connsiteX3" fmla="*/ 1892707 w 2204265"/>
                  <a:gd name="connsiteY3" fmla="*/ 1111658 h 2204265"/>
                  <a:gd name="connsiteX4" fmla="*/ 1102132 w 2204265"/>
                  <a:gd name="connsiteY4" fmla="*/ 321083 h 2204265"/>
                  <a:gd name="connsiteX5" fmla="*/ 977042 w 2204265"/>
                  <a:gd name="connsiteY5" fmla="*/ 0 h 2204265"/>
                  <a:gd name="connsiteX6" fmla="*/ 1227224 w 2204265"/>
                  <a:gd name="connsiteY6" fmla="*/ 0 h 2204265"/>
                  <a:gd name="connsiteX7" fmla="*/ 1276006 w 2204265"/>
                  <a:gd name="connsiteY7" fmla="*/ 227584 h 2204265"/>
                  <a:gd name="connsiteX8" fmla="*/ 1287791 w 2204265"/>
                  <a:gd name="connsiteY8" fmla="*/ 229382 h 2204265"/>
                  <a:gd name="connsiteX9" fmla="*/ 1387705 w 2204265"/>
                  <a:gd name="connsiteY9" fmla="*/ 259057 h 2204265"/>
                  <a:gd name="connsiteX10" fmla="*/ 1544868 w 2204265"/>
                  <a:gd name="connsiteY10" fmla="*/ 85113 h 2204265"/>
                  <a:gd name="connsiteX11" fmla="*/ 1761531 w 2204265"/>
                  <a:gd name="connsiteY11" fmla="*/ 210203 h 2204265"/>
                  <a:gd name="connsiteX12" fmla="*/ 1691902 w 2204265"/>
                  <a:gd name="connsiteY12" fmla="*/ 425756 h 2204265"/>
                  <a:gd name="connsiteX13" fmla="*/ 1705003 w 2204265"/>
                  <a:gd name="connsiteY13" fmla="*/ 435309 h 2204265"/>
                  <a:gd name="connsiteX14" fmla="*/ 1774668 w 2204265"/>
                  <a:gd name="connsiteY14" fmla="*/ 502325 h 2204265"/>
                  <a:gd name="connsiteX15" fmla="*/ 1782142 w 2204265"/>
                  <a:gd name="connsiteY15" fmla="*/ 511190 h 2204265"/>
                  <a:gd name="connsiteX16" fmla="*/ 1994063 w 2204265"/>
                  <a:gd name="connsiteY16" fmla="*/ 442735 h 2204265"/>
                  <a:gd name="connsiteX17" fmla="*/ 2119154 w 2204265"/>
                  <a:gd name="connsiteY17" fmla="*/ 659399 h 2204265"/>
                  <a:gd name="connsiteX18" fmla="*/ 1961265 w 2204265"/>
                  <a:gd name="connsiteY18" fmla="*/ 802053 h 2204265"/>
                  <a:gd name="connsiteX19" fmla="*/ 1974042 w 2204265"/>
                  <a:gd name="connsiteY19" fmla="*/ 833752 h 2204265"/>
                  <a:gd name="connsiteX20" fmla="*/ 1999140 w 2204265"/>
                  <a:gd name="connsiteY20" fmla="*/ 933073 h 2204265"/>
                  <a:gd name="connsiteX21" fmla="*/ 2204265 w 2204265"/>
                  <a:gd name="connsiteY21" fmla="*/ 977042 h 2204265"/>
                  <a:gd name="connsiteX22" fmla="*/ 2204265 w 2204265"/>
                  <a:gd name="connsiteY22" fmla="*/ 1227224 h 2204265"/>
                  <a:gd name="connsiteX23" fmla="*/ 2012137 w 2204265"/>
                  <a:gd name="connsiteY23" fmla="*/ 1268406 h 2204265"/>
                  <a:gd name="connsiteX24" fmla="*/ 2004638 w 2204265"/>
                  <a:gd name="connsiteY24" fmla="*/ 1317545 h 2204265"/>
                  <a:gd name="connsiteX25" fmla="*/ 1985237 w 2204265"/>
                  <a:gd name="connsiteY25" fmla="*/ 1394985 h 2204265"/>
                  <a:gd name="connsiteX26" fmla="*/ 1977636 w 2204265"/>
                  <a:gd name="connsiteY26" fmla="*/ 1417004 h 2204265"/>
                  <a:gd name="connsiteX27" fmla="*/ 2119154 w 2204265"/>
                  <a:gd name="connsiteY27" fmla="*/ 1544868 h 2204265"/>
                  <a:gd name="connsiteX28" fmla="*/ 1994063 w 2204265"/>
                  <a:gd name="connsiteY28" fmla="*/ 1761531 h 2204265"/>
                  <a:gd name="connsiteX29" fmla="*/ 1820151 w 2204265"/>
                  <a:gd name="connsiteY29" fmla="*/ 1705353 h 2204265"/>
                  <a:gd name="connsiteX30" fmla="*/ 1798711 w 2204265"/>
                  <a:gd name="connsiteY30" fmla="*/ 1734758 h 2204265"/>
                  <a:gd name="connsiteX31" fmla="*/ 1731696 w 2204265"/>
                  <a:gd name="connsiteY31" fmla="*/ 1804423 h 2204265"/>
                  <a:gd name="connsiteX32" fmla="*/ 1706998 w 2204265"/>
                  <a:gd name="connsiteY32" fmla="*/ 1825242 h 2204265"/>
                  <a:gd name="connsiteX33" fmla="*/ 1761531 w 2204265"/>
                  <a:gd name="connsiteY33" fmla="*/ 1994062 h 2204265"/>
                  <a:gd name="connsiteX34" fmla="*/ 1544868 w 2204265"/>
                  <a:gd name="connsiteY34" fmla="*/ 2119153 h 2204265"/>
                  <a:gd name="connsiteX35" fmla="*/ 1429863 w 2204265"/>
                  <a:gd name="connsiteY35" fmla="*/ 1991868 h 2204265"/>
                  <a:gd name="connsiteX36" fmla="*/ 1400268 w 2204265"/>
                  <a:gd name="connsiteY36" fmla="*/ 2003797 h 2204265"/>
                  <a:gd name="connsiteX37" fmla="*/ 1262745 w 2204265"/>
                  <a:gd name="connsiteY37" fmla="*/ 2038549 h 2204265"/>
                  <a:gd name="connsiteX38" fmla="*/ 1227224 w 2204265"/>
                  <a:gd name="connsiteY38" fmla="*/ 2204265 h 2204265"/>
                  <a:gd name="connsiteX39" fmla="*/ 977042 w 2204265"/>
                  <a:gd name="connsiteY39" fmla="*/ 2204265 h 2204265"/>
                  <a:gd name="connsiteX40" fmla="*/ 941447 w 2204265"/>
                  <a:gd name="connsiteY40" fmla="*/ 2038203 h 2204265"/>
                  <a:gd name="connsiteX41" fmla="*/ 916475 w 2204265"/>
                  <a:gd name="connsiteY41" fmla="*/ 2034392 h 2204265"/>
                  <a:gd name="connsiteX42" fmla="*/ 774169 w 2204265"/>
                  <a:gd name="connsiteY42" fmla="*/ 1992127 h 2204265"/>
                  <a:gd name="connsiteX43" fmla="*/ 659399 w 2204265"/>
                  <a:gd name="connsiteY43" fmla="*/ 2119153 h 2204265"/>
                  <a:gd name="connsiteX44" fmla="*/ 442735 w 2204265"/>
                  <a:gd name="connsiteY44" fmla="*/ 1994062 h 2204265"/>
                  <a:gd name="connsiteX45" fmla="*/ 496981 w 2204265"/>
                  <a:gd name="connsiteY45" fmla="*/ 1826130 h 2204265"/>
                  <a:gd name="connsiteX46" fmla="*/ 391274 w 2204265"/>
                  <a:gd name="connsiteY46" fmla="*/ 1717869 h 2204265"/>
                  <a:gd name="connsiteX47" fmla="*/ 382878 w 2204265"/>
                  <a:gd name="connsiteY47" fmla="*/ 1705753 h 2204265"/>
                  <a:gd name="connsiteX48" fmla="*/ 210204 w 2204265"/>
                  <a:gd name="connsiteY48" fmla="*/ 1761531 h 2204265"/>
                  <a:gd name="connsiteX49" fmla="*/ 85113 w 2204265"/>
                  <a:gd name="connsiteY49" fmla="*/ 1544868 h 2204265"/>
                  <a:gd name="connsiteX50" fmla="*/ 226733 w 2204265"/>
                  <a:gd name="connsiteY50" fmla="*/ 1416912 h 2204265"/>
                  <a:gd name="connsiteX51" fmla="*/ 212821 w 2204265"/>
                  <a:gd name="connsiteY51" fmla="*/ 1373126 h 2204265"/>
                  <a:gd name="connsiteX52" fmla="*/ 191748 w 2204265"/>
                  <a:gd name="connsiteY52" fmla="*/ 1268325 h 2204265"/>
                  <a:gd name="connsiteX53" fmla="*/ 0 w 2204265"/>
                  <a:gd name="connsiteY53" fmla="*/ 1227224 h 2204265"/>
                  <a:gd name="connsiteX54" fmla="*/ 0 w 2204265"/>
                  <a:gd name="connsiteY54" fmla="*/ 977042 h 2204265"/>
                  <a:gd name="connsiteX55" fmla="*/ 203220 w 2204265"/>
                  <a:gd name="connsiteY55" fmla="*/ 933481 h 2204265"/>
                  <a:gd name="connsiteX56" fmla="*/ 212821 w 2204265"/>
                  <a:gd name="connsiteY56" fmla="*/ 890649 h 2204265"/>
                  <a:gd name="connsiteX57" fmla="*/ 243470 w 2204265"/>
                  <a:gd name="connsiteY57" fmla="*/ 802476 h 2204265"/>
                  <a:gd name="connsiteX58" fmla="*/ 85113 w 2204265"/>
                  <a:gd name="connsiteY58" fmla="*/ 659399 h 2204265"/>
                  <a:gd name="connsiteX59" fmla="*/ 210204 w 2204265"/>
                  <a:gd name="connsiteY59" fmla="*/ 442735 h 2204265"/>
                  <a:gd name="connsiteX60" fmla="*/ 423776 w 2204265"/>
                  <a:gd name="connsiteY60" fmla="*/ 511723 h 2204265"/>
                  <a:gd name="connsiteX61" fmla="*/ 470557 w 2204265"/>
                  <a:gd name="connsiteY61" fmla="*/ 461243 h 2204265"/>
                  <a:gd name="connsiteX62" fmla="*/ 512656 w 2204265"/>
                  <a:gd name="connsiteY62" fmla="*/ 426662 h 2204265"/>
                  <a:gd name="connsiteX63" fmla="*/ 442735 w 2204265"/>
                  <a:gd name="connsiteY63" fmla="*/ 210203 h 2204265"/>
                  <a:gd name="connsiteX64" fmla="*/ 659399 w 2204265"/>
                  <a:gd name="connsiteY64" fmla="*/ 85113 h 2204265"/>
                  <a:gd name="connsiteX65" fmla="*/ 815299 w 2204265"/>
                  <a:gd name="connsiteY65" fmla="*/ 257661 h 2204265"/>
                  <a:gd name="connsiteX66" fmla="*/ 916475 w 2204265"/>
                  <a:gd name="connsiteY66" fmla="*/ 229382 h 2204265"/>
                  <a:gd name="connsiteX67" fmla="*/ 928259 w 2204265"/>
                  <a:gd name="connsiteY67" fmla="*/ 227584 h 2204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204265" h="2204265">
                    <a:moveTo>
                      <a:pt x="1102132" y="321083"/>
                    </a:moveTo>
                    <a:cubicBezTo>
                      <a:pt x="665509" y="321083"/>
                      <a:pt x="311557" y="675035"/>
                      <a:pt x="311557" y="1111658"/>
                    </a:cubicBezTo>
                    <a:cubicBezTo>
                      <a:pt x="311557" y="1548281"/>
                      <a:pt x="665509" y="1902233"/>
                      <a:pt x="1102132" y="1902233"/>
                    </a:cubicBezTo>
                    <a:cubicBezTo>
                      <a:pt x="1538755" y="1902233"/>
                      <a:pt x="1892707" y="1548281"/>
                      <a:pt x="1892707" y="1111658"/>
                    </a:cubicBezTo>
                    <a:cubicBezTo>
                      <a:pt x="1892707" y="675035"/>
                      <a:pt x="1538755" y="321083"/>
                      <a:pt x="1102132" y="321083"/>
                    </a:cubicBezTo>
                    <a:close/>
                    <a:moveTo>
                      <a:pt x="977042" y="0"/>
                    </a:moveTo>
                    <a:lnTo>
                      <a:pt x="1227224" y="0"/>
                    </a:lnTo>
                    <a:lnTo>
                      <a:pt x="1276006" y="227584"/>
                    </a:lnTo>
                    <a:lnTo>
                      <a:pt x="1287791" y="229382"/>
                    </a:lnTo>
                    <a:lnTo>
                      <a:pt x="1387705" y="259057"/>
                    </a:lnTo>
                    <a:lnTo>
                      <a:pt x="1544868" y="85113"/>
                    </a:lnTo>
                    <a:lnTo>
                      <a:pt x="1761531" y="210203"/>
                    </a:lnTo>
                    <a:lnTo>
                      <a:pt x="1691902" y="425756"/>
                    </a:lnTo>
                    <a:lnTo>
                      <a:pt x="1705003" y="435309"/>
                    </a:lnTo>
                    <a:cubicBezTo>
                      <a:pt x="1729378" y="456423"/>
                      <a:pt x="1752634" y="478795"/>
                      <a:pt x="1774668" y="502325"/>
                    </a:cubicBezTo>
                    <a:lnTo>
                      <a:pt x="1782142" y="511190"/>
                    </a:lnTo>
                    <a:lnTo>
                      <a:pt x="1994063" y="442735"/>
                    </a:lnTo>
                    <a:lnTo>
                      <a:pt x="2119154" y="659399"/>
                    </a:lnTo>
                    <a:lnTo>
                      <a:pt x="1961265" y="802053"/>
                    </a:lnTo>
                    <a:lnTo>
                      <a:pt x="1974042" y="833752"/>
                    </a:lnTo>
                    <a:lnTo>
                      <a:pt x="1999140" y="933073"/>
                    </a:lnTo>
                    <a:lnTo>
                      <a:pt x="2204265" y="977042"/>
                    </a:lnTo>
                    <a:lnTo>
                      <a:pt x="2204265" y="1227224"/>
                    </a:lnTo>
                    <a:lnTo>
                      <a:pt x="2012137" y="1268406"/>
                    </a:lnTo>
                    <a:lnTo>
                      <a:pt x="2004638" y="1317545"/>
                    </a:lnTo>
                    <a:cubicBezTo>
                      <a:pt x="1999269" y="1343782"/>
                      <a:pt x="1992785" y="1369612"/>
                      <a:pt x="1985237" y="1394985"/>
                    </a:cubicBezTo>
                    <a:lnTo>
                      <a:pt x="1977636" y="1417004"/>
                    </a:lnTo>
                    <a:lnTo>
                      <a:pt x="2119154" y="1544868"/>
                    </a:lnTo>
                    <a:lnTo>
                      <a:pt x="1994063" y="1761531"/>
                    </a:lnTo>
                    <a:lnTo>
                      <a:pt x="1820151" y="1705353"/>
                    </a:lnTo>
                    <a:lnTo>
                      <a:pt x="1798711" y="1734758"/>
                    </a:lnTo>
                    <a:cubicBezTo>
                      <a:pt x="1777597" y="1759133"/>
                      <a:pt x="1755225" y="1782388"/>
                      <a:pt x="1731696" y="1804423"/>
                    </a:cubicBezTo>
                    <a:lnTo>
                      <a:pt x="1706998" y="1825242"/>
                    </a:lnTo>
                    <a:lnTo>
                      <a:pt x="1761531" y="1994062"/>
                    </a:lnTo>
                    <a:lnTo>
                      <a:pt x="1544868" y="2119153"/>
                    </a:lnTo>
                    <a:lnTo>
                      <a:pt x="1429863" y="1991868"/>
                    </a:lnTo>
                    <a:lnTo>
                      <a:pt x="1400268" y="2003797"/>
                    </a:lnTo>
                    <a:lnTo>
                      <a:pt x="1262745" y="2038549"/>
                    </a:lnTo>
                    <a:lnTo>
                      <a:pt x="1227224" y="2204265"/>
                    </a:lnTo>
                    <a:lnTo>
                      <a:pt x="977042" y="2204265"/>
                    </a:lnTo>
                    <a:lnTo>
                      <a:pt x="941447" y="2038203"/>
                    </a:lnTo>
                    <a:lnTo>
                      <a:pt x="916475" y="2034392"/>
                    </a:lnTo>
                    <a:lnTo>
                      <a:pt x="774169" y="1992127"/>
                    </a:lnTo>
                    <a:lnTo>
                      <a:pt x="659399" y="2119153"/>
                    </a:lnTo>
                    <a:lnTo>
                      <a:pt x="442735" y="1994062"/>
                    </a:lnTo>
                    <a:lnTo>
                      <a:pt x="496981" y="1826130"/>
                    </a:lnTo>
                    <a:lnTo>
                      <a:pt x="391274" y="1717869"/>
                    </a:lnTo>
                    <a:lnTo>
                      <a:pt x="382878" y="1705753"/>
                    </a:lnTo>
                    <a:lnTo>
                      <a:pt x="210204" y="1761531"/>
                    </a:lnTo>
                    <a:lnTo>
                      <a:pt x="85113" y="1544868"/>
                    </a:lnTo>
                    <a:lnTo>
                      <a:pt x="226733" y="1416912"/>
                    </a:lnTo>
                    <a:lnTo>
                      <a:pt x="212821" y="1373126"/>
                    </a:lnTo>
                    <a:lnTo>
                      <a:pt x="191748" y="1268325"/>
                    </a:lnTo>
                    <a:lnTo>
                      <a:pt x="0" y="1227224"/>
                    </a:lnTo>
                    <a:lnTo>
                      <a:pt x="0" y="977042"/>
                    </a:lnTo>
                    <a:lnTo>
                      <a:pt x="203220" y="933481"/>
                    </a:lnTo>
                    <a:lnTo>
                      <a:pt x="212821" y="890649"/>
                    </a:lnTo>
                    <a:lnTo>
                      <a:pt x="243470" y="802476"/>
                    </a:lnTo>
                    <a:lnTo>
                      <a:pt x="85113" y="659399"/>
                    </a:lnTo>
                    <a:lnTo>
                      <a:pt x="210204" y="442735"/>
                    </a:lnTo>
                    <a:lnTo>
                      <a:pt x="423776" y="511723"/>
                    </a:lnTo>
                    <a:lnTo>
                      <a:pt x="470557" y="461243"/>
                    </a:lnTo>
                    <a:lnTo>
                      <a:pt x="512656" y="426662"/>
                    </a:lnTo>
                    <a:lnTo>
                      <a:pt x="442735" y="210203"/>
                    </a:lnTo>
                    <a:lnTo>
                      <a:pt x="659399" y="85113"/>
                    </a:lnTo>
                    <a:lnTo>
                      <a:pt x="815299" y="257661"/>
                    </a:lnTo>
                    <a:lnTo>
                      <a:pt x="916475" y="229382"/>
                    </a:lnTo>
                    <a:lnTo>
                      <a:pt x="928259" y="227584"/>
                    </a:lnTo>
                    <a:close/>
                  </a:path>
                </a:pathLst>
              </a:custGeom>
              <a:gradFill>
                <a:gsLst>
                  <a:gs pos="0">
                    <a:schemeClr val="bg1"/>
                  </a:gs>
                  <a:gs pos="100000">
                    <a:srgbClr val="E2E2E2"/>
                  </a:gs>
                </a:gsLst>
                <a:lin ang="27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prstClr val="white"/>
                  </a:solidFill>
                  <a:latin typeface="Calibri"/>
                  <a:ea typeface="宋体" panose="02010600030101010101" pitchFamily="2" charset="-122"/>
                </a:endParaRPr>
              </a:p>
            </p:txBody>
          </p:sp>
          <p:sp>
            <p:nvSpPr>
              <p:cNvPr id="6" name="椭圆 5"/>
              <p:cNvSpPr/>
              <p:nvPr/>
            </p:nvSpPr>
            <p:spPr>
              <a:xfrm>
                <a:off x="5305425" y="2638425"/>
                <a:ext cx="1581150" cy="1581150"/>
              </a:xfrm>
              <a:prstGeom prst="ellipse">
                <a:avLst/>
              </a:prstGeom>
              <a:noFill/>
              <a:ln>
                <a:gradFill flip="none" rotWithShape="1">
                  <a:gsLst>
                    <a:gs pos="0">
                      <a:schemeClr val="bg1">
                        <a:lumMod val="85000"/>
                      </a:schemeClr>
                    </a:gs>
                    <a:gs pos="100000">
                      <a:schemeClr val="bg1"/>
                    </a:gs>
                  </a:gsLst>
                  <a:lin ang="27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prstClr val="white"/>
                  </a:solidFill>
                  <a:latin typeface="Calibri"/>
                  <a:ea typeface="宋体" panose="02010600030101010101" pitchFamily="2" charset="-122"/>
                </a:endParaRPr>
              </a:p>
            </p:txBody>
          </p:sp>
          <p:sp>
            <p:nvSpPr>
              <p:cNvPr id="7" name="椭圆 6"/>
              <p:cNvSpPr/>
              <p:nvPr/>
            </p:nvSpPr>
            <p:spPr>
              <a:xfrm>
                <a:off x="5370108" y="2708871"/>
                <a:ext cx="1451783" cy="1451783"/>
              </a:xfrm>
              <a:prstGeom prst="ellipse">
                <a:avLst/>
              </a:prstGeom>
              <a:gradFill>
                <a:gsLst>
                  <a:gs pos="0">
                    <a:schemeClr val="bg1">
                      <a:lumMod val="85000"/>
                    </a:schemeClr>
                  </a:gs>
                  <a:gs pos="100000">
                    <a:schemeClr val="bg1"/>
                  </a:gs>
                </a:gsLst>
                <a:lin ang="2700000" scaled="1"/>
              </a:gradFill>
              <a:ln w="19050">
                <a:gradFill flip="none" rotWithShape="1">
                  <a:gsLst>
                    <a:gs pos="100000">
                      <a:schemeClr val="bg1">
                        <a:lumMod val="85000"/>
                      </a:schemeClr>
                    </a:gs>
                    <a:gs pos="0">
                      <a:schemeClr val="bg1"/>
                    </a:gs>
                  </a:gsLst>
                  <a:lin ang="27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prstClr val="white"/>
                  </a:solidFill>
                  <a:latin typeface="Calibri"/>
                  <a:ea typeface="宋体" panose="02010600030101010101" pitchFamily="2" charset="-122"/>
                </a:endParaRPr>
              </a:p>
            </p:txBody>
          </p:sp>
        </p:grpSp>
        <p:grpSp>
          <p:nvGrpSpPr>
            <p:cNvPr id="55" name="组合 54"/>
            <p:cNvGrpSpPr/>
            <p:nvPr/>
          </p:nvGrpSpPr>
          <p:grpSpPr>
            <a:xfrm>
              <a:off x="2501338" y="2761460"/>
              <a:ext cx="750088" cy="598500"/>
              <a:chOff x="4123036" y="1197871"/>
              <a:chExt cx="1000117" cy="798000"/>
            </a:xfrm>
          </p:grpSpPr>
          <p:sp>
            <p:nvSpPr>
              <p:cNvPr id="56" name="文本框 122"/>
              <p:cNvSpPr txBox="1"/>
              <p:nvPr/>
            </p:nvSpPr>
            <p:spPr>
              <a:xfrm>
                <a:off x="4123036" y="1197871"/>
                <a:ext cx="1000117" cy="738664"/>
              </a:xfrm>
              <a:prstGeom prst="rect">
                <a:avLst/>
              </a:prstGeom>
              <a:noFill/>
            </p:spPr>
            <p:txBody>
              <a:bodyPr wrap="square" rtlCol="0">
                <a:spAutoFit/>
              </a:bodyPr>
              <a:lstStyle/>
              <a:p>
                <a:pPr algn="ctr">
                  <a:defRPr/>
                </a:pPr>
                <a:r>
                  <a:rPr lang="en-US" altLang="zh-CN" sz="3000" dirty="0">
                    <a:solidFill>
                      <a:schemeClr val="accent1"/>
                    </a:solidFill>
                    <a:latin typeface="Impact" panose="020B0806030902050204" pitchFamily="34" charset="0"/>
                    <a:ea typeface="宋体" panose="02010600030101010101" pitchFamily="2" charset="-122"/>
                  </a:rPr>
                  <a:t>01</a:t>
                </a:r>
                <a:endParaRPr lang="zh-CN" altLang="en-US" sz="3000" dirty="0">
                  <a:solidFill>
                    <a:schemeClr val="accent1"/>
                  </a:solidFill>
                  <a:latin typeface="Impact" panose="020B0806030902050204" pitchFamily="34" charset="0"/>
                  <a:ea typeface="宋体" panose="02010600030101010101" pitchFamily="2" charset="-122"/>
                </a:endParaRPr>
              </a:p>
            </p:txBody>
          </p:sp>
          <p:sp>
            <p:nvSpPr>
              <p:cNvPr id="57" name="文本框 123"/>
              <p:cNvSpPr txBox="1"/>
              <p:nvPr/>
            </p:nvSpPr>
            <p:spPr>
              <a:xfrm>
                <a:off x="4266701" y="1688095"/>
                <a:ext cx="740410" cy="307776"/>
              </a:xfrm>
              <a:prstGeom prst="rect">
                <a:avLst/>
              </a:prstGeom>
              <a:noFill/>
            </p:spPr>
            <p:txBody>
              <a:bodyPr wrap="square" rtlCol="0">
                <a:spAutoFit/>
              </a:bodyPr>
              <a:lstStyle/>
              <a:p>
                <a:pPr algn="ctr">
                  <a:defRPr/>
                </a:pPr>
                <a:endParaRPr lang="zh-CN" altLang="en-US" sz="900" dirty="0">
                  <a:solidFill>
                    <a:prstClr val="black">
                      <a:lumMod val="50000"/>
                      <a:lumOff val="50000"/>
                    </a:prstClr>
                  </a:solidFill>
                  <a:latin typeface="LiHei Pro" panose="020B0500000000000000" pitchFamily="34" charset="-122"/>
                  <a:ea typeface="LiHei Pro" panose="020B0500000000000000" pitchFamily="34" charset="-122"/>
                </a:endParaRPr>
              </a:p>
            </p:txBody>
          </p:sp>
        </p:grpSp>
      </p:grpSp>
      <p:grpSp>
        <p:nvGrpSpPr>
          <p:cNvPr id="2" name="原创设计师QQ598969553          _7"/>
          <p:cNvGrpSpPr/>
          <p:nvPr/>
        </p:nvGrpSpPr>
        <p:grpSpPr>
          <a:xfrm>
            <a:off x="3197576" y="1703890"/>
            <a:ext cx="1242073" cy="1242074"/>
            <a:chOff x="3197576" y="1703890"/>
            <a:chExt cx="1242073" cy="1242074"/>
          </a:xfrm>
        </p:grpSpPr>
        <p:grpSp>
          <p:nvGrpSpPr>
            <p:cNvPr id="8" name="组合 7"/>
            <p:cNvGrpSpPr/>
            <p:nvPr/>
          </p:nvGrpSpPr>
          <p:grpSpPr>
            <a:xfrm>
              <a:off x="3197576" y="1703890"/>
              <a:ext cx="1242073" cy="1242074"/>
              <a:chOff x="4993868" y="2326868"/>
              <a:chExt cx="2204265" cy="2204265"/>
            </a:xfrm>
            <a:effectLst>
              <a:outerShdw blurRad="292100" dist="114300" dir="2700000" algn="tl" rotWithShape="0">
                <a:prstClr val="black">
                  <a:alpha val="25000"/>
                </a:prstClr>
              </a:outerShdw>
            </a:effectLst>
          </p:grpSpPr>
          <p:sp>
            <p:nvSpPr>
              <p:cNvPr id="9" name="任意多边形 8"/>
              <p:cNvSpPr/>
              <p:nvPr/>
            </p:nvSpPr>
            <p:spPr>
              <a:xfrm>
                <a:off x="4993868" y="2326868"/>
                <a:ext cx="2204265" cy="2204265"/>
              </a:xfrm>
              <a:custGeom>
                <a:avLst/>
                <a:gdLst>
                  <a:gd name="connsiteX0" fmla="*/ 1102132 w 2204265"/>
                  <a:gd name="connsiteY0" fmla="*/ 321083 h 2204265"/>
                  <a:gd name="connsiteX1" fmla="*/ 311557 w 2204265"/>
                  <a:gd name="connsiteY1" fmla="*/ 1111658 h 2204265"/>
                  <a:gd name="connsiteX2" fmla="*/ 1102132 w 2204265"/>
                  <a:gd name="connsiteY2" fmla="*/ 1902233 h 2204265"/>
                  <a:gd name="connsiteX3" fmla="*/ 1892707 w 2204265"/>
                  <a:gd name="connsiteY3" fmla="*/ 1111658 h 2204265"/>
                  <a:gd name="connsiteX4" fmla="*/ 1102132 w 2204265"/>
                  <a:gd name="connsiteY4" fmla="*/ 321083 h 2204265"/>
                  <a:gd name="connsiteX5" fmla="*/ 977042 w 2204265"/>
                  <a:gd name="connsiteY5" fmla="*/ 0 h 2204265"/>
                  <a:gd name="connsiteX6" fmla="*/ 1227224 w 2204265"/>
                  <a:gd name="connsiteY6" fmla="*/ 0 h 2204265"/>
                  <a:gd name="connsiteX7" fmla="*/ 1276006 w 2204265"/>
                  <a:gd name="connsiteY7" fmla="*/ 227584 h 2204265"/>
                  <a:gd name="connsiteX8" fmla="*/ 1287791 w 2204265"/>
                  <a:gd name="connsiteY8" fmla="*/ 229382 h 2204265"/>
                  <a:gd name="connsiteX9" fmla="*/ 1387705 w 2204265"/>
                  <a:gd name="connsiteY9" fmla="*/ 259057 h 2204265"/>
                  <a:gd name="connsiteX10" fmla="*/ 1544868 w 2204265"/>
                  <a:gd name="connsiteY10" fmla="*/ 85113 h 2204265"/>
                  <a:gd name="connsiteX11" fmla="*/ 1761531 w 2204265"/>
                  <a:gd name="connsiteY11" fmla="*/ 210203 h 2204265"/>
                  <a:gd name="connsiteX12" fmla="*/ 1691902 w 2204265"/>
                  <a:gd name="connsiteY12" fmla="*/ 425756 h 2204265"/>
                  <a:gd name="connsiteX13" fmla="*/ 1705003 w 2204265"/>
                  <a:gd name="connsiteY13" fmla="*/ 435309 h 2204265"/>
                  <a:gd name="connsiteX14" fmla="*/ 1774668 w 2204265"/>
                  <a:gd name="connsiteY14" fmla="*/ 502325 h 2204265"/>
                  <a:gd name="connsiteX15" fmla="*/ 1782142 w 2204265"/>
                  <a:gd name="connsiteY15" fmla="*/ 511190 h 2204265"/>
                  <a:gd name="connsiteX16" fmla="*/ 1994063 w 2204265"/>
                  <a:gd name="connsiteY16" fmla="*/ 442735 h 2204265"/>
                  <a:gd name="connsiteX17" fmla="*/ 2119154 w 2204265"/>
                  <a:gd name="connsiteY17" fmla="*/ 659399 h 2204265"/>
                  <a:gd name="connsiteX18" fmla="*/ 1961265 w 2204265"/>
                  <a:gd name="connsiteY18" fmla="*/ 802053 h 2204265"/>
                  <a:gd name="connsiteX19" fmla="*/ 1974042 w 2204265"/>
                  <a:gd name="connsiteY19" fmla="*/ 833752 h 2204265"/>
                  <a:gd name="connsiteX20" fmla="*/ 1999140 w 2204265"/>
                  <a:gd name="connsiteY20" fmla="*/ 933073 h 2204265"/>
                  <a:gd name="connsiteX21" fmla="*/ 2204265 w 2204265"/>
                  <a:gd name="connsiteY21" fmla="*/ 977042 h 2204265"/>
                  <a:gd name="connsiteX22" fmla="*/ 2204265 w 2204265"/>
                  <a:gd name="connsiteY22" fmla="*/ 1227224 h 2204265"/>
                  <a:gd name="connsiteX23" fmla="*/ 2012137 w 2204265"/>
                  <a:gd name="connsiteY23" fmla="*/ 1268406 h 2204265"/>
                  <a:gd name="connsiteX24" fmla="*/ 2004638 w 2204265"/>
                  <a:gd name="connsiteY24" fmla="*/ 1317545 h 2204265"/>
                  <a:gd name="connsiteX25" fmla="*/ 1985237 w 2204265"/>
                  <a:gd name="connsiteY25" fmla="*/ 1394985 h 2204265"/>
                  <a:gd name="connsiteX26" fmla="*/ 1977636 w 2204265"/>
                  <a:gd name="connsiteY26" fmla="*/ 1417004 h 2204265"/>
                  <a:gd name="connsiteX27" fmla="*/ 2119154 w 2204265"/>
                  <a:gd name="connsiteY27" fmla="*/ 1544868 h 2204265"/>
                  <a:gd name="connsiteX28" fmla="*/ 1994063 w 2204265"/>
                  <a:gd name="connsiteY28" fmla="*/ 1761531 h 2204265"/>
                  <a:gd name="connsiteX29" fmla="*/ 1820151 w 2204265"/>
                  <a:gd name="connsiteY29" fmla="*/ 1705353 h 2204265"/>
                  <a:gd name="connsiteX30" fmla="*/ 1798711 w 2204265"/>
                  <a:gd name="connsiteY30" fmla="*/ 1734758 h 2204265"/>
                  <a:gd name="connsiteX31" fmla="*/ 1731696 w 2204265"/>
                  <a:gd name="connsiteY31" fmla="*/ 1804423 h 2204265"/>
                  <a:gd name="connsiteX32" fmla="*/ 1706998 w 2204265"/>
                  <a:gd name="connsiteY32" fmla="*/ 1825242 h 2204265"/>
                  <a:gd name="connsiteX33" fmla="*/ 1761531 w 2204265"/>
                  <a:gd name="connsiteY33" fmla="*/ 1994062 h 2204265"/>
                  <a:gd name="connsiteX34" fmla="*/ 1544868 w 2204265"/>
                  <a:gd name="connsiteY34" fmla="*/ 2119153 h 2204265"/>
                  <a:gd name="connsiteX35" fmla="*/ 1429863 w 2204265"/>
                  <a:gd name="connsiteY35" fmla="*/ 1991868 h 2204265"/>
                  <a:gd name="connsiteX36" fmla="*/ 1400268 w 2204265"/>
                  <a:gd name="connsiteY36" fmla="*/ 2003797 h 2204265"/>
                  <a:gd name="connsiteX37" fmla="*/ 1262745 w 2204265"/>
                  <a:gd name="connsiteY37" fmla="*/ 2038549 h 2204265"/>
                  <a:gd name="connsiteX38" fmla="*/ 1227224 w 2204265"/>
                  <a:gd name="connsiteY38" fmla="*/ 2204265 h 2204265"/>
                  <a:gd name="connsiteX39" fmla="*/ 977042 w 2204265"/>
                  <a:gd name="connsiteY39" fmla="*/ 2204265 h 2204265"/>
                  <a:gd name="connsiteX40" fmla="*/ 941447 w 2204265"/>
                  <a:gd name="connsiteY40" fmla="*/ 2038203 h 2204265"/>
                  <a:gd name="connsiteX41" fmla="*/ 916475 w 2204265"/>
                  <a:gd name="connsiteY41" fmla="*/ 2034392 h 2204265"/>
                  <a:gd name="connsiteX42" fmla="*/ 774169 w 2204265"/>
                  <a:gd name="connsiteY42" fmla="*/ 1992127 h 2204265"/>
                  <a:gd name="connsiteX43" fmla="*/ 659399 w 2204265"/>
                  <a:gd name="connsiteY43" fmla="*/ 2119153 h 2204265"/>
                  <a:gd name="connsiteX44" fmla="*/ 442735 w 2204265"/>
                  <a:gd name="connsiteY44" fmla="*/ 1994062 h 2204265"/>
                  <a:gd name="connsiteX45" fmla="*/ 496981 w 2204265"/>
                  <a:gd name="connsiteY45" fmla="*/ 1826130 h 2204265"/>
                  <a:gd name="connsiteX46" fmla="*/ 391274 w 2204265"/>
                  <a:gd name="connsiteY46" fmla="*/ 1717869 h 2204265"/>
                  <a:gd name="connsiteX47" fmla="*/ 382878 w 2204265"/>
                  <a:gd name="connsiteY47" fmla="*/ 1705753 h 2204265"/>
                  <a:gd name="connsiteX48" fmla="*/ 210204 w 2204265"/>
                  <a:gd name="connsiteY48" fmla="*/ 1761531 h 2204265"/>
                  <a:gd name="connsiteX49" fmla="*/ 85113 w 2204265"/>
                  <a:gd name="connsiteY49" fmla="*/ 1544868 h 2204265"/>
                  <a:gd name="connsiteX50" fmla="*/ 226733 w 2204265"/>
                  <a:gd name="connsiteY50" fmla="*/ 1416912 h 2204265"/>
                  <a:gd name="connsiteX51" fmla="*/ 212821 w 2204265"/>
                  <a:gd name="connsiteY51" fmla="*/ 1373126 h 2204265"/>
                  <a:gd name="connsiteX52" fmla="*/ 191748 w 2204265"/>
                  <a:gd name="connsiteY52" fmla="*/ 1268325 h 2204265"/>
                  <a:gd name="connsiteX53" fmla="*/ 0 w 2204265"/>
                  <a:gd name="connsiteY53" fmla="*/ 1227224 h 2204265"/>
                  <a:gd name="connsiteX54" fmla="*/ 0 w 2204265"/>
                  <a:gd name="connsiteY54" fmla="*/ 977042 h 2204265"/>
                  <a:gd name="connsiteX55" fmla="*/ 203220 w 2204265"/>
                  <a:gd name="connsiteY55" fmla="*/ 933481 h 2204265"/>
                  <a:gd name="connsiteX56" fmla="*/ 212821 w 2204265"/>
                  <a:gd name="connsiteY56" fmla="*/ 890649 h 2204265"/>
                  <a:gd name="connsiteX57" fmla="*/ 243470 w 2204265"/>
                  <a:gd name="connsiteY57" fmla="*/ 802476 h 2204265"/>
                  <a:gd name="connsiteX58" fmla="*/ 85113 w 2204265"/>
                  <a:gd name="connsiteY58" fmla="*/ 659399 h 2204265"/>
                  <a:gd name="connsiteX59" fmla="*/ 210204 w 2204265"/>
                  <a:gd name="connsiteY59" fmla="*/ 442735 h 2204265"/>
                  <a:gd name="connsiteX60" fmla="*/ 423776 w 2204265"/>
                  <a:gd name="connsiteY60" fmla="*/ 511723 h 2204265"/>
                  <a:gd name="connsiteX61" fmla="*/ 470557 w 2204265"/>
                  <a:gd name="connsiteY61" fmla="*/ 461243 h 2204265"/>
                  <a:gd name="connsiteX62" fmla="*/ 512656 w 2204265"/>
                  <a:gd name="connsiteY62" fmla="*/ 426662 h 2204265"/>
                  <a:gd name="connsiteX63" fmla="*/ 442735 w 2204265"/>
                  <a:gd name="connsiteY63" fmla="*/ 210203 h 2204265"/>
                  <a:gd name="connsiteX64" fmla="*/ 659399 w 2204265"/>
                  <a:gd name="connsiteY64" fmla="*/ 85113 h 2204265"/>
                  <a:gd name="connsiteX65" fmla="*/ 815299 w 2204265"/>
                  <a:gd name="connsiteY65" fmla="*/ 257661 h 2204265"/>
                  <a:gd name="connsiteX66" fmla="*/ 916475 w 2204265"/>
                  <a:gd name="connsiteY66" fmla="*/ 229382 h 2204265"/>
                  <a:gd name="connsiteX67" fmla="*/ 928259 w 2204265"/>
                  <a:gd name="connsiteY67" fmla="*/ 227584 h 2204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204265" h="2204265">
                    <a:moveTo>
                      <a:pt x="1102132" y="321083"/>
                    </a:moveTo>
                    <a:cubicBezTo>
                      <a:pt x="665509" y="321083"/>
                      <a:pt x="311557" y="675035"/>
                      <a:pt x="311557" y="1111658"/>
                    </a:cubicBezTo>
                    <a:cubicBezTo>
                      <a:pt x="311557" y="1548281"/>
                      <a:pt x="665509" y="1902233"/>
                      <a:pt x="1102132" y="1902233"/>
                    </a:cubicBezTo>
                    <a:cubicBezTo>
                      <a:pt x="1538755" y="1902233"/>
                      <a:pt x="1892707" y="1548281"/>
                      <a:pt x="1892707" y="1111658"/>
                    </a:cubicBezTo>
                    <a:cubicBezTo>
                      <a:pt x="1892707" y="675035"/>
                      <a:pt x="1538755" y="321083"/>
                      <a:pt x="1102132" y="321083"/>
                    </a:cubicBezTo>
                    <a:close/>
                    <a:moveTo>
                      <a:pt x="977042" y="0"/>
                    </a:moveTo>
                    <a:lnTo>
                      <a:pt x="1227224" y="0"/>
                    </a:lnTo>
                    <a:lnTo>
                      <a:pt x="1276006" y="227584"/>
                    </a:lnTo>
                    <a:lnTo>
                      <a:pt x="1287791" y="229382"/>
                    </a:lnTo>
                    <a:lnTo>
                      <a:pt x="1387705" y="259057"/>
                    </a:lnTo>
                    <a:lnTo>
                      <a:pt x="1544868" y="85113"/>
                    </a:lnTo>
                    <a:lnTo>
                      <a:pt x="1761531" y="210203"/>
                    </a:lnTo>
                    <a:lnTo>
                      <a:pt x="1691902" y="425756"/>
                    </a:lnTo>
                    <a:lnTo>
                      <a:pt x="1705003" y="435309"/>
                    </a:lnTo>
                    <a:cubicBezTo>
                      <a:pt x="1729378" y="456423"/>
                      <a:pt x="1752634" y="478795"/>
                      <a:pt x="1774668" y="502325"/>
                    </a:cubicBezTo>
                    <a:lnTo>
                      <a:pt x="1782142" y="511190"/>
                    </a:lnTo>
                    <a:lnTo>
                      <a:pt x="1994063" y="442735"/>
                    </a:lnTo>
                    <a:lnTo>
                      <a:pt x="2119154" y="659399"/>
                    </a:lnTo>
                    <a:lnTo>
                      <a:pt x="1961265" y="802053"/>
                    </a:lnTo>
                    <a:lnTo>
                      <a:pt x="1974042" y="833752"/>
                    </a:lnTo>
                    <a:lnTo>
                      <a:pt x="1999140" y="933073"/>
                    </a:lnTo>
                    <a:lnTo>
                      <a:pt x="2204265" y="977042"/>
                    </a:lnTo>
                    <a:lnTo>
                      <a:pt x="2204265" y="1227224"/>
                    </a:lnTo>
                    <a:lnTo>
                      <a:pt x="2012137" y="1268406"/>
                    </a:lnTo>
                    <a:lnTo>
                      <a:pt x="2004638" y="1317545"/>
                    </a:lnTo>
                    <a:cubicBezTo>
                      <a:pt x="1999269" y="1343782"/>
                      <a:pt x="1992785" y="1369612"/>
                      <a:pt x="1985237" y="1394985"/>
                    </a:cubicBezTo>
                    <a:lnTo>
                      <a:pt x="1977636" y="1417004"/>
                    </a:lnTo>
                    <a:lnTo>
                      <a:pt x="2119154" y="1544868"/>
                    </a:lnTo>
                    <a:lnTo>
                      <a:pt x="1994063" y="1761531"/>
                    </a:lnTo>
                    <a:lnTo>
                      <a:pt x="1820151" y="1705353"/>
                    </a:lnTo>
                    <a:lnTo>
                      <a:pt x="1798711" y="1734758"/>
                    </a:lnTo>
                    <a:cubicBezTo>
                      <a:pt x="1777597" y="1759133"/>
                      <a:pt x="1755225" y="1782388"/>
                      <a:pt x="1731696" y="1804423"/>
                    </a:cubicBezTo>
                    <a:lnTo>
                      <a:pt x="1706998" y="1825242"/>
                    </a:lnTo>
                    <a:lnTo>
                      <a:pt x="1761531" y="1994062"/>
                    </a:lnTo>
                    <a:lnTo>
                      <a:pt x="1544868" y="2119153"/>
                    </a:lnTo>
                    <a:lnTo>
                      <a:pt x="1429863" y="1991868"/>
                    </a:lnTo>
                    <a:lnTo>
                      <a:pt x="1400268" y="2003797"/>
                    </a:lnTo>
                    <a:lnTo>
                      <a:pt x="1262745" y="2038549"/>
                    </a:lnTo>
                    <a:lnTo>
                      <a:pt x="1227224" y="2204265"/>
                    </a:lnTo>
                    <a:lnTo>
                      <a:pt x="977042" y="2204265"/>
                    </a:lnTo>
                    <a:lnTo>
                      <a:pt x="941447" y="2038203"/>
                    </a:lnTo>
                    <a:lnTo>
                      <a:pt x="916475" y="2034392"/>
                    </a:lnTo>
                    <a:lnTo>
                      <a:pt x="774169" y="1992127"/>
                    </a:lnTo>
                    <a:lnTo>
                      <a:pt x="659399" y="2119153"/>
                    </a:lnTo>
                    <a:lnTo>
                      <a:pt x="442735" y="1994062"/>
                    </a:lnTo>
                    <a:lnTo>
                      <a:pt x="496981" y="1826130"/>
                    </a:lnTo>
                    <a:lnTo>
                      <a:pt x="391274" y="1717869"/>
                    </a:lnTo>
                    <a:lnTo>
                      <a:pt x="382878" y="1705753"/>
                    </a:lnTo>
                    <a:lnTo>
                      <a:pt x="210204" y="1761531"/>
                    </a:lnTo>
                    <a:lnTo>
                      <a:pt x="85113" y="1544868"/>
                    </a:lnTo>
                    <a:lnTo>
                      <a:pt x="226733" y="1416912"/>
                    </a:lnTo>
                    <a:lnTo>
                      <a:pt x="212821" y="1373126"/>
                    </a:lnTo>
                    <a:lnTo>
                      <a:pt x="191748" y="1268325"/>
                    </a:lnTo>
                    <a:lnTo>
                      <a:pt x="0" y="1227224"/>
                    </a:lnTo>
                    <a:lnTo>
                      <a:pt x="0" y="977042"/>
                    </a:lnTo>
                    <a:lnTo>
                      <a:pt x="203220" y="933481"/>
                    </a:lnTo>
                    <a:lnTo>
                      <a:pt x="212821" y="890649"/>
                    </a:lnTo>
                    <a:lnTo>
                      <a:pt x="243470" y="802476"/>
                    </a:lnTo>
                    <a:lnTo>
                      <a:pt x="85113" y="659399"/>
                    </a:lnTo>
                    <a:lnTo>
                      <a:pt x="210204" y="442735"/>
                    </a:lnTo>
                    <a:lnTo>
                      <a:pt x="423776" y="511723"/>
                    </a:lnTo>
                    <a:lnTo>
                      <a:pt x="470557" y="461243"/>
                    </a:lnTo>
                    <a:lnTo>
                      <a:pt x="512656" y="426662"/>
                    </a:lnTo>
                    <a:lnTo>
                      <a:pt x="442735" y="210203"/>
                    </a:lnTo>
                    <a:lnTo>
                      <a:pt x="659399" y="85113"/>
                    </a:lnTo>
                    <a:lnTo>
                      <a:pt x="815299" y="257661"/>
                    </a:lnTo>
                    <a:lnTo>
                      <a:pt x="916475" y="229382"/>
                    </a:lnTo>
                    <a:lnTo>
                      <a:pt x="928259" y="227584"/>
                    </a:lnTo>
                    <a:close/>
                  </a:path>
                </a:pathLst>
              </a:custGeom>
              <a:gradFill>
                <a:gsLst>
                  <a:gs pos="0">
                    <a:schemeClr val="bg1"/>
                  </a:gs>
                  <a:gs pos="100000">
                    <a:srgbClr val="E2E2E2"/>
                  </a:gs>
                </a:gsLst>
                <a:lin ang="27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prstClr val="white"/>
                  </a:solidFill>
                  <a:latin typeface="Calibri"/>
                  <a:ea typeface="宋体" panose="02010600030101010101" pitchFamily="2" charset="-122"/>
                </a:endParaRPr>
              </a:p>
            </p:txBody>
          </p:sp>
          <p:sp>
            <p:nvSpPr>
              <p:cNvPr id="10" name="椭圆 9"/>
              <p:cNvSpPr/>
              <p:nvPr/>
            </p:nvSpPr>
            <p:spPr>
              <a:xfrm>
                <a:off x="5305425" y="2638425"/>
                <a:ext cx="1581150" cy="1581150"/>
              </a:xfrm>
              <a:prstGeom prst="ellipse">
                <a:avLst/>
              </a:prstGeom>
              <a:noFill/>
              <a:ln>
                <a:gradFill flip="none" rotWithShape="1">
                  <a:gsLst>
                    <a:gs pos="0">
                      <a:schemeClr val="bg1">
                        <a:lumMod val="85000"/>
                      </a:schemeClr>
                    </a:gs>
                    <a:gs pos="100000">
                      <a:schemeClr val="bg1"/>
                    </a:gs>
                  </a:gsLst>
                  <a:lin ang="27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prstClr val="white"/>
                  </a:solidFill>
                  <a:latin typeface="Calibri"/>
                  <a:ea typeface="宋体" panose="02010600030101010101" pitchFamily="2" charset="-122"/>
                </a:endParaRPr>
              </a:p>
            </p:txBody>
          </p:sp>
          <p:sp>
            <p:nvSpPr>
              <p:cNvPr id="11" name="椭圆 10"/>
              <p:cNvSpPr/>
              <p:nvPr/>
            </p:nvSpPr>
            <p:spPr>
              <a:xfrm>
                <a:off x="5370108" y="2708871"/>
                <a:ext cx="1451783" cy="1451783"/>
              </a:xfrm>
              <a:prstGeom prst="ellipse">
                <a:avLst/>
              </a:prstGeom>
              <a:gradFill>
                <a:gsLst>
                  <a:gs pos="0">
                    <a:schemeClr val="bg1">
                      <a:lumMod val="85000"/>
                    </a:schemeClr>
                  </a:gs>
                  <a:gs pos="100000">
                    <a:schemeClr val="bg1"/>
                  </a:gs>
                </a:gsLst>
                <a:lin ang="2700000" scaled="1"/>
              </a:gradFill>
              <a:ln w="19050">
                <a:gradFill flip="none" rotWithShape="1">
                  <a:gsLst>
                    <a:gs pos="100000">
                      <a:schemeClr val="bg1">
                        <a:lumMod val="85000"/>
                      </a:schemeClr>
                    </a:gs>
                    <a:gs pos="0">
                      <a:schemeClr val="bg1"/>
                    </a:gs>
                  </a:gsLst>
                  <a:lin ang="27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prstClr val="white"/>
                  </a:solidFill>
                  <a:latin typeface="Calibri"/>
                  <a:ea typeface="宋体" panose="02010600030101010101" pitchFamily="2" charset="-122"/>
                </a:endParaRPr>
              </a:p>
            </p:txBody>
          </p:sp>
        </p:grpSp>
        <p:grpSp>
          <p:nvGrpSpPr>
            <p:cNvPr id="58" name="组合 57"/>
            <p:cNvGrpSpPr/>
            <p:nvPr/>
          </p:nvGrpSpPr>
          <p:grpSpPr>
            <a:xfrm>
              <a:off x="3438874" y="2064094"/>
              <a:ext cx="750088" cy="598500"/>
              <a:chOff x="4123036" y="1197871"/>
              <a:chExt cx="1000117" cy="798000"/>
            </a:xfrm>
          </p:grpSpPr>
          <p:sp>
            <p:nvSpPr>
              <p:cNvPr id="59" name="文本框 125"/>
              <p:cNvSpPr txBox="1"/>
              <p:nvPr/>
            </p:nvSpPr>
            <p:spPr>
              <a:xfrm>
                <a:off x="4123036" y="1197871"/>
                <a:ext cx="1000117" cy="738664"/>
              </a:xfrm>
              <a:prstGeom prst="rect">
                <a:avLst/>
              </a:prstGeom>
              <a:noFill/>
            </p:spPr>
            <p:txBody>
              <a:bodyPr wrap="square" rtlCol="0">
                <a:spAutoFit/>
              </a:bodyPr>
              <a:lstStyle/>
              <a:p>
                <a:pPr algn="ctr">
                  <a:defRPr/>
                </a:pPr>
                <a:r>
                  <a:rPr lang="en-US" altLang="zh-CN" sz="3000" dirty="0">
                    <a:solidFill>
                      <a:schemeClr val="accent2"/>
                    </a:solidFill>
                    <a:latin typeface="Impact" panose="020B0806030902050204" pitchFamily="34" charset="0"/>
                    <a:ea typeface="宋体" panose="02010600030101010101" pitchFamily="2" charset="-122"/>
                  </a:rPr>
                  <a:t>02</a:t>
                </a:r>
                <a:endParaRPr lang="zh-CN" altLang="en-US" sz="3000" dirty="0">
                  <a:solidFill>
                    <a:schemeClr val="accent2"/>
                  </a:solidFill>
                  <a:latin typeface="Impact" panose="020B0806030902050204" pitchFamily="34" charset="0"/>
                  <a:ea typeface="宋体" panose="02010600030101010101" pitchFamily="2" charset="-122"/>
                </a:endParaRPr>
              </a:p>
            </p:txBody>
          </p:sp>
          <p:sp>
            <p:nvSpPr>
              <p:cNvPr id="60" name="文本框 126"/>
              <p:cNvSpPr txBox="1"/>
              <p:nvPr/>
            </p:nvSpPr>
            <p:spPr>
              <a:xfrm>
                <a:off x="4266701" y="1688095"/>
                <a:ext cx="740410" cy="307776"/>
              </a:xfrm>
              <a:prstGeom prst="rect">
                <a:avLst/>
              </a:prstGeom>
              <a:noFill/>
            </p:spPr>
            <p:txBody>
              <a:bodyPr wrap="square" rtlCol="0">
                <a:spAutoFit/>
              </a:bodyPr>
              <a:lstStyle/>
              <a:p>
                <a:pPr algn="ctr">
                  <a:defRPr/>
                </a:pPr>
                <a:endParaRPr lang="zh-CN" altLang="en-US" sz="900" dirty="0">
                  <a:solidFill>
                    <a:prstClr val="black">
                      <a:lumMod val="50000"/>
                      <a:lumOff val="50000"/>
                    </a:prstClr>
                  </a:solidFill>
                  <a:latin typeface="LiHei Pro" panose="020B0500000000000000" pitchFamily="34" charset="-122"/>
                  <a:ea typeface="LiHei Pro" panose="020B0500000000000000" pitchFamily="34" charset="-122"/>
                </a:endParaRPr>
              </a:p>
            </p:txBody>
          </p:sp>
        </p:grpSp>
      </p:grpSp>
      <p:grpSp>
        <p:nvGrpSpPr>
          <p:cNvPr id="69" name="原创设计师QQ598969553          _8"/>
          <p:cNvGrpSpPr/>
          <p:nvPr/>
        </p:nvGrpSpPr>
        <p:grpSpPr>
          <a:xfrm>
            <a:off x="5121182" y="1703890"/>
            <a:ext cx="1242073" cy="1242074"/>
            <a:chOff x="5121182" y="1703890"/>
            <a:chExt cx="1242073" cy="1242074"/>
          </a:xfrm>
        </p:grpSpPr>
        <p:grpSp>
          <p:nvGrpSpPr>
            <p:cNvPr id="16" name="组合 15"/>
            <p:cNvGrpSpPr/>
            <p:nvPr/>
          </p:nvGrpSpPr>
          <p:grpSpPr>
            <a:xfrm>
              <a:off x="5121182" y="1703890"/>
              <a:ext cx="1242073" cy="1242074"/>
              <a:chOff x="4993868" y="2326868"/>
              <a:chExt cx="2204265" cy="2204265"/>
            </a:xfrm>
            <a:effectLst>
              <a:outerShdw blurRad="292100" dist="114300" dir="2700000" algn="tl" rotWithShape="0">
                <a:prstClr val="black">
                  <a:alpha val="25000"/>
                </a:prstClr>
              </a:outerShdw>
            </a:effectLst>
          </p:grpSpPr>
          <p:sp>
            <p:nvSpPr>
              <p:cNvPr id="17" name="任意多边形 16"/>
              <p:cNvSpPr/>
              <p:nvPr/>
            </p:nvSpPr>
            <p:spPr>
              <a:xfrm>
                <a:off x="4993868" y="2326868"/>
                <a:ext cx="2204265" cy="2204265"/>
              </a:xfrm>
              <a:custGeom>
                <a:avLst/>
                <a:gdLst>
                  <a:gd name="connsiteX0" fmla="*/ 1102132 w 2204265"/>
                  <a:gd name="connsiteY0" fmla="*/ 321083 h 2204265"/>
                  <a:gd name="connsiteX1" fmla="*/ 311557 w 2204265"/>
                  <a:gd name="connsiteY1" fmla="*/ 1111658 h 2204265"/>
                  <a:gd name="connsiteX2" fmla="*/ 1102132 w 2204265"/>
                  <a:gd name="connsiteY2" fmla="*/ 1902233 h 2204265"/>
                  <a:gd name="connsiteX3" fmla="*/ 1892707 w 2204265"/>
                  <a:gd name="connsiteY3" fmla="*/ 1111658 h 2204265"/>
                  <a:gd name="connsiteX4" fmla="*/ 1102132 w 2204265"/>
                  <a:gd name="connsiteY4" fmla="*/ 321083 h 2204265"/>
                  <a:gd name="connsiteX5" fmla="*/ 977042 w 2204265"/>
                  <a:gd name="connsiteY5" fmla="*/ 0 h 2204265"/>
                  <a:gd name="connsiteX6" fmla="*/ 1227224 w 2204265"/>
                  <a:gd name="connsiteY6" fmla="*/ 0 h 2204265"/>
                  <a:gd name="connsiteX7" fmla="*/ 1276006 w 2204265"/>
                  <a:gd name="connsiteY7" fmla="*/ 227584 h 2204265"/>
                  <a:gd name="connsiteX8" fmla="*/ 1287791 w 2204265"/>
                  <a:gd name="connsiteY8" fmla="*/ 229382 h 2204265"/>
                  <a:gd name="connsiteX9" fmla="*/ 1387705 w 2204265"/>
                  <a:gd name="connsiteY9" fmla="*/ 259057 h 2204265"/>
                  <a:gd name="connsiteX10" fmla="*/ 1544868 w 2204265"/>
                  <a:gd name="connsiteY10" fmla="*/ 85113 h 2204265"/>
                  <a:gd name="connsiteX11" fmla="*/ 1761531 w 2204265"/>
                  <a:gd name="connsiteY11" fmla="*/ 210203 h 2204265"/>
                  <a:gd name="connsiteX12" fmla="*/ 1691902 w 2204265"/>
                  <a:gd name="connsiteY12" fmla="*/ 425756 h 2204265"/>
                  <a:gd name="connsiteX13" fmla="*/ 1705003 w 2204265"/>
                  <a:gd name="connsiteY13" fmla="*/ 435309 h 2204265"/>
                  <a:gd name="connsiteX14" fmla="*/ 1774668 w 2204265"/>
                  <a:gd name="connsiteY14" fmla="*/ 502325 h 2204265"/>
                  <a:gd name="connsiteX15" fmla="*/ 1782142 w 2204265"/>
                  <a:gd name="connsiteY15" fmla="*/ 511190 h 2204265"/>
                  <a:gd name="connsiteX16" fmla="*/ 1994063 w 2204265"/>
                  <a:gd name="connsiteY16" fmla="*/ 442735 h 2204265"/>
                  <a:gd name="connsiteX17" fmla="*/ 2119154 w 2204265"/>
                  <a:gd name="connsiteY17" fmla="*/ 659399 h 2204265"/>
                  <a:gd name="connsiteX18" fmla="*/ 1961265 w 2204265"/>
                  <a:gd name="connsiteY18" fmla="*/ 802053 h 2204265"/>
                  <a:gd name="connsiteX19" fmla="*/ 1974042 w 2204265"/>
                  <a:gd name="connsiteY19" fmla="*/ 833752 h 2204265"/>
                  <a:gd name="connsiteX20" fmla="*/ 1999140 w 2204265"/>
                  <a:gd name="connsiteY20" fmla="*/ 933073 h 2204265"/>
                  <a:gd name="connsiteX21" fmla="*/ 2204265 w 2204265"/>
                  <a:gd name="connsiteY21" fmla="*/ 977042 h 2204265"/>
                  <a:gd name="connsiteX22" fmla="*/ 2204265 w 2204265"/>
                  <a:gd name="connsiteY22" fmla="*/ 1227224 h 2204265"/>
                  <a:gd name="connsiteX23" fmla="*/ 2012137 w 2204265"/>
                  <a:gd name="connsiteY23" fmla="*/ 1268406 h 2204265"/>
                  <a:gd name="connsiteX24" fmla="*/ 2004638 w 2204265"/>
                  <a:gd name="connsiteY24" fmla="*/ 1317545 h 2204265"/>
                  <a:gd name="connsiteX25" fmla="*/ 1985237 w 2204265"/>
                  <a:gd name="connsiteY25" fmla="*/ 1394985 h 2204265"/>
                  <a:gd name="connsiteX26" fmla="*/ 1977636 w 2204265"/>
                  <a:gd name="connsiteY26" fmla="*/ 1417004 h 2204265"/>
                  <a:gd name="connsiteX27" fmla="*/ 2119154 w 2204265"/>
                  <a:gd name="connsiteY27" fmla="*/ 1544868 h 2204265"/>
                  <a:gd name="connsiteX28" fmla="*/ 1994063 w 2204265"/>
                  <a:gd name="connsiteY28" fmla="*/ 1761531 h 2204265"/>
                  <a:gd name="connsiteX29" fmla="*/ 1820151 w 2204265"/>
                  <a:gd name="connsiteY29" fmla="*/ 1705353 h 2204265"/>
                  <a:gd name="connsiteX30" fmla="*/ 1798711 w 2204265"/>
                  <a:gd name="connsiteY30" fmla="*/ 1734758 h 2204265"/>
                  <a:gd name="connsiteX31" fmla="*/ 1731696 w 2204265"/>
                  <a:gd name="connsiteY31" fmla="*/ 1804423 h 2204265"/>
                  <a:gd name="connsiteX32" fmla="*/ 1706998 w 2204265"/>
                  <a:gd name="connsiteY32" fmla="*/ 1825242 h 2204265"/>
                  <a:gd name="connsiteX33" fmla="*/ 1761531 w 2204265"/>
                  <a:gd name="connsiteY33" fmla="*/ 1994062 h 2204265"/>
                  <a:gd name="connsiteX34" fmla="*/ 1544868 w 2204265"/>
                  <a:gd name="connsiteY34" fmla="*/ 2119153 h 2204265"/>
                  <a:gd name="connsiteX35" fmla="*/ 1429863 w 2204265"/>
                  <a:gd name="connsiteY35" fmla="*/ 1991868 h 2204265"/>
                  <a:gd name="connsiteX36" fmla="*/ 1400268 w 2204265"/>
                  <a:gd name="connsiteY36" fmla="*/ 2003797 h 2204265"/>
                  <a:gd name="connsiteX37" fmla="*/ 1262745 w 2204265"/>
                  <a:gd name="connsiteY37" fmla="*/ 2038549 h 2204265"/>
                  <a:gd name="connsiteX38" fmla="*/ 1227224 w 2204265"/>
                  <a:gd name="connsiteY38" fmla="*/ 2204265 h 2204265"/>
                  <a:gd name="connsiteX39" fmla="*/ 977042 w 2204265"/>
                  <a:gd name="connsiteY39" fmla="*/ 2204265 h 2204265"/>
                  <a:gd name="connsiteX40" fmla="*/ 941447 w 2204265"/>
                  <a:gd name="connsiteY40" fmla="*/ 2038203 h 2204265"/>
                  <a:gd name="connsiteX41" fmla="*/ 916475 w 2204265"/>
                  <a:gd name="connsiteY41" fmla="*/ 2034392 h 2204265"/>
                  <a:gd name="connsiteX42" fmla="*/ 774169 w 2204265"/>
                  <a:gd name="connsiteY42" fmla="*/ 1992127 h 2204265"/>
                  <a:gd name="connsiteX43" fmla="*/ 659399 w 2204265"/>
                  <a:gd name="connsiteY43" fmla="*/ 2119153 h 2204265"/>
                  <a:gd name="connsiteX44" fmla="*/ 442735 w 2204265"/>
                  <a:gd name="connsiteY44" fmla="*/ 1994062 h 2204265"/>
                  <a:gd name="connsiteX45" fmla="*/ 496981 w 2204265"/>
                  <a:gd name="connsiteY45" fmla="*/ 1826130 h 2204265"/>
                  <a:gd name="connsiteX46" fmla="*/ 391274 w 2204265"/>
                  <a:gd name="connsiteY46" fmla="*/ 1717869 h 2204265"/>
                  <a:gd name="connsiteX47" fmla="*/ 382878 w 2204265"/>
                  <a:gd name="connsiteY47" fmla="*/ 1705753 h 2204265"/>
                  <a:gd name="connsiteX48" fmla="*/ 210204 w 2204265"/>
                  <a:gd name="connsiteY48" fmla="*/ 1761531 h 2204265"/>
                  <a:gd name="connsiteX49" fmla="*/ 85113 w 2204265"/>
                  <a:gd name="connsiteY49" fmla="*/ 1544868 h 2204265"/>
                  <a:gd name="connsiteX50" fmla="*/ 226733 w 2204265"/>
                  <a:gd name="connsiteY50" fmla="*/ 1416912 h 2204265"/>
                  <a:gd name="connsiteX51" fmla="*/ 212821 w 2204265"/>
                  <a:gd name="connsiteY51" fmla="*/ 1373126 h 2204265"/>
                  <a:gd name="connsiteX52" fmla="*/ 191748 w 2204265"/>
                  <a:gd name="connsiteY52" fmla="*/ 1268325 h 2204265"/>
                  <a:gd name="connsiteX53" fmla="*/ 0 w 2204265"/>
                  <a:gd name="connsiteY53" fmla="*/ 1227224 h 2204265"/>
                  <a:gd name="connsiteX54" fmla="*/ 0 w 2204265"/>
                  <a:gd name="connsiteY54" fmla="*/ 977042 h 2204265"/>
                  <a:gd name="connsiteX55" fmla="*/ 203220 w 2204265"/>
                  <a:gd name="connsiteY55" fmla="*/ 933481 h 2204265"/>
                  <a:gd name="connsiteX56" fmla="*/ 212821 w 2204265"/>
                  <a:gd name="connsiteY56" fmla="*/ 890649 h 2204265"/>
                  <a:gd name="connsiteX57" fmla="*/ 243470 w 2204265"/>
                  <a:gd name="connsiteY57" fmla="*/ 802476 h 2204265"/>
                  <a:gd name="connsiteX58" fmla="*/ 85113 w 2204265"/>
                  <a:gd name="connsiteY58" fmla="*/ 659399 h 2204265"/>
                  <a:gd name="connsiteX59" fmla="*/ 210204 w 2204265"/>
                  <a:gd name="connsiteY59" fmla="*/ 442735 h 2204265"/>
                  <a:gd name="connsiteX60" fmla="*/ 423776 w 2204265"/>
                  <a:gd name="connsiteY60" fmla="*/ 511723 h 2204265"/>
                  <a:gd name="connsiteX61" fmla="*/ 470557 w 2204265"/>
                  <a:gd name="connsiteY61" fmla="*/ 461243 h 2204265"/>
                  <a:gd name="connsiteX62" fmla="*/ 512656 w 2204265"/>
                  <a:gd name="connsiteY62" fmla="*/ 426662 h 2204265"/>
                  <a:gd name="connsiteX63" fmla="*/ 442735 w 2204265"/>
                  <a:gd name="connsiteY63" fmla="*/ 210203 h 2204265"/>
                  <a:gd name="connsiteX64" fmla="*/ 659399 w 2204265"/>
                  <a:gd name="connsiteY64" fmla="*/ 85113 h 2204265"/>
                  <a:gd name="connsiteX65" fmla="*/ 815299 w 2204265"/>
                  <a:gd name="connsiteY65" fmla="*/ 257661 h 2204265"/>
                  <a:gd name="connsiteX66" fmla="*/ 916475 w 2204265"/>
                  <a:gd name="connsiteY66" fmla="*/ 229382 h 2204265"/>
                  <a:gd name="connsiteX67" fmla="*/ 928259 w 2204265"/>
                  <a:gd name="connsiteY67" fmla="*/ 227584 h 2204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204265" h="2204265">
                    <a:moveTo>
                      <a:pt x="1102132" y="321083"/>
                    </a:moveTo>
                    <a:cubicBezTo>
                      <a:pt x="665509" y="321083"/>
                      <a:pt x="311557" y="675035"/>
                      <a:pt x="311557" y="1111658"/>
                    </a:cubicBezTo>
                    <a:cubicBezTo>
                      <a:pt x="311557" y="1548281"/>
                      <a:pt x="665509" y="1902233"/>
                      <a:pt x="1102132" y="1902233"/>
                    </a:cubicBezTo>
                    <a:cubicBezTo>
                      <a:pt x="1538755" y="1902233"/>
                      <a:pt x="1892707" y="1548281"/>
                      <a:pt x="1892707" y="1111658"/>
                    </a:cubicBezTo>
                    <a:cubicBezTo>
                      <a:pt x="1892707" y="675035"/>
                      <a:pt x="1538755" y="321083"/>
                      <a:pt x="1102132" y="321083"/>
                    </a:cubicBezTo>
                    <a:close/>
                    <a:moveTo>
                      <a:pt x="977042" y="0"/>
                    </a:moveTo>
                    <a:lnTo>
                      <a:pt x="1227224" y="0"/>
                    </a:lnTo>
                    <a:lnTo>
                      <a:pt x="1276006" y="227584"/>
                    </a:lnTo>
                    <a:lnTo>
                      <a:pt x="1287791" y="229382"/>
                    </a:lnTo>
                    <a:lnTo>
                      <a:pt x="1387705" y="259057"/>
                    </a:lnTo>
                    <a:lnTo>
                      <a:pt x="1544868" y="85113"/>
                    </a:lnTo>
                    <a:lnTo>
                      <a:pt x="1761531" y="210203"/>
                    </a:lnTo>
                    <a:lnTo>
                      <a:pt x="1691902" y="425756"/>
                    </a:lnTo>
                    <a:lnTo>
                      <a:pt x="1705003" y="435309"/>
                    </a:lnTo>
                    <a:cubicBezTo>
                      <a:pt x="1729378" y="456423"/>
                      <a:pt x="1752634" y="478795"/>
                      <a:pt x="1774668" y="502325"/>
                    </a:cubicBezTo>
                    <a:lnTo>
                      <a:pt x="1782142" y="511190"/>
                    </a:lnTo>
                    <a:lnTo>
                      <a:pt x="1994063" y="442735"/>
                    </a:lnTo>
                    <a:lnTo>
                      <a:pt x="2119154" y="659399"/>
                    </a:lnTo>
                    <a:lnTo>
                      <a:pt x="1961265" y="802053"/>
                    </a:lnTo>
                    <a:lnTo>
                      <a:pt x="1974042" y="833752"/>
                    </a:lnTo>
                    <a:lnTo>
                      <a:pt x="1999140" y="933073"/>
                    </a:lnTo>
                    <a:lnTo>
                      <a:pt x="2204265" y="977042"/>
                    </a:lnTo>
                    <a:lnTo>
                      <a:pt x="2204265" y="1227224"/>
                    </a:lnTo>
                    <a:lnTo>
                      <a:pt x="2012137" y="1268406"/>
                    </a:lnTo>
                    <a:lnTo>
                      <a:pt x="2004638" y="1317545"/>
                    </a:lnTo>
                    <a:cubicBezTo>
                      <a:pt x="1999269" y="1343782"/>
                      <a:pt x="1992785" y="1369612"/>
                      <a:pt x="1985237" y="1394985"/>
                    </a:cubicBezTo>
                    <a:lnTo>
                      <a:pt x="1977636" y="1417004"/>
                    </a:lnTo>
                    <a:lnTo>
                      <a:pt x="2119154" y="1544868"/>
                    </a:lnTo>
                    <a:lnTo>
                      <a:pt x="1994063" y="1761531"/>
                    </a:lnTo>
                    <a:lnTo>
                      <a:pt x="1820151" y="1705353"/>
                    </a:lnTo>
                    <a:lnTo>
                      <a:pt x="1798711" y="1734758"/>
                    </a:lnTo>
                    <a:cubicBezTo>
                      <a:pt x="1777597" y="1759133"/>
                      <a:pt x="1755225" y="1782388"/>
                      <a:pt x="1731696" y="1804423"/>
                    </a:cubicBezTo>
                    <a:lnTo>
                      <a:pt x="1706998" y="1825242"/>
                    </a:lnTo>
                    <a:lnTo>
                      <a:pt x="1761531" y="1994062"/>
                    </a:lnTo>
                    <a:lnTo>
                      <a:pt x="1544868" y="2119153"/>
                    </a:lnTo>
                    <a:lnTo>
                      <a:pt x="1429863" y="1991868"/>
                    </a:lnTo>
                    <a:lnTo>
                      <a:pt x="1400268" y="2003797"/>
                    </a:lnTo>
                    <a:lnTo>
                      <a:pt x="1262745" y="2038549"/>
                    </a:lnTo>
                    <a:lnTo>
                      <a:pt x="1227224" y="2204265"/>
                    </a:lnTo>
                    <a:lnTo>
                      <a:pt x="977042" y="2204265"/>
                    </a:lnTo>
                    <a:lnTo>
                      <a:pt x="941447" y="2038203"/>
                    </a:lnTo>
                    <a:lnTo>
                      <a:pt x="916475" y="2034392"/>
                    </a:lnTo>
                    <a:lnTo>
                      <a:pt x="774169" y="1992127"/>
                    </a:lnTo>
                    <a:lnTo>
                      <a:pt x="659399" y="2119153"/>
                    </a:lnTo>
                    <a:lnTo>
                      <a:pt x="442735" y="1994062"/>
                    </a:lnTo>
                    <a:lnTo>
                      <a:pt x="496981" y="1826130"/>
                    </a:lnTo>
                    <a:lnTo>
                      <a:pt x="391274" y="1717869"/>
                    </a:lnTo>
                    <a:lnTo>
                      <a:pt x="382878" y="1705753"/>
                    </a:lnTo>
                    <a:lnTo>
                      <a:pt x="210204" y="1761531"/>
                    </a:lnTo>
                    <a:lnTo>
                      <a:pt x="85113" y="1544868"/>
                    </a:lnTo>
                    <a:lnTo>
                      <a:pt x="226733" y="1416912"/>
                    </a:lnTo>
                    <a:lnTo>
                      <a:pt x="212821" y="1373126"/>
                    </a:lnTo>
                    <a:lnTo>
                      <a:pt x="191748" y="1268325"/>
                    </a:lnTo>
                    <a:lnTo>
                      <a:pt x="0" y="1227224"/>
                    </a:lnTo>
                    <a:lnTo>
                      <a:pt x="0" y="977042"/>
                    </a:lnTo>
                    <a:lnTo>
                      <a:pt x="203220" y="933481"/>
                    </a:lnTo>
                    <a:lnTo>
                      <a:pt x="212821" y="890649"/>
                    </a:lnTo>
                    <a:lnTo>
                      <a:pt x="243470" y="802476"/>
                    </a:lnTo>
                    <a:lnTo>
                      <a:pt x="85113" y="659399"/>
                    </a:lnTo>
                    <a:lnTo>
                      <a:pt x="210204" y="442735"/>
                    </a:lnTo>
                    <a:lnTo>
                      <a:pt x="423776" y="511723"/>
                    </a:lnTo>
                    <a:lnTo>
                      <a:pt x="470557" y="461243"/>
                    </a:lnTo>
                    <a:lnTo>
                      <a:pt x="512656" y="426662"/>
                    </a:lnTo>
                    <a:lnTo>
                      <a:pt x="442735" y="210203"/>
                    </a:lnTo>
                    <a:lnTo>
                      <a:pt x="659399" y="85113"/>
                    </a:lnTo>
                    <a:lnTo>
                      <a:pt x="815299" y="257661"/>
                    </a:lnTo>
                    <a:lnTo>
                      <a:pt x="916475" y="229382"/>
                    </a:lnTo>
                    <a:lnTo>
                      <a:pt x="928259" y="227584"/>
                    </a:lnTo>
                    <a:close/>
                  </a:path>
                </a:pathLst>
              </a:custGeom>
              <a:gradFill>
                <a:gsLst>
                  <a:gs pos="0">
                    <a:schemeClr val="bg1"/>
                  </a:gs>
                  <a:gs pos="100000">
                    <a:srgbClr val="E2E2E2"/>
                  </a:gs>
                </a:gsLst>
                <a:lin ang="27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prstClr val="white"/>
                  </a:solidFill>
                  <a:latin typeface="Calibri"/>
                  <a:ea typeface="宋体" panose="02010600030101010101" pitchFamily="2" charset="-122"/>
                </a:endParaRPr>
              </a:p>
            </p:txBody>
          </p:sp>
          <p:sp>
            <p:nvSpPr>
              <p:cNvPr id="18" name="椭圆 17"/>
              <p:cNvSpPr/>
              <p:nvPr/>
            </p:nvSpPr>
            <p:spPr>
              <a:xfrm>
                <a:off x="5305425" y="2638425"/>
                <a:ext cx="1581150" cy="1581150"/>
              </a:xfrm>
              <a:prstGeom prst="ellipse">
                <a:avLst/>
              </a:prstGeom>
              <a:noFill/>
              <a:ln>
                <a:gradFill flip="none" rotWithShape="1">
                  <a:gsLst>
                    <a:gs pos="0">
                      <a:schemeClr val="bg1">
                        <a:lumMod val="85000"/>
                      </a:schemeClr>
                    </a:gs>
                    <a:gs pos="100000">
                      <a:schemeClr val="bg1"/>
                    </a:gs>
                  </a:gsLst>
                  <a:lin ang="27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prstClr val="white"/>
                  </a:solidFill>
                  <a:latin typeface="Calibri"/>
                  <a:ea typeface="宋体" panose="02010600030101010101" pitchFamily="2" charset="-122"/>
                </a:endParaRPr>
              </a:p>
            </p:txBody>
          </p:sp>
          <p:sp>
            <p:nvSpPr>
              <p:cNvPr id="19" name="椭圆 18"/>
              <p:cNvSpPr/>
              <p:nvPr/>
            </p:nvSpPr>
            <p:spPr>
              <a:xfrm>
                <a:off x="5370108" y="2708871"/>
                <a:ext cx="1451783" cy="1451783"/>
              </a:xfrm>
              <a:prstGeom prst="ellipse">
                <a:avLst/>
              </a:prstGeom>
              <a:gradFill>
                <a:gsLst>
                  <a:gs pos="0">
                    <a:schemeClr val="bg1">
                      <a:lumMod val="85000"/>
                    </a:schemeClr>
                  </a:gs>
                  <a:gs pos="100000">
                    <a:schemeClr val="bg1"/>
                  </a:gs>
                </a:gsLst>
                <a:lin ang="2700000" scaled="1"/>
              </a:gradFill>
              <a:ln w="19050">
                <a:gradFill flip="none" rotWithShape="1">
                  <a:gsLst>
                    <a:gs pos="100000">
                      <a:schemeClr val="bg1">
                        <a:lumMod val="85000"/>
                      </a:schemeClr>
                    </a:gs>
                    <a:gs pos="0">
                      <a:schemeClr val="bg1"/>
                    </a:gs>
                  </a:gsLst>
                  <a:lin ang="27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prstClr val="white"/>
                  </a:solidFill>
                  <a:latin typeface="Calibri"/>
                  <a:ea typeface="宋体" panose="02010600030101010101" pitchFamily="2" charset="-122"/>
                </a:endParaRPr>
              </a:p>
            </p:txBody>
          </p:sp>
        </p:grpSp>
        <p:grpSp>
          <p:nvGrpSpPr>
            <p:cNvPr id="61" name="组合 60"/>
            <p:cNvGrpSpPr/>
            <p:nvPr/>
          </p:nvGrpSpPr>
          <p:grpSpPr>
            <a:xfrm>
              <a:off x="5368281" y="2064094"/>
              <a:ext cx="750088" cy="598500"/>
              <a:chOff x="4123036" y="1197871"/>
              <a:chExt cx="1000117" cy="798000"/>
            </a:xfrm>
          </p:grpSpPr>
          <p:sp>
            <p:nvSpPr>
              <p:cNvPr id="62" name="文本框 128"/>
              <p:cNvSpPr txBox="1"/>
              <p:nvPr/>
            </p:nvSpPr>
            <p:spPr>
              <a:xfrm>
                <a:off x="4123036" y="1197871"/>
                <a:ext cx="1000117" cy="738664"/>
              </a:xfrm>
              <a:prstGeom prst="rect">
                <a:avLst/>
              </a:prstGeom>
              <a:noFill/>
            </p:spPr>
            <p:txBody>
              <a:bodyPr wrap="square" rtlCol="0">
                <a:spAutoFit/>
              </a:bodyPr>
              <a:lstStyle/>
              <a:p>
                <a:pPr algn="ctr">
                  <a:defRPr/>
                </a:pPr>
                <a:r>
                  <a:rPr lang="en-US" altLang="zh-CN" sz="3000" dirty="0">
                    <a:solidFill>
                      <a:schemeClr val="accent2"/>
                    </a:solidFill>
                    <a:latin typeface="Impact" panose="020B0806030902050204" pitchFamily="34" charset="0"/>
                    <a:ea typeface="宋体" panose="02010600030101010101" pitchFamily="2" charset="-122"/>
                  </a:rPr>
                  <a:t>04</a:t>
                </a:r>
                <a:endParaRPr lang="zh-CN" altLang="en-US" sz="3000" dirty="0">
                  <a:solidFill>
                    <a:schemeClr val="accent2"/>
                  </a:solidFill>
                  <a:latin typeface="Impact" panose="020B0806030902050204" pitchFamily="34" charset="0"/>
                  <a:ea typeface="宋体" panose="02010600030101010101" pitchFamily="2" charset="-122"/>
                </a:endParaRPr>
              </a:p>
            </p:txBody>
          </p:sp>
          <p:sp>
            <p:nvSpPr>
              <p:cNvPr id="63" name="文本框 129"/>
              <p:cNvSpPr txBox="1"/>
              <p:nvPr/>
            </p:nvSpPr>
            <p:spPr>
              <a:xfrm>
                <a:off x="4266701" y="1688095"/>
                <a:ext cx="740410" cy="307776"/>
              </a:xfrm>
              <a:prstGeom prst="rect">
                <a:avLst/>
              </a:prstGeom>
              <a:noFill/>
            </p:spPr>
            <p:txBody>
              <a:bodyPr wrap="square" rtlCol="0">
                <a:spAutoFit/>
              </a:bodyPr>
              <a:lstStyle/>
              <a:p>
                <a:pPr algn="ctr">
                  <a:defRPr/>
                </a:pPr>
                <a:endParaRPr lang="zh-CN" altLang="en-US" sz="900" dirty="0">
                  <a:solidFill>
                    <a:prstClr val="black">
                      <a:lumMod val="50000"/>
                      <a:lumOff val="50000"/>
                    </a:prstClr>
                  </a:solidFill>
                  <a:latin typeface="LiHei Pro" panose="020B0500000000000000" pitchFamily="34" charset="-122"/>
                  <a:ea typeface="LiHei Pro" panose="020B0500000000000000" pitchFamily="34" charset="-122"/>
                </a:endParaRPr>
              </a:p>
            </p:txBody>
          </p:sp>
        </p:grpSp>
      </p:grpSp>
      <p:grpSp>
        <p:nvGrpSpPr>
          <p:cNvPr id="68" name="原创设计师QQ598969553          _9"/>
          <p:cNvGrpSpPr/>
          <p:nvPr/>
        </p:nvGrpSpPr>
        <p:grpSpPr>
          <a:xfrm>
            <a:off x="4172438" y="2412705"/>
            <a:ext cx="1242073" cy="1242074"/>
            <a:chOff x="4172438" y="2412705"/>
            <a:chExt cx="1242073" cy="1242074"/>
          </a:xfrm>
        </p:grpSpPr>
        <p:grpSp>
          <p:nvGrpSpPr>
            <p:cNvPr id="12" name="组合 11"/>
            <p:cNvGrpSpPr/>
            <p:nvPr/>
          </p:nvGrpSpPr>
          <p:grpSpPr>
            <a:xfrm>
              <a:off x="4172438" y="2412705"/>
              <a:ext cx="1242073" cy="1242074"/>
              <a:chOff x="4993868" y="2326868"/>
              <a:chExt cx="2204265" cy="2204265"/>
            </a:xfrm>
            <a:effectLst>
              <a:outerShdw blurRad="292100" dist="114300" dir="2700000" algn="tl" rotWithShape="0">
                <a:prstClr val="black">
                  <a:alpha val="25000"/>
                </a:prstClr>
              </a:outerShdw>
            </a:effectLst>
          </p:grpSpPr>
          <p:sp>
            <p:nvSpPr>
              <p:cNvPr id="13" name="任意多边形 12"/>
              <p:cNvSpPr/>
              <p:nvPr/>
            </p:nvSpPr>
            <p:spPr>
              <a:xfrm>
                <a:off x="4993868" y="2326868"/>
                <a:ext cx="2204265" cy="2204265"/>
              </a:xfrm>
              <a:custGeom>
                <a:avLst/>
                <a:gdLst>
                  <a:gd name="connsiteX0" fmla="*/ 1102132 w 2204265"/>
                  <a:gd name="connsiteY0" fmla="*/ 321083 h 2204265"/>
                  <a:gd name="connsiteX1" fmla="*/ 311557 w 2204265"/>
                  <a:gd name="connsiteY1" fmla="*/ 1111658 h 2204265"/>
                  <a:gd name="connsiteX2" fmla="*/ 1102132 w 2204265"/>
                  <a:gd name="connsiteY2" fmla="*/ 1902233 h 2204265"/>
                  <a:gd name="connsiteX3" fmla="*/ 1892707 w 2204265"/>
                  <a:gd name="connsiteY3" fmla="*/ 1111658 h 2204265"/>
                  <a:gd name="connsiteX4" fmla="*/ 1102132 w 2204265"/>
                  <a:gd name="connsiteY4" fmla="*/ 321083 h 2204265"/>
                  <a:gd name="connsiteX5" fmla="*/ 977042 w 2204265"/>
                  <a:gd name="connsiteY5" fmla="*/ 0 h 2204265"/>
                  <a:gd name="connsiteX6" fmla="*/ 1227224 w 2204265"/>
                  <a:gd name="connsiteY6" fmla="*/ 0 h 2204265"/>
                  <a:gd name="connsiteX7" fmla="*/ 1276006 w 2204265"/>
                  <a:gd name="connsiteY7" fmla="*/ 227584 h 2204265"/>
                  <a:gd name="connsiteX8" fmla="*/ 1287791 w 2204265"/>
                  <a:gd name="connsiteY8" fmla="*/ 229382 h 2204265"/>
                  <a:gd name="connsiteX9" fmla="*/ 1387705 w 2204265"/>
                  <a:gd name="connsiteY9" fmla="*/ 259057 h 2204265"/>
                  <a:gd name="connsiteX10" fmla="*/ 1544868 w 2204265"/>
                  <a:gd name="connsiteY10" fmla="*/ 85113 h 2204265"/>
                  <a:gd name="connsiteX11" fmla="*/ 1761531 w 2204265"/>
                  <a:gd name="connsiteY11" fmla="*/ 210203 h 2204265"/>
                  <a:gd name="connsiteX12" fmla="*/ 1691902 w 2204265"/>
                  <a:gd name="connsiteY12" fmla="*/ 425756 h 2204265"/>
                  <a:gd name="connsiteX13" fmla="*/ 1705003 w 2204265"/>
                  <a:gd name="connsiteY13" fmla="*/ 435309 h 2204265"/>
                  <a:gd name="connsiteX14" fmla="*/ 1774668 w 2204265"/>
                  <a:gd name="connsiteY14" fmla="*/ 502325 h 2204265"/>
                  <a:gd name="connsiteX15" fmla="*/ 1782142 w 2204265"/>
                  <a:gd name="connsiteY15" fmla="*/ 511190 h 2204265"/>
                  <a:gd name="connsiteX16" fmla="*/ 1994063 w 2204265"/>
                  <a:gd name="connsiteY16" fmla="*/ 442735 h 2204265"/>
                  <a:gd name="connsiteX17" fmla="*/ 2119154 w 2204265"/>
                  <a:gd name="connsiteY17" fmla="*/ 659399 h 2204265"/>
                  <a:gd name="connsiteX18" fmla="*/ 1961265 w 2204265"/>
                  <a:gd name="connsiteY18" fmla="*/ 802053 h 2204265"/>
                  <a:gd name="connsiteX19" fmla="*/ 1974042 w 2204265"/>
                  <a:gd name="connsiteY19" fmla="*/ 833752 h 2204265"/>
                  <a:gd name="connsiteX20" fmla="*/ 1999140 w 2204265"/>
                  <a:gd name="connsiteY20" fmla="*/ 933073 h 2204265"/>
                  <a:gd name="connsiteX21" fmla="*/ 2204265 w 2204265"/>
                  <a:gd name="connsiteY21" fmla="*/ 977042 h 2204265"/>
                  <a:gd name="connsiteX22" fmla="*/ 2204265 w 2204265"/>
                  <a:gd name="connsiteY22" fmla="*/ 1227224 h 2204265"/>
                  <a:gd name="connsiteX23" fmla="*/ 2012137 w 2204265"/>
                  <a:gd name="connsiteY23" fmla="*/ 1268406 h 2204265"/>
                  <a:gd name="connsiteX24" fmla="*/ 2004638 w 2204265"/>
                  <a:gd name="connsiteY24" fmla="*/ 1317545 h 2204265"/>
                  <a:gd name="connsiteX25" fmla="*/ 1985237 w 2204265"/>
                  <a:gd name="connsiteY25" fmla="*/ 1394985 h 2204265"/>
                  <a:gd name="connsiteX26" fmla="*/ 1977636 w 2204265"/>
                  <a:gd name="connsiteY26" fmla="*/ 1417004 h 2204265"/>
                  <a:gd name="connsiteX27" fmla="*/ 2119154 w 2204265"/>
                  <a:gd name="connsiteY27" fmla="*/ 1544868 h 2204265"/>
                  <a:gd name="connsiteX28" fmla="*/ 1994063 w 2204265"/>
                  <a:gd name="connsiteY28" fmla="*/ 1761531 h 2204265"/>
                  <a:gd name="connsiteX29" fmla="*/ 1820151 w 2204265"/>
                  <a:gd name="connsiteY29" fmla="*/ 1705353 h 2204265"/>
                  <a:gd name="connsiteX30" fmla="*/ 1798711 w 2204265"/>
                  <a:gd name="connsiteY30" fmla="*/ 1734758 h 2204265"/>
                  <a:gd name="connsiteX31" fmla="*/ 1731696 w 2204265"/>
                  <a:gd name="connsiteY31" fmla="*/ 1804423 h 2204265"/>
                  <a:gd name="connsiteX32" fmla="*/ 1706998 w 2204265"/>
                  <a:gd name="connsiteY32" fmla="*/ 1825242 h 2204265"/>
                  <a:gd name="connsiteX33" fmla="*/ 1761531 w 2204265"/>
                  <a:gd name="connsiteY33" fmla="*/ 1994062 h 2204265"/>
                  <a:gd name="connsiteX34" fmla="*/ 1544868 w 2204265"/>
                  <a:gd name="connsiteY34" fmla="*/ 2119153 h 2204265"/>
                  <a:gd name="connsiteX35" fmla="*/ 1429863 w 2204265"/>
                  <a:gd name="connsiteY35" fmla="*/ 1991868 h 2204265"/>
                  <a:gd name="connsiteX36" fmla="*/ 1400268 w 2204265"/>
                  <a:gd name="connsiteY36" fmla="*/ 2003797 h 2204265"/>
                  <a:gd name="connsiteX37" fmla="*/ 1262745 w 2204265"/>
                  <a:gd name="connsiteY37" fmla="*/ 2038549 h 2204265"/>
                  <a:gd name="connsiteX38" fmla="*/ 1227224 w 2204265"/>
                  <a:gd name="connsiteY38" fmla="*/ 2204265 h 2204265"/>
                  <a:gd name="connsiteX39" fmla="*/ 977042 w 2204265"/>
                  <a:gd name="connsiteY39" fmla="*/ 2204265 h 2204265"/>
                  <a:gd name="connsiteX40" fmla="*/ 941447 w 2204265"/>
                  <a:gd name="connsiteY40" fmla="*/ 2038203 h 2204265"/>
                  <a:gd name="connsiteX41" fmla="*/ 916475 w 2204265"/>
                  <a:gd name="connsiteY41" fmla="*/ 2034392 h 2204265"/>
                  <a:gd name="connsiteX42" fmla="*/ 774169 w 2204265"/>
                  <a:gd name="connsiteY42" fmla="*/ 1992127 h 2204265"/>
                  <a:gd name="connsiteX43" fmla="*/ 659399 w 2204265"/>
                  <a:gd name="connsiteY43" fmla="*/ 2119153 h 2204265"/>
                  <a:gd name="connsiteX44" fmla="*/ 442735 w 2204265"/>
                  <a:gd name="connsiteY44" fmla="*/ 1994062 h 2204265"/>
                  <a:gd name="connsiteX45" fmla="*/ 496981 w 2204265"/>
                  <a:gd name="connsiteY45" fmla="*/ 1826130 h 2204265"/>
                  <a:gd name="connsiteX46" fmla="*/ 391274 w 2204265"/>
                  <a:gd name="connsiteY46" fmla="*/ 1717869 h 2204265"/>
                  <a:gd name="connsiteX47" fmla="*/ 382878 w 2204265"/>
                  <a:gd name="connsiteY47" fmla="*/ 1705753 h 2204265"/>
                  <a:gd name="connsiteX48" fmla="*/ 210204 w 2204265"/>
                  <a:gd name="connsiteY48" fmla="*/ 1761531 h 2204265"/>
                  <a:gd name="connsiteX49" fmla="*/ 85113 w 2204265"/>
                  <a:gd name="connsiteY49" fmla="*/ 1544868 h 2204265"/>
                  <a:gd name="connsiteX50" fmla="*/ 226733 w 2204265"/>
                  <a:gd name="connsiteY50" fmla="*/ 1416912 h 2204265"/>
                  <a:gd name="connsiteX51" fmla="*/ 212821 w 2204265"/>
                  <a:gd name="connsiteY51" fmla="*/ 1373126 h 2204265"/>
                  <a:gd name="connsiteX52" fmla="*/ 191748 w 2204265"/>
                  <a:gd name="connsiteY52" fmla="*/ 1268325 h 2204265"/>
                  <a:gd name="connsiteX53" fmla="*/ 0 w 2204265"/>
                  <a:gd name="connsiteY53" fmla="*/ 1227224 h 2204265"/>
                  <a:gd name="connsiteX54" fmla="*/ 0 w 2204265"/>
                  <a:gd name="connsiteY54" fmla="*/ 977042 h 2204265"/>
                  <a:gd name="connsiteX55" fmla="*/ 203220 w 2204265"/>
                  <a:gd name="connsiteY55" fmla="*/ 933481 h 2204265"/>
                  <a:gd name="connsiteX56" fmla="*/ 212821 w 2204265"/>
                  <a:gd name="connsiteY56" fmla="*/ 890649 h 2204265"/>
                  <a:gd name="connsiteX57" fmla="*/ 243470 w 2204265"/>
                  <a:gd name="connsiteY57" fmla="*/ 802476 h 2204265"/>
                  <a:gd name="connsiteX58" fmla="*/ 85113 w 2204265"/>
                  <a:gd name="connsiteY58" fmla="*/ 659399 h 2204265"/>
                  <a:gd name="connsiteX59" fmla="*/ 210204 w 2204265"/>
                  <a:gd name="connsiteY59" fmla="*/ 442735 h 2204265"/>
                  <a:gd name="connsiteX60" fmla="*/ 423776 w 2204265"/>
                  <a:gd name="connsiteY60" fmla="*/ 511723 h 2204265"/>
                  <a:gd name="connsiteX61" fmla="*/ 470557 w 2204265"/>
                  <a:gd name="connsiteY61" fmla="*/ 461243 h 2204265"/>
                  <a:gd name="connsiteX62" fmla="*/ 512656 w 2204265"/>
                  <a:gd name="connsiteY62" fmla="*/ 426662 h 2204265"/>
                  <a:gd name="connsiteX63" fmla="*/ 442735 w 2204265"/>
                  <a:gd name="connsiteY63" fmla="*/ 210203 h 2204265"/>
                  <a:gd name="connsiteX64" fmla="*/ 659399 w 2204265"/>
                  <a:gd name="connsiteY64" fmla="*/ 85113 h 2204265"/>
                  <a:gd name="connsiteX65" fmla="*/ 815299 w 2204265"/>
                  <a:gd name="connsiteY65" fmla="*/ 257661 h 2204265"/>
                  <a:gd name="connsiteX66" fmla="*/ 916475 w 2204265"/>
                  <a:gd name="connsiteY66" fmla="*/ 229382 h 2204265"/>
                  <a:gd name="connsiteX67" fmla="*/ 928259 w 2204265"/>
                  <a:gd name="connsiteY67" fmla="*/ 227584 h 2204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204265" h="2204265">
                    <a:moveTo>
                      <a:pt x="1102132" y="321083"/>
                    </a:moveTo>
                    <a:cubicBezTo>
                      <a:pt x="665509" y="321083"/>
                      <a:pt x="311557" y="675035"/>
                      <a:pt x="311557" y="1111658"/>
                    </a:cubicBezTo>
                    <a:cubicBezTo>
                      <a:pt x="311557" y="1548281"/>
                      <a:pt x="665509" y="1902233"/>
                      <a:pt x="1102132" y="1902233"/>
                    </a:cubicBezTo>
                    <a:cubicBezTo>
                      <a:pt x="1538755" y="1902233"/>
                      <a:pt x="1892707" y="1548281"/>
                      <a:pt x="1892707" y="1111658"/>
                    </a:cubicBezTo>
                    <a:cubicBezTo>
                      <a:pt x="1892707" y="675035"/>
                      <a:pt x="1538755" y="321083"/>
                      <a:pt x="1102132" y="321083"/>
                    </a:cubicBezTo>
                    <a:close/>
                    <a:moveTo>
                      <a:pt x="977042" y="0"/>
                    </a:moveTo>
                    <a:lnTo>
                      <a:pt x="1227224" y="0"/>
                    </a:lnTo>
                    <a:lnTo>
                      <a:pt x="1276006" y="227584"/>
                    </a:lnTo>
                    <a:lnTo>
                      <a:pt x="1287791" y="229382"/>
                    </a:lnTo>
                    <a:lnTo>
                      <a:pt x="1387705" y="259057"/>
                    </a:lnTo>
                    <a:lnTo>
                      <a:pt x="1544868" y="85113"/>
                    </a:lnTo>
                    <a:lnTo>
                      <a:pt x="1761531" y="210203"/>
                    </a:lnTo>
                    <a:lnTo>
                      <a:pt x="1691902" y="425756"/>
                    </a:lnTo>
                    <a:lnTo>
                      <a:pt x="1705003" y="435309"/>
                    </a:lnTo>
                    <a:cubicBezTo>
                      <a:pt x="1729378" y="456423"/>
                      <a:pt x="1752634" y="478795"/>
                      <a:pt x="1774668" y="502325"/>
                    </a:cubicBezTo>
                    <a:lnTo>
                      <a:pt x="1782142" y="511190"/>
                    </a:lnTo>
                    <a:lnTo>
                      <a:pt x="1994063" y="442735"/>
                    </a:lnTo>
                    <a:lnTo>
                      <a:pt x="2119154" y="659399"/>
                    </a:lnTo>
                    <a:lnTo>
                      <a:pt x="1961265" y="802053"/>
                    </a:lnTo>
                    <a:lnTo>
                      <a:pt x="1974042" y="833752"/>
                    </a:lnTo>
                    <a:lnTo>
                      <a:pt x="1999140" y="933073"/>
                    </a:lnTo>
                    <a:lnTo>
                      <a:pt x="2204265" y="977042"/>
                    </a:lnTo>
                    <a:lnTo>
                      <a:pt x="2204265" y="1227224"/>
                    </a:lnTo>
                    <a:lnTo>
                      <a:pt x="2012137" y="1268406"/>
                    </a:lnTo>
                    <a:lnTo>
                      <a:pt x="2004638" y="1317545"/>
                    </a:lnTo>
                    <a:cubicBezTo>
                      <a:pt x="1999269" y="1343782"/>
                      <a:pt x="1992785" y="1369612"/>
                      <a:pt x="1985237" y="1394985"/>
                    </a:cubicBezTo>
                    <a:lnTo>
                      <a:pt x="1977636" y="1417004"/>
                    </a:lnTo>
                    <a:lnTo>
                      <a:pt x="2119154" y="1544868"/>
                    </a:lnTo>
                    <a:lnTo>
                      <a:pt x="1994063" y="1761531"/>
                    </a:lnTo>
                    <a:lnTo>
                      <a:pt x="1820151" y="1705353"/>
                    </a:lnTo>
                    <a:lnTo>
                      <a:pt x="1798711" y="1734758"/>
                    </a:lnTo>
                    <a:cubicBezTo>
                      <a:pt x="1777597" y="1759133"/>
                      <a:pt x="1755225" y="1782388"/>
                      <a:pt x="1731696" y="1804423"/>
                    </a:cubicBezTo>
                    <a:lnTo>
                      <a:pt x="1706998" y="1825242"/>
                    </a:lnTo>
                    <a:lnTo>
                      <a:pt x="1761531" y="1994062"/>
                    </a:lnTo>
                    <a:lnTo>
                      <a:pt x="1544868" y="2119153"/>
                    </a:lnTo>
                    <a:lnTo>
                      <a:pt x="1429863" y="1991868"/>
                    </a:lnTo>
                    <a:lnTo>
                      <a:pt x="1400268" y="2003797"/>
                    </a:lnTo>
                    <a:lnTo>
                      <a:pt x="1262745" y="2038549"/>
                    </a:lnTo>
                    <a:lnTo>
                      <a:pt x="1227224" y="2204265"/>
                    </a:lnTo>
                    <a:lnTo>
                      <a:pt x="977042" y="2204265"/>
                    </a:lnTo>
                    <a:lnTo>
                      <a:pt x="941447" y="2038203"/>
                    </a:lnTo>
                    <a:lnTo>
                      <a:pt x="916475" y="2034392"/>
                    </a:lnTo>
                    <a:lnTo>
                      <a:pt x="774169" y="1992127"/>
                    </a:lnTo>
                    <a:lnTo>
                      <a:pt x="659399" y="2119153"/>
                    </a:lnTo>
                    <a:lnTo>
                      <a:pt x="442735" y="1994062"/>
                    </a:lnTo>
                    <a:lnTo>
                      <a:pt x="496981" y="1826130"/>
                    </a:lnTo>
                    <a:lnTo>
                      <a:pt x="391274" y="1717869"/>
                    </a:lnTo>
                    <a:lnTo>
                      <a:pt x="382878" y="1705753"/>
                    </a:lnTo>
                    <a:lnTo>
                      <a:pt x="210204" y="1761531"/>
                    </a:lnTo>
                    <a:lnTo>
                      <a:pt x="85113" y="1544868"/>
                    </a:lnTo>
                    <a:lnTo>
                      <a:pt x="226733" y="1416912"/>
                    </a:lnTo>
                    <a:lnTo>
                      <a:pt x="212821" y="1373126"/>
                    </a:lnTo>
                    <a:lnTo>
                      <a:pt x="191748" y="1268325"/>
                    </a:lnTo>
                    <a:lnTo>
                      <a:pt x="0" y="1227224"/>
                    </a:lnTo>
                    <a:lnTo>
                      <a:pt x="0" y="977042"/>
                    </a:lnTo>
                    <a:lnTo>
                      <a:pt x="203220" y="933481"/>
                    </a:lnTo>
                    <a:lnTo>
                      <a:pt x="212821" y="890649"/>
                    </a:lnTo>
                    <a:lnTo>
                      <a:pt x="243470" y="802476"/>
                    </a:lnTo>
                    <a:lnTo>
                      <a:pt x="85113" y="659399"/>
                    </a:lnTo>
                    <a:lnTo>
                      <a:pt x="210204" y="442735"/>
                    </a:lnTo>
                    <a:lnTo>
                      <a:pt x="423776" y="511723"/>
                    </a:lnTo>
                    <a:lnTo>
                      <a:pt x="470557" y="461243"/>
                    </a:lnTo>
                    <a:lnTo>
                      <a:pt x="512656" y="426662"/>
                    </a:lnTo>
                    <a:lnTo>
                      <a:pt x="442735" y="210203"/>
                    </a:lnTo>
                    <a:lnTo>
                      <a:pt x="659399" y="85113"/>
                    </a:lnTo>
                    <a:lnTo>
                      <a:pt x="815299" y="257661"/>
                    </a:lnTo>
                    <a:lnTo>
                      <a:pt x="916475" y="229382"/>
                    </a:lnTo>
                    <a:lnTo>
                      <a:pt x="928259" y="227584"/>
                    </a:lnTo>
                    <a:close/>
                  </a:path>
                </a:pathLst>
              </a:custGeom>
              <a:gradFill>
                <a:gsLst>
                  <a:gs pos="0">
                    <a:schemeClr val="bg1"/>
                  </a:gs>
                  <a:gs pos="100000">
                    <a:srgbClr val="E2E2E2"/>
                  </a:gs>
                </a:gsLst>
                <a:lin ang="27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prstClr val="white"/>
                  </a:solidFill>
                  <a:latin typeface="Calibri"/>
                  <a:ea typeface="宋体" panose="02010600030101010101" pitchFamily="2" charset="-122"/>
                </a:endParaRPr>
              </a:p>
            </p:txBody>
          </p:sp>
          <p:sp>
            <p:nvSpPr>
              <p:cNvPr id="14" name="椭圆 13"/>
              <p:cNvSpPr/>
              <p:nvPr/>
            </p:nvSpPr>
            <p:spPr>
              <a:xfrm>
                <a:off x="5305425" y="2638425"/>
                <a:ext cx="1581150" cy="1581150"/>
              </a:xfrm>
              <a:prstGeom prst="ellipse">
                <a:avLst/>
              </a:prstGeom>
              <a:noFill/>
              <a:ln>
                <a:gradFill flip="none" rotWithShape="1">
                  <a:gsLst>
                    <a:gs pos="0">
                      <a:schemeClr val="bg1">
                        <a:lumMod val="85000"/>
                      </a:schemeClr>
                    </a:gs>
                    <a:gs pos="100000">
                      <a:schemeClr val="bg1"/>
                    </a:gs>
                  </a:gsLst>
                  <a:lin ang="27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prstClr val="white"/>
                  </a:solidFill>
                  <a:latin typeface="Calibri"/>
                  <a:ea typeface="宋体" panose="02010600030101010101" pitchFamily="2" charset="-122"/>
                </a:endParaRPr>
              </a:p>
            </p:txBody>
          </p:sp>
          <p:sp>
            <p:nvSpPr>
              <p:cNvPr id="15" name="椭圆 14"/>
              <p:cNvSpPr/>
              <p:nvPr/>
            </p:nvSpPr>
            <p:spPr>
              <a:xfrm>
                <a:off x="5370108" y="2708871"/>
                <a:ext cx="1451783" cy="1451783"/>
              </a:xfrm>
              <a:prstGeom prst="ellipse">
                <a:avLst/>
              </a:prstGeom>
              <a:gradFill>
                <a:gsLst>
                  <a:gs pos="0">
                    <a:schemeClr val="bg1">
                      <a:lumMod val="85000"/>
                    </a:schemeClr>
                  </a:gs>
                  <a:gs pos="100000">
                    <a:schemeClr val="bg1"/>
                  </a:gs>
                </a:gsLst>
                <a:lin ang="2700000" scaled="1"/>
              </a:gradFill>
              <a:ln w="19050">
                <a:gradFill flip="none" rotWithShape="1">
                  <a:gsLst>
                    <a:gs pos="100000">
                      <a:schemeClr val="bg1">
                        <a:lumMod val="85000"/>
                      </a:schemeClr>
                    </a:gs>
                    <a:gs pos="0">
                      <a:schemeClr val="bg1"/>
                    </a:gs>
                  </a:gsLst>
                  <a:lin ang="27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prstClr val="white"/>
                  </a:solidFill>
                  <a:latin typeface="Calibri"/>
                  <a:ea typeface="宋体" panose="02010600030101010101" pitchFamily="2" charset="-122"/>
                </a:endParaRPr>
              </a:p>
            </p:txBody>
          </p:sp>
        </p:grpSp>
        <p:grpSp>
          <p:nvGrpSpPr>
            <p:cNvPr id="64" name="组合 63"/>
            <p:cNvGrpSpPr/>
            <p:nvPr/>
          </p:nvGrpSpPr>
          <p:grpSpPr>
            <a:xfrm>
              <a:off x="4411705" y="2761460"/>
              <a:ext cx="750088" cy="598500"/>
              <a:chOff x="4123036" y="1197871"/>
              <a:chExt cx="1000117" cy="798000"/>
            </a:xfrm>
          </p:grpSpPr>
          <p:sp>
            <p:nvSpPr>
              <p:cNvPr id="65" name="文本框 131"/>
              <p:cNvSpPr txBox="1"/>
              <p:nvPr/>
            </p:nvSpPr>
            <p:spPr>
              <a:xfrm>
                <a:off x="4123036" y="1197871"/>
                <a:ext cx="1000117" cy="738664"/>
              </a:xfrm>
              <a:prstGeom prst="rect">
                <a:avLst/>
              </a:prstGeom>
              <a:noFill/>
            </p:spPr>
            <p:txBody>
              <a:bodyPr wrap="square" rtlCol="0">
                <a:spAutoFit/>
              </a:bodyPr>
              <a:lstStyle/>
              <a:p>
                <a:pPr algn="ctr">
                  <a:defRPr/>
                </a:pPr>
                <a:r>
                  <a:rPr lang="en-US" altLang="zh-CN" sz="3000" dirty="0">
                    <a:solidFill>
                      <a:schemeClr val="accent1"/>
                    </a:solidFill>
                    <a:latin typeface="Impact" panose="020B0806030902050204" pitchFamily="34" charset="0"/>
                    <a:ea typeface="宋体" panose="02010600030101010101" pitchFamily="2" charset="-122"/>
                  </a:rPr>
                  <a:t>03</a:t>
                </a:r>
                <a:endParaRPr lang="zh-CN" altLang="en-US" sz="3000" dirty="0">
                  <a:solidFill>
                    <a:schemeClr val="accent1"/>
                  </a:solidFill>
                  <a:latin typeface="Impact" panose="020B0806030902050204" pitchFamily="34" charset="0"/>
                  <a:ea typeface="宋体" panose="02010600030101010101" pitchFamily="2" charset="-122"/>
                </a:endParaRPr>
              </a:p>
            </p:txBody>
          </p:sp>
          <p:sp>
            <p:nvSpPr>
              <p:cNvPr id="66" name="文本框 132"/>
              <p:cNvSpPr txBox="1"/>
              <p:nvPr/>
            </p:nvSpPr>
            <p:spPr>
              <a:xfrm>
                <a:off x="4266701" y="1688095"/>
                <a:ext cx="740410" cy="307776"/>
              </a:xfrm>
              <a:prstGeom prst="rect">
                <a:avLst/>
              </a:prstGeom>
              <a:noFill/>
            </p:spPr>
            <p:txBody>
              <a:bodyPr wrap="square" rtlCol="0">
                <a:spAutoFit/>
              </a:bodyPr>
              <a:lstStyle/>
              <a:p>
                <a:pPr algn="ctr">
                  <a:defRPr/>
                </a:pPr>
                <a:endParaRPr lang="zh-CN" altLang="en-US" sz="900" dirty="0">
                  <a:solidFill>
                    <a:prstClr val="black">
                      <a:lumMod val="50000"/>
                      <a:lumOff val="50000"/>
                    </a:prstClr>
                  </a:solidFill>
                  <a:latin typeface="LiHei Pro" panose="020B0500000000000000" pitchFamily="34" charset="-122"/>
                  <a:ea typeface="LiHei Pro" panose="020B0500000000000000" pitchFamily="34" charset="-122"/>
                </a:endParaRPr>
              </a:p>
            </p:txBody>
          </p:sp>
        </p:grpSp>
      </p:grpSp>
      <p:pic>
        <p:nvPicPr>
          <p:cNvPr id="75" name="Picture 64"/>
          <p:cNvPicPr>
            <a:picLocks noGrp="1" noSelect="1" noRot="1" noChangeAspect="1" noMove="1" noResize="1" noChangeShapeType="1"/>
          </p:cNvPicPr>
          <p:nvPr/>
        </p:nvPicPr>
        <p:blipFill>
          <a:blip r:embed="rId3"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4079153101"/>
      </p:ext>
    </p:extLst>
  </p:cSld>
  <p:clrMapOvr>
    <a:masterClrMapping/>
  </p:clrMapOvr>
  <mc:AlternateContent xmlns:mc="http://schemas.openxmlformats.org/markup-compatibility/2006" xmlns:p14="http://schemas.microsoft.com/office/powerpoint/2010/main">
    <mc:Choice Requires="p14">
      <p:transition spd="slow" p14:dur="1600" advClick="0" advTm="0">
        <p14:prism isInverted="1"/>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67"/>
                                        </p:tgtEl>
                                        <p:attrNameLst>
                                          <p:attrName>style.visibility</p:attrName>
                                        </p:attrNameLst>
                                      </p:cBhvr>
                                      <p:to>
                                        <p:strVal val="visible"/>
                                      </p:to>
                                    </p:set>
                                    <p:anim calcmode="lin" valueType="num">
                                      <p:cBhvr>
                                        <p:cTn id="7" dur="500" fill="hold"/>
                                        <p:tgtEl>
                                          <p:spTgt spid="67"/>
                                        </p:tgtEl>
                                        <p:attrNameLst>
                                          <p:attrName>ppt_w</p:attrName>
                                        </p:attrNameLst>
                                      </p:cBhvr>
                                      <p:tavLst>
                                        <p:tav tm="0">
                                          <p:val>
                                            <p:fltVal val="0"/>
                                          </p:val>
                                        </p:tav>
                                        <p:tav tm="100000">
                                          <p:val>
                                            <p:strVal val="#ppt_w"/>
                                          </p:val>
                                        </p:tav>
                                      </p:tavLst>
                                    </p:anim>
                                    <p:anim calcmode="lin" valueType="num">
                                      <p:cBhvr>
                                        <p:cTn id="8" dur="500" fill="hold"/>
                                        <p:tgtEl>
                                          <p:spTgt spid="67"/>
                                        </p:tgtEl>
                                        <p:attrNameLst>
                                          <p:attrName>ppt_h</p:attrName>
                                        </p:attrNameLst>
                                      </p:cBhvr>
                                      <p:tavLst>
                                        <p:tav tm="0">
                                          <p:val>
                                            <p:fltVal val="0"/>
                                          </p:val>
                                        </p:tav>
                                        <p:tav tm="100000">
                                          <p:val>
                                            <p:strVal val="#ppt_h"/>
                                          </p:val>
                                        </p:tav>
                                      </p:tavLst>
                                    </p:anim>
                                    <p:anim calcmode="lin" valueType="num">
                                      <p:cBhvr>
                                        <p:cTn id="9" dur="500" fill="hold"/>
                                        <p:tgtEl>
                                          <p:spTgt spid="67"/>
                                        </p:tgtEl>
                                        <p:attrNameLst>
                                          <p:attrName>style.rotation</p:attrName>
                                        </p:attrNameLst>
                                      </p:cBhvr>
                                      <p:tavLst>
                                        <p:tav tm="0">
                                          <p:val>
                                            <p:fltVal val="360"/>
                                          </p:val>
                                        </p:tav>
                                        <p:tav tm="100000">
                                          <p:val>
                                            <p:fltVal val="0"/>
                                          </p:val>
                                        </p:tav>
                                      </p:tavLst>
                                    </p:anim>
                                    <p:animEffect transition="in" filter="fade">
                                      <p:cBhvr>
                                        <p:cTn id="10" dur="500"/>
                                        <p:tgtEl>
                                          <p:spTgt spid="67"/>
                                        </p:tgtEl>
                                      </p:cBhvr>
                                    </p:animEffect>
                                  </p:childTnLst>
                                </p:cTn>
                              </p:par>
                            </p:childTnLst>
                          </p:cTn>
                        </p:par>
                        <p:par>
                          <p:cTn id="11" fill="hold">
                            <p:stCondLst>
                              <p:cond delay="500"/>
                            </p:stCondLst>
                            <p:childTnLst>
                              <p:par>
                                <p:cTn id="12" presetID="14" presetClass="entr" presetSubtype="10" fill="hold" nodeType="afterEffect">
                                  <p:stCondLst>
                                    <p:cond delay="0"/>
                                  </p:stCondLst>
                                  <p:childTnLst>
                                    <p:set>
                                      <p:cBhvr>
                                        <p:cTn id="13" dur="1" fill="hold">
                                          <p:stCondLst>
                                            <p:cond delay="0"/>
                                          </p:stCondLst>
                                        </p:cTn>
                                        <p:tgtEl>
                                          <p:spTgt spid="70"/>
                                        </p:tgtEl>
                                        <p:attrNameLst>
                                          <p:attrName>style.visibility</p:attrName>
                                        </p:attrNameLst>
                                      </p:cBhvr>
                                      <p:to>
                                        <p:strVal val="visible"/>
                                      </p:to>
                                    </p:set>
                                    <p:animEffect transition="in" filter="randombar(horizontal)">
                                      <p:cBhvr>
                                        <p:cTn id="14" dur="500"/>
                                        <p:tgtEl>
                                          <p:spTgt spid="70"/>
                                        </p:tgtEl>
                                      </p:cBhvr>
                                    </p:animEffect>
                                  </p:childTnLst>
                                </p:cTn>
                              </p:par>
                            </p:childTnLst>
                          </p:cTn>
                        </p:par>
                        <p:par>
                          <p:cTn id="15" fill="hold">
                            <p:stCondLst>
                              <p:cond delay="1000"/>
                            </p:stCondLst>
                            <p:childTnLst>
                              <p:par>
                                <p:cTn id="16" presetID="49" presetClass="entr" presetSubtype="0" decel="100000" fill="hold" nodeType="after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p:cTn id="18" dur="500" fill="hold"/>
                                        <p:tgtEl>
                                          <p:spTgt spid="2"/>
                                        </p:tgtEl>
                                        <p:attrNameLst>
                                          <p:attrName>ppt_w</p:attrName>
                                        </p:attrNameLst>
                                      </p:cBhvr>
                                      <p:tavLst>
                                        <p:tav tm="0">
                                          <p:val>
                                            <p:fltVal val="0"/>
                                          </p:val>
                                        </p:tav>
                                        <p:tav tm="100000">
                                          <p:val>
                                            <p:strVal val="#ppt_w"/>
                                          </p:val>
                                        </p:tav>
                                      </p:tavLst>
                                    </p:anim>
                                    <p:anim calcmode="lin" valueType="num">
                                      <p:cBhvr>
                                        <p:cTn id="19" dur="500" fill="hold"/>
                                        <p:tgtEl>
                                          <p:spTgt spid="2"/>
                                        </p:tgtEl>
                                        <p:attrNameLst>
                                          <p:attrName>ppt_h</p:attrName>
                                        </p:attrNameLst>
                                      </p:cBhvr>
                                      <p:tavLst>
                                        <p:tav tm="0">
                                          <p:val>
                                            <p:fltVal val="0"/>
                                          </p:val>
                                        </p:tav>
                                        <p:tav tm="100000">
                                          <p:val>
                                            <p:strVal val="#ppt_h"/>
                                          </p:val>
                                        </p:tav>
                                      </p:tavLst>
                                    </p:anim>
                                    <p:anim calcmode="lin" valueType="num">
                                      <p:cBhvr>
                                        <p:cTn id="20" dur="500" fill="hold"/>
                                        <p:tgtEl>
                                          <p:spTgt spid="2"/>
                                        </p:tgtEl>
                                        <p:attrNameLst>
                                          <p:attrName>style.rotation</p:attrName>
                                        </p:attrNameLst>
                                      </p:cBhvr>
                                      <p:tavLst>
                                        <p:tav tm="0">
                                          <p:val>
                                            <p:fltVal val="360"/>
                                          </p:val>
                                        </p:tav>
                                        <p:tav tm="100000">
                                          <p:val>
                                            <p:fltVal val="0"/>
                                          </p:val>
                                        </p:tav>
                                      </p:tavLst>
                                    </p:anim>
                                    <p:animEffect transition="in" filter="fade">
                                      <p:cBhvr>
                                        <p:cTn id="21" dur="500"/>
                                        <p:tgtEl>
                                          <p:spTgt spid="2"/>
                                        </p:tgtEl>
                                      </p:cBhvr>
                                    </p:animEffect>
                                  </p:childTnLst>
                                </p:cTn>
                              </p:par>
                            </p:childTnLst>
                          </p:cTn>
                        </p:par>
                        <p:par>
                          <p:cTn id="22" fill="hold">
                            <p:stCondLst>
                              <p:cond delay="1500"/>
                            </p:stCondLst>
                            <p:childTnLst>
                              <p:par>
                                <p:cTn id="23" presetID="14" presetClass="entr" presetSubtype="10" fill="hold" nodeType="afterEffect">
                                  <p:stCondLst>
                                    <p:cond delay="0"/>
                                  </p:stCondLst>
                                  <p:childTnLst>
                                    <p:set>
                                      <p:cBhvr>
                                        <p:cTn id="24" dur="1" fill="hold">
                                          <p:stCondLst>
                                            <p:cond delay="0"/>
                                          </p:stCondLst>
                                        </p:cTn>
                                        <p:tgtEl>
                                          <p:spTgt spid="71"/>
                                        </p:tgtEl>
                                        <p:attrNameLst>
                                          <p:attrName>style.visibility</p:attrName>
                                        </p:attrNameLst>
                                      </p:cBhvr>
                                      <p:to>
                                        <p:strVal val="visible"/>
                                      </p:to>
                                    </p:set>
                                    <p:animEffect transition="in" filter="randombar(horizontal)">
                                      <p:cBhvr>
                                        <p:cTn id="25" dur="500"/>
                                        <p:tgtEl>
                                          <p:spTgt spid="71"/>
                                        </p:tgtEl>
                                      </p:cBhvr>
                                    </p:animEffect>
                                  </p:childTnLst>
                                </p:cTn>
                              </p:par>
                            </p:childTnLst>
                          </p:cTn>
                        </p:par>
                        <p:par>
                          <p:cTn id="26" fill="hold">
                            <p:stCondLst>
                              <p:cond delay="2000"/>
                            </p:stCondLst>
                            <p:childTnLst>
                              <p:par>
                                <p:cTn id="27" presetID="49" presetClass="entr" presetSubtype="0" decel="100000" fill="hold" nodeType="afterEffect">
                                  <p:stCondLst>
                                    <p:cond delay="0"/>
                                  </p:stCondLst>
                                  <p:childTnLst>
                                    <p:set>
                                      <p:cBhvr>
                                        <p:cTn id="28" dur="1" fill="hold">
                                          <p:stCondLst>
                                            <p:cond delay="0"/>
                                          </p:stCondLst>
                                        </p:cTn>
                                        <p:tgtEl>
                                          <p:spTgt spid="68"/>
                                        </p:tgtEl>
                                        <p:attrNameLst>
                                          <p:attrName>style.visibility</p:attrName>
                                        </p:attrNameLst>
                                      </p:cBhvr>
                                      <p:to>
                                        <p:strVal val="visible"/>
                                      </p:to>
                                    </p:set>
                                    <p:anim calcmode="lin" valueType="num">
                                      <p:cBhvr>
                                        <p:cTn id="29" dur="500" fill="hold"/>
                                        <p:tgtEl>
                                          <p:spTgt spid="68"/>
                                        </p:tgtEl>
                                        <p:attrNameLst>
                                          <p:attrName>ppt_w</p:attrName>
                                        </p:attrNameLst>
                                      </p:cBhvr>
                                      <p:tavLst>
                                        <p:tav tm="0">
                                          <p:val>
                                            <p:fltVal val="0"/>
                                          </p:val>
                                        </p:tav>
                                        <p:tav tm="100000">
                                          <p:val>
                                            <p:strVal val="#ppt_w"/>
                                          </p:val>
                                        </p:tav>
                                      </p:tavLst>
                                    </p:anim>
                                    <p:anim calcmode="lin" valueType="num">
                                      <p:cBhvr>
                                        <p:cTn id="30" dur="500" fill="hold"/>
                                        <p:tgtEl>
                                          <p:spTgt spid="68"/>
                                        </p:tgtEl>
                                        <p:attrNameLst>
                                          <p:attrName>ppt_h</p:attrName>
                                        </p:attrNameLst>
                                      </p:cBhvr>
                                      <p:tavLst>
                                        <p:tav tm="0">
                                          <p:val>
                                            <p:fltVal val="0"/>
                                          </p:val>
                                        </p:tav>
                                        <p:tav tm="100000">
                                          <p:val>
                                            <p:strVal val="#ppt_h"/>
                                          </p:val>
                                        </p:tav>
                                      </p:tavLst>
                                    </p:anim>
                                    <p:anim calcmode="lin" valueType="num">
                                      <p:cBhvr>
                                        <p:cTn id="31" dur="500" fill="hold"/>
                                        <p:tgtEl>
                                          <p:spTgt spid="68"/>
                                        </p:tgtEl>
                                        <p:attrNameLst>
                                          <p:attrName>style.rotation</p:attrName>
                                        </p:attrNameLst>
                                      </p:cBhvr>
                                      <p:tavLst>
                                        <p:tav tm="0">
                                          <p:val>
                                            <p:fltVal val="360"/>
                                          </p:val>
                                        </p:tav>
                                        <p:tav tm="100000">
                                          <p:val>
                                            <p:fltVal val="0"/>
                                          </p:val>
                                        </p:tav>
                                      </p:tavLst>
                                    </p:anim>
                                    <p:animEffect transition="in" filter="fade">
                                      <p:cBhvr>
                                        <p:cTn id="32" dur="500"/>
                                        <p:tgtEl>
                                          <p:spTgt spid="68"/>
                                        </p:tgtEl>
                                      </p:cBhvr>
                                    </p:animEffect>
                                  </p:childTnLst>
                                </p:cTn>
                              </p:par>
                            </p:childTnLst>
                          </p:cTn>
                        </p:par>
                        <p:par>
                          <p:cTn id="33" fill="hold">
                            <p:stCondLst>
                              <p:cond delay="2500"/>
                            </p:stCondLst>
                            <p:childTnLst>
                              <p:par>
                                <p:cTn id="34" presetID="14" presetClass="entr" presetSubtype="10" fill="hold" nodeType="afterEffect">
                                  <p:stCondLst>
                                    <p:cond delay="0"/>
                                  </p:stCondLst>
                                  <p:childTnLst>
                                    <p:set>
                                      <p:cBhvr>
                                        <p:cTn id="35" dur="1" fill="hold">
                                          <p:stCondLst>
                                            <p:cond delay="0"/>
                                          </p:stCondLst>
                                        </p:cTn>
                                        <p:tgtEl>
                                          <p:spTgt spid="74"/>
                                        </p:tgtEl>
                                        <p:attrNameLst>
                                          <p:attrName>style.visibility</p:attrName>
                                        </p:attrNameLst>
                                      </p:cBhvr>
                                      <p:to>
                                        <p:strVal val="visible"/>
                                      </p:to>
                                    </p:set>
                                    <p:animEffect transition="in" filter="randombar(horizontal)">
                                      <p:cBhvr>
                                        <p:cTn id="36" dur="500"/>
                                        <p:tgtEl>
                                          <p:spTgt spid="74"/>
                                        </p:tgtEl>
                                      </p:cBhvr>
                                    </p:animEffect>
                                  </p:childTnLst>
                                </p:cTn>
                              </p:par>
                            </p:childTnLst>
                          </p:cTn>
                        </p:par>
                        <p:par>
                          <p:cTn id="37" fill="hold">
                            <p:stCondLst>
                              <p:cond delay="3000"/>
                            </p:stCondLst>
                            <p:childTnLst>
                              <p:par>
                                <p:cTn id="38" presetID="49" presetClass="entr" presetSubtype="0" decel="100000" fill="hold" nodeType="afterEffect">
                                  <p:stCondLst>
                                    <p:cond delay="0"/>
                                  </p:stCondLst>
                                  <p:childTnLst>
                                    <p:set>
                                      <p:cBhvr>
                                        <p:cTn id="39" dur="1" fill="hold">
                                          <p:stCondLst>
                                            <p:cond delay="0"/>
                                          </p:stCondLst>
                                        </p:cTn>
                                        <p:tgtEl>
                                          <p:spTgt spid="69"/>
                                        </p:tgtEl>
                                        <p:attrNameLst>
                                          <p:attrName>style.visibility</p:attrName>
                                        </p:attrNameLst>
                                      </p:cBhvr>
                                      <p:to>
                                        <p:strVal val="visible"/>
                                      </p:to>
                                    </p:set>
                                    <p:anim calcmode="lin" valueType="num">
                                      <p:cBhvr>
                                        <p:cTn id="40" dur="500" fill="hold"/>
                                        <p:tgtEl>
                                          <p:spTgt spid="69"/>
                                        </p:tgtEl>
                                        <p:attrNameLst>
                                          <p:attrName>ppt_w</p:attrName>
                                        </p:attrNameLst>
                                      </p:cBhvr>
                                      <p:tavLst>
                                        <p:tav tm="0">
                                          <p:val>
                                            <p:fltVal val="0"/>
                                          </p:val>
                                        </p:tav>
                                        <p:tav tm="100000">
                                          <p:val>
                                            <p:strVal val="#ppt_w"/>
                                          </p:val>
                                        </p:tav>
                                      </p:tavLst>
                                    </p:anim>
                                    <p:anim calcmode="lin" valueType="num">
                                      <p:cBhvr>
                                        <p:cTn id="41" dur="500" fill="hold"/>
                                        <p:tgtEl>
                                          <p:spTgt spid="69"/>
                                        </p:tgtEl>
                                        <p:attrNameLst>
                                          <p:attrName>ppt_h</p:attrName>
                                        </p:attrNameLst>
                                      </p:cBhvr>
                                      <p:tavLst>
                                        <p:tav tm="0">
                                          <p:val>
                                            <p:fltVal val="0"/>
                                          </p:val>
                                        </p:tav>
                                        <p:tav tm="100000">
                                          <p:val>
                                            <p:strVal val="#ppt_h"/>
                                          </p:val>
                                        </p:tav>
                                      </p:tavLst>
                                    </p:anim>
                                    <p:anim calcmode="lin" valueType="num">
                                      <p:cBhvr>
                                        <p:cTn id="42" dur="500" fill="hold"/>
                                        <p:tgtEl>
                                          <p:spTgt spid="69"/>
                                        </p:tgtEl>
                                        <p:attrNameLst>
                                          <p:attrName>style.rotation</p:attrName>
                                        </p:attrNameLst>
                                      </p:cBhvr>
                                      <p:tavLst>
                                        <p:tav tm="0">
                                          <p:val>
                                            <p:fltVal val="360"/>
                                          </p:val>
                                        </p:tav>
                                        <p:tav tm="100000">
                                          <p:val>
                                            <p:fltVal val="0"/>
                                          </p:val>
                                        </p:tav>
                                      </p:tavLst>
                                    </p:anim>
                                    <p:animEffect transition="in" filter="fade">
                                      <p:cBhvr>
                                        <p:cTn id="43" dur="500"/>
                                        <p:tgtEl>
                                          <p:spTgt spid="69"/>
                                        </p:tgtEl>
                                      </p:cBhvr>
                                    </p:animEffect>
                                  </p:childTnLst>
                                </p:cTn>
                              </p:par>
                            </p:childTnLst>
                          </p:cTn>
                        </p:par>
                        <p:par>
                          <p:cTn id="44" fill="hold">
                            <p:stCondLst>
                              <p:cond delay="3500"/>
                            </p:stCondLst>
                            <p:childTnLst>
                              <p:par>
                                <p:cTn id="45" presetID="14" presetClass="entr" presetSubtype="10" fill="hold" nodeType="afterEffect">
                                  <p:stCondLst>
                                    <p:cond delay="0"/>
                                  </p:stCondLst>
                                  <p:childTnLst>
                                    <p:set>
                                      <p:cBhvr>
                                        <p:cTn id="46" dur="1" fill="hold">
                                          <p:stCondLst>
                                            <p:cond delay="0"/>
                                          </p:stCondLst>
                                        </p:cTn>
                                        <p:tgtEl>
                                          <p:spTgt spid="73"/>
                                        </p:tgtEl>
                                        <p:attrNameLst>
                                          <p:attrName>style.visibility</p:attrName>
                                        </p:attrNameLst>
                                      </p:cBhvr>
                                      <p:to>
                                        <p:strVal val="visible"/>
                                      </p:to>
                                    </p:set>
                                    <p:animEffect transition="in" filter="randombar(horizontal)">
                                      <p:cBhvr>
                                        <p:cTn id="47"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原创设计师QQ598969553          _1"/>
          <p:cNvSpPr txBox="1"/>
          <p:nvPr/>
        </p:nvSpPr>
        <p:spPr>
          <a:xfrm>
            <a:off x="2803736" y="299722"/>
            <a:ext cx="3523130" cy="377026"/>
          </a:xfrm>
          <a:prstGeom prst="rect">
            <a:avLst/>
          </a:prstGeom>
          <a:noFill/>
        </p:spPr>
        <p:txBody>
          <a:bodyPr wrap="square" lIns="68580" tIns="34290" rIns="68580" bIns="34290" rtlCol="0">
            <a:spAutoFit/>
          </a:bodyPr>
          <a:lstStyle/>
          <a:p>
            <a:pPr algn="ctr"/>
            <a:r>
              <a:rPr lang="zh-CN" altLang="en-US" sz="2000" b="1" dirty="0">
                <a:solidFill>
                  <a:schemeClr val="tx1">
                    <a:lumMod val="65000"/>
                    <a:lumOff val="35000"/>
                  </a:schemeClr>
                </a:solidFill>
                <a:latin typeface="+mn-ea"/>
              </a:rPr>
              <a:t>添加标题文本内容</a:t>
            </a:r>
            <a:endParaRPr lang="en-US" altLang="zh-CN" sz="2000" b="1" dirty="0">
              <a:solidFill>
                <a:schemeClr val="tx1">
                  <a:lumMod val="65000"/>
                  <a:lumOff val="35000"/>
                </a:schemeClr>
              </a:solidFill>
              <a:latin typeface="+mn-ea"/>
            </a:endParaRPr>
          </a:p>
        </p:txBody>
      </p:sp>
      <p:sp>
        <p:nvSpPr>
          <p:cNvPr id="24" name="原创设计师QQ598969553          _2"/>
          <p:cNvSpPr txBox="1"/>
          <p:nvPr/>
        </p:nvSpPr>
        <p:spPr bwMode="auto">
          <a:xfrm>
            <a:off x="748192" y="990185"/>
            <a:ext cx="7627774" cy="484748"/>
          </a:xfrm>
          <a:prstGeom prst="rect">
            <a:avLst/>
          </a:prstGeom>
          <a:noFill/>
        </p:spPr>
        <p:txBody>
          <a:bodyPr wrap="square" lIns="68580" tIns="34290" rIns="68580" bIns="34290">
            <a:spAutoFit/>
          </a:bodyPr>
          <a:lstStyle/>
          <a:p>
            <a:pPr>
              <a:lnSpc>
                <a:spcPct val="150000"/>
              </a:lnSpc>
              <a:defRPr/>
            </a:pPr>
            <a:r>
              <a:rPr lang="zh-CN" altLang="en-US" sz="900" dirty="0">
                <a:solidFill>
                  <a:schemeClr val="tx1">
                    <a:lumMod val="75000"/>
                    <a:lumOff val="25000"/>
                  </a:schemeClr>
                </a:solidFill>
                <a:latin typeface="微软雅黑" pitchFamily="34" charset="-122"/>
                <a:ea typeface="微软雅黑" pitchFamily="34" charset="-122"/>
              </a:rPr>
              <a:t>详写内容</a:t>
            </a:r>
            <a:r>
              <a:rPr lang="en-US" altLang="zh-CN" sz="900" dirty="0">
                <a:solidFill>
                  <a:schemeClr val="tx1">
                    <a:lumMod val="75000"/>
                    <a:lumOff val="25000"/>
                  </a:schemeClr>
                </a:solidFill>
                <a:latin typeface="微软雅黑" pitchFamily="34" charset="-122"/>
                <a:ea typeface="微软雅黑" pitchFamily="34" charset="-122"/>
              </a:rPr>
              <a:t>……</a:t>
            </a:r>
            <a:r>
              <a:rPr lang="zh-CN" altLang="en-US" sz="9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点击输入本栏的具体文字，简明扼要的说明分项内容，此为概念图解，请根据您的具体内容酌情修改。详写内容</a:t>
            </a:r>
            <a:r>
              <a:rPr lang="en-US" altLang="zh-CN" sz="900" dirty="0">
                <a:solidFill>
                  <a:schemeClr val="tx1">
                    <a:lumMod val="75000"/>
                    <a:lumOff val="25000"/>
                  </a:schemeClr>
                </a:solidFill>
                <a:latin typeface="微软雅黑" pitchFamily="34" charset="-122"/>
                <a:ea typeface="微软雅黑" pitchFamily="34" charset="-122"/>
              </a:rPr>
              <a:t>……</a:t>
            </a:r>
            <a:r>
              <a:rPr lang="zh-CN" altLang="en-US" sz="9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zh-CN" altLang="en-US" sz="900" spc="75" dirty="0">
              <a:solidFill>
                <a:schemeClr val="tx1">
                  <a:lumMod val="65000"/>
                  <a:lumOff val="35000"/>
                </a:schemeClr>
              </a:solidFill>
              <a:latin typeface="+mn-ea"/>
            </a:endParaRPr>
          </a:p>
        </p:txBody>
      </p:sp>
      <p:sp>
        <p:nvSpPr>
          <p:cNvPr id="25" name="原创设计师QQ598969553          _3"/>
          <p:cNvSpPr/>
          <p:nvPr/>
        </p:nvSpPr>
        <p:spPr>
          <a:xfrm>
            <a:off x="2966116" y="1628461"/>
            <a:ext cx="1438976" cy="2696498"/>
          </a:xfrm>
          <a:prstGeom prst="roundRect">
            <a:avLst>
              <a:gd name="adj" fmla="val 50000"/>
            </a:avLst>
          </a:prstGeom>
          <a:solidFill>
            <a:schemeClr val="bg1">
              <a:lumMod val="95000"/>
            </a:schemeClr>
          </a:solidFill>
          <a:ln w="50800">
            <a:noFill/>
          </a:ln>
          <a:effectLst>
            <a:outerShdw blurRad="139700" dist="50800" dir="2700000" algn="tl" rotWithShape="0">
              <a:schemeClr val="tx1">
                <a:alpha val="29000"/>
              </a:schemeClr>
            </a:outerShdw>
          </a:effectLst>
          <a:scene3d>
            <a:camera prst="orthographicFront"/>
            <a:lightRig rig="threePt" dir="t"/>
          </a:scene3d>
          <a:sp3d prstMaterial="softEdge">
            <a:bevelT w="38100" h="6350" prst="angle"/>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endParaRPr>
          </a:p>
        </p:txBody>
      </p:sp>
      <p:grpSp>
        <p:nvGrpSpPr>
          <p:cNvPr id="26" name="原创设计师QQ598969553          _4"/>
          <p:cNvGrpSpPr/>
          <p:nvPr/>
        </p:nvGrpSpPr>
        <p:grpSpPr>
          <a:xfrm>
            <a:off x="2981909" y="2863739"/>
            <a:ext cx="1407387" cy="1407388"/>
            <a:chOff x="4184106" y="2952206"/>
            <a:chExt cx="3823790" cy="3823790"/>
          </a:xfrm>
        </p:grpSpPr>
        <p:sp>
          <p:nvSpPr>
            <p:cNvPr id="27" name="椭圆 26"/>
            <p:cNvSpPr/>
            <p:nvPr/>
          </p:nvSpPr>
          <p:spPr>
            <a:xfrm>
              <a:off x="4184106" y="2952206"/>
              <a:ext cx="3823790" cy="3823790"/>
            </a:xfrm>
            <a:prstGeom prst="ellipse">
              <a:avLst/>
            </a:prstGeom>
            <a:gradFill>
              <a:gsLst>
                <a:gs pos="100000">
                  <a:schemeClr val="bg1">
                    <a:lumMod val="75000"/>
                  </a:schemeClr>
                </a:gs>
                <a:gs pos="0">
                  <a:schemeClr val="bg1"/>
                </a:gs>
              </a:gsLst>
              <a:lin ang="5400000" scaled="0"/>
            </a:gradFill>
            <a:ln w="9525">
              <a:noFill/>
            </a:ln>
            <a:effectLst>
              <a:softEdge rad="165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pSp>
          <p:nvGrpSpPr>
            <p:cNvPr id="28" name="组合 27"/>
            <p:cNvGrpSpPr/>
            <p:nvPr/>
          </p:nvGrpSpPr>
          <p:grpSpPr>
            <a:xfrm>
              <a:off x="4710169" y="3478269"/>
              <a:ext cx="2771663" cy="2771663"/>
              <a:chOff x="2193191" y="1899415"/>
              <a:chExt cx="2421376" cy="2421376"/>
            </a:xfrm>
            <a:effectLst/>
          </p:grpSpPr>
          <p:sp>
            <p:nvSpPr>
              <p:cNvPr id="29" name="椭圆 28"/>
              <p:cNvSpPr/>
              <p:nvPr/>
            </p:nvSpPr>
            <p:spPr>
              <a:xfrm>
                <a:off x="2193191" y="1899415"/>
                <a:ext cx="2421376" cy="2421376"/>
              </a:xfrm>
              <a:prstGeom prst="ellipse">
                <a:avLst/>
              </a:prstGeom>
              <a:solidFill>
                <a:schemeClr val="accent2"/>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1">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sp>
            <p:nvSpPr>
              <p:cNvPr id="30" name="椭圆 29"/>
              <p:cNvSpPr/>
              <p:nvPr/>
            </p:nvSpPr>
            <p:spPr>
              <a:xfrm>
                <a:off x="2386802" y="2093026"/>
                <a:ext cx="2034160" cy="2034160"/>
              </a:xfrm>
              <a:prstGeom prst="ellipse">
                <a:avLst/>
              </a:prstGeom>
              <a:solidFill>
                <a:schemeClr val="bg1">
                  <a:lumMod val="95000"/>
                </a:schemeClr>
              </a:solidFill>
              <a:ln w="50800">
                <a:noFill/>
              </a:ln>
              <a:effectLst>
                <a:outerShdw blurRad="76200" dist="38100" dir="2700000" algn="tl" rotWithShape="0">
                  <a:schemeClr val="accent1">
                    <a:lumMod val="50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pSp>
      </p:grpSp>
      <p:grpSp>
        <p:nvGrpSpPr>
          <p:cNvPr id="31" name="原创设计师QQ598969553          _5"/>
          <p:cNvGrpSpPr/>
          <p:nvPr/>
        </p:nvGrpSpPr>
        <p:grpSpPr>
          <a:xfrm>
            <a:off x="2975811" y="2096633"/>
            <a:ext cx="1419582" cy="599901"/>
            <a:chOff x="2061936" y="5054749"/>
            <a:chExt cx="2349784" cy="992996"/>
          </a:xfrm>
        </p:grpSpPr>
        <p:sp>
          <p:nvSpPr>
            <p:cNvPr id="32" name="文本框 10"/>
            <p:cNvSpPr txBox="1"/>
            <p:nvPr/>
          </p:nvSpPr>
          <p:spPr bwMode="auto">
            <a:xfrm>
              <a:off x="2143824" y="5436402"/>
              <a:ext cx="2186005" cy="611343"/>
            </a:xfrm>
            <a:prstGeom prst="rect">
              <a:avLst/>
            </a:prstGeom>
            <a:noFill/>
          </p:spPr>
          <p:txBody>
            <a:bodyPr wrap="square">
              <a:spAutoFit/>
            </a:bodyPr>
            <a:lstStyle/>
            <a:p>
              <a:r>
                <a:rPr lang="zh-CN" altLang="en-US" sz="900" dirty="0">
                  <a:solidFill>
                    <a:schemeClr val="tx1">
                      <a:lumMod val="75000"/>
                      <a:lumOff val="25000"/>
                    </a:schemeClr>
                  </a:solidFill>
                  <a:latin typeface="微软雅黑" pitchFamily="34" charset="-122"/>
                  <a:ea typeface="微软雅黑" pitchFamily="34" charset="-122"/>
                </a:rPr>
                <a:t>点击输入本栏的具体文字根据您内容修改</a:t>
              </a:r>
              <a:endParaRPr lang="zh-CN" altLang="en-US" sz="900" dirty="0">
                <a:solidFill>
                  <a:schemeClr val="tx1">
                    <a:lumMod val="65000"/>
                    <a:lumOff val="35000"/>
                  </a:schemeClr>
                </a:solidFill>
                <a:latin typeface="+mn-ea"/>
              </a:endParaRPr>
            </a:p>
          </p:txBody>
        </p:sp>
        <p:sp>
          <p:nvSpPr>
            <p:cNvPr id="33" name="文本框 11"/>
            <p:cNvSpPr txBox="1"/>
            <p:nvPr/>
          </p:nvSpPr>
          <p:spPr bwMode="auto">
            <a:xfrm>
              <a:off x="2061936" y="5054749"/>
              <a:ext cx="2349784" cy="458507"/>
            </a:xfrm>
            <a:prstGeom prst="rect">
              <a:avLst/>
            </a:prstGeom>
            <a:noFill/>
          </p:spPr>
          <p:txBody>
            <a:bodyPr wrap="square">
              <a:spAutoFit/>
            </a:bodyPr>
            <a:lstStyle/>
            <a:p>
              <a:pPr algn="ctr">
                <a:defRPr/>
              </a:pPr>
              <a:r>
                <a:rPr lang="zh-CN" altLang="en-US" sz="1200" b="1" spc="75" dirty="0">
                  <a:solidFill>
                    <a:schemeClr val="accent2"/>
                  </a:solidFill>
                  <a:latin typeface="+mn-ea"/>
                </a:rPr>
                <a:t>在此添加标题</a:t>
              </a:r>
            </a:p>
          </p:txBody>
        </p:sp>
      </p:grpSp>
      <p:cxnSp>
        <p:nvCxnSpPr>
          <p:cNvPr id="34" name="原创设计师QQ598969553          _6"/>
          <p:cNvCxnSpPr/>
          <p:nvPr/>
        </p:nvCxnSpPr>
        <p:spPr>
          <a:xfrm>
            <a:off x="3192457" y="2822827"/>
            <a:ext cx="986291" cy="0"/>
          </a:xfrm>
          <a:prstGeom prst="line">
            <a:avLst/>
          </a:prstGeom>
          <a:ln>
            <a:solidFill>
              <a:schemeClr val="tx1">
                <a:lumMod val="65000"/>
                <a:lumOff val="35000"/>
              </a:schemeClr>
            </a:solidFill>
            <a:prstDash val="sysDot"/>
          </a:ln>
        </p:spPr>
        <p:style>
          <a:lnRef idx="1">
            <a:schemeClr val="accent1"/>
          </a:lnRef>
          <a:fillRef idx="0">
            <a:schemeClr val="accent1"/>
          </a:fillRef>
          <a:effectRef idx="0">
            <a:schemeClr val="accent1"/>
          </a:effectRef>
          <a:fontRef idx="minor">
            <a:schemeClr val="tx1"/>
          </a:fontRef>
        </p:style>
      </p:cxnSp>
      <p:sp>
        <p:nvSpPr>
          <p:cNvPr id="35" name="原创设计师QQ598969553          _7"/>
          <p:cNvSpPr/>
          <p:nvPr/>
        </p:nvSpPr>
        <p:spPr>
          <a:xfrm>
            <a:off x="4738909" y="1628461"/>
            <a:ext cx="1438976" cy="2696498"/>
          </a:xfrm>
          <a:prstGeom prst="roundRect">
            <a:avLst>
              <a:gd name="adj" fmla="val 50000"/>
            </a:avLst>
          </a:prstGeom>
          <a:solidFill>
            <a:schemeClr val="bg1">
              <a:lumMod val="95000"/>
            </a:schemeClr>
          </a:solidFill>
          <a:ln w="50800">
            <a:noFill/>
          </a:ln>
          <a:effectLst>
            <a:outerShdw blurRad="139700" dist="50800" dir="2700000" algn="tl" rotWithShape="0">
              <a:schemeClr val="tx1">
                <a:alpha val="29000"/>
              </a:schemeClr>
            </a:outerShdw>
          </a:effectLst>
          <a:scene3d>
            <a:camera prst="orthographicFront"/>
            <a:lightRig rig="threePt" dir="t"/>
          </a:scene3d>
          <a:sp3d prstMaterial="softEdge">
            <a:bevelT w="38100" h="6350" prst="angle"/>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latin typeface="Calibri"/>
              <a:ea typeface="宋体" panose="02010600030101010101" pitchFamily="2" charset="-122"/>
            </a:endParaRPr>
          </a:p>
        </p:txBody>
      </p:sp>
      <p:grpSp>
        <p:nvGrpSpPr>
          <p:cNvPr id="36" name="原创设计师QQ598969553          _8"/>
          <p:cNvGrpSpPr/>
          <p:nvPr/>
        </p:nvGrpSpPr>
        <p:grpSpPr>
          <a:xfrm>
            <a:off x="4754701" y="1685020"/>
            <a:ext cx="1407387" cy="1407388"/>
            <a:chOff x="4184106" y="2952206"/>
            <a:chExt cx="3823790" cy="3823790"/>
          </a:xfrm>
        </p:grpSpPr>
        <p:sp>
          <p:nvSpPr>
            <p:cNvPr id="37" name="椭圆 36"/>
            <p:cNvSpPr/>
            <p:nvPr/>
          </p:nvSpPr>
          <p:spPr>
            <a:xfrm>
              <a:off x="4184106" y="2952206"/>
              <a:ext cx="3823790" cy="3823790"/>
            </a:xfrm>
            <a:prstGeom prst="ellipse">
              <a:avLst/>
            </a:prstGeom>
            <a:gradFill>
              <a:gsLst>
                <a:gs pos="100000">
                  <a:schemeClr val="bg1">
                    <a:lumMod val="75000"/>
                  </a:schemeClr>
                </a:gs>
                <a:gs pos="0">
                  <a:schemeClr val="bg1"/>
                </a:gs>
              </a:gsLst>
              <a:lin ang="5400000" scaled="0"/>
            </a:gradFill>
            <a:ln w="9525">
              <a:noFill/>
            </a:ln>
            <a:effectLst>
              <a:softEdge rad="165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pSp>
          <p:nvGrpSpPr>
            <p:cNvPr id="38" name="组合 37"/>
            <p:cNvGrpSpPr/>
            <p:nvPr/>
          </p:nvGrpSpPr>
          <p:grpSpPr>
            <a:xfrm>
              <a:off x="4710169" y="3478269"/>
              <a:ext cx="2771663" cy="2771663"/>
              <a:chOff x="2193191" y="1899415"/>
              <a:chExt cx="2421376" cy="2421376"/>
            </a:xfrm>
            <a:effectLst/>
          </p:grpSpPr>
          <p:sp>
            <p:nvSpPr>
              <p:cNvPr id="39" name="椭圆 38"/>
              <p:cNvSpPr/>
              <p:nvPr/>
            </p:nvSpPr>
            <p:spPr>
              <a:xfrm>
                <a:off x="2193191" y="1899415"/>
                <a:ext cx="2421376" cy="2421376"/>
              </a:xfrm>
              <a:prstGeom prst="ellipse">
                <a:avLst/>
              </a:prstGeom>
              <a:solidFill>
                <a:schemeClr val="accent1"/>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3">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sp>
            <p:nvSpPr>
              <p:cNvPr id="40" name="椭圆 39"/>
              <p:cNvSpPr/>
              <p:nvPr/>
            </p:nvSpPr>
            <p:spPr>
              <a:xfrm>
                <a:off x="2386802" y="2093026"/>
                <a:ext cx="2034160" cy="2034160"/>
              </a:xfrm>
              <a:prstGeom prst="ellipse">
                <a:avLst/>
              </a:prstGeom>
              <a:solidFill>
                <a:schemeClr val="bg1">
                  <a:lumMod val="95000"/>
                </a:schemeClr>
              </a:solidFill>
              <a:ln w="50800">
                <a:noFill/>
              </a:ln>
              <a:effectLst>
                <a:outerShdw blurRad="76200" dist="38100" dir="2700000" algn="tl" rotWithShape="0">
                  <a:schemeClr val="accent3">
                    <a:lumMod val="50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pSp>
      </p:grpSp>
      <p:grpSp>
        <p:nvGrpSpPr>
          <p:cNvPr id="41" name="原创设计师QQ598969553          _9"/>
          <p:cNvGrpSpPr/>
          <p:nvPr/>
        </p:nvGrpSpPr>
        <p:grpSpPr>
          <a:xfrm>
            <a:off x="4748603" y="3286281"/>
            <a:ext cx="1419582" cy="606623"/>
            <a:chOff x="2061936" y="5137524"/>
            <a:chExt cx="2349784" cy="1004123"/>
          </a:xfrm>
        </p:grpSpPr>
        <p:sp>
          <p:nvSpPr>
            <p:cNvPr id="42" name="文本框 29"/>
            <p:cNvSpPr txBox="1"/>
            <p:nvPr/>
          </p:nvSpPr>
          <p:spPr bwMode="auto">
            <a:xfrm>
              <a:off x="2143824" y="5530304"/>
              <a:ext cx="2186005" cy="611343"/>
            </a:xfrm>
            <a:prstGeom prst="rect">
              <a:avLst/>
            </a:prstGeom>
            <a:noFill/>
          </p:spPr>
          <p:txBody>
            <a:bodyPr wrap="square">
              <a:spAutoFit/>
            </a:bodyPr>
            <a:lstStyle/>
            <a:p>
              <a:r>
                <a:rPr lang="zh-CN" altLang="en-US" sz="900" dirty="0">
                  <a:solidFill>
                    <a:schemeClr val="tx1">
                      <a:lumMod val="75000"/>
                      <a:lumOff val="25000"/>
                    </a:schemeClr>
                  </a:solidFill>
                  <a:latin typeface="微软雅黑" pitchFamily="34" charset="-122"/>
                  <a:ea typeface="微软雅黑" pitchFamily="34" charset="-122"/>
                </a:rPr>
                <a:t>点击输入本栏的具体文字根据您内容修改</a:t>
              </a:r>
              <a:endParaRPr lang="zh-CN" altLang="en-US" sz="900" dirty="0">
                <a:solidFill>
                  <a:schemeClr val="tx1">
                    <a:lumMod val="65000"/>
                    <a:lumOff val="35000"/>
                  </a:schemeClr>
                </a:solidFill>
                <a:latin typeface="+mn-ea"/>
              </a:endParaRPr>
            </a:p>
          </p:txBody>
        </p:sp>
        <p:sp>
          <p:nvSpPr>
            <p:cNvPr id="43" name="文本框 30"/>
            <p:cNvSpPr txBox="1"/>
            <p:nvPr/>
          </p:nvSpPr>
          <p:spPr bwMode="auto">
            <a:xfrm>
              <a:off x="2061936" y="5137524"/>
              <a:ext cx="2349784" cy="458507"/>
            </a:xfrm>
            <a:prstGeom prst="rect">
              <a:avLst/>
            </a:prstGeom>
            <a:noFill/>
          </p:spPr>
          <p:txBody>
            <a:bodyPr wrap="square">
              <a:spAutoFit/>
            </a:bodyPr>
            <a:lstStyle/>
            <a:p>
              <a:pPr algn="ctr">
                <a:defRPr/>
              </a:pPr>
              <a:r>
                <a:rPr lang="zh-CN" altLang="en-US" sz="1200" b="1" spc="75" dirty="0">
                  <a:solidFill>
                    <a:schemeClr val="accent1"/>
                  </a:solidFill>
                  <a:latin typeface="+mn-ea"/>
                </a:rPr>
                <a:t>在此添加标题</a:t>
              </a:r>
            </a:p>
          </p:txBody>
        </p:sp>
      </p:grpSp>
      <p:cxnSp>
        <p:nvCxnSpPr>
          <p:cNvPr id="44" name="原创设计师QQ598969553          _10"/>
          <p:cNvCxnSpPr/>
          <p:nvPr/>
        </p:nvCxnSpPr>
        <p:spPr>
          <a:xfrm>
            <a:off x="4965249" y="3194302"/>
            <a:ext cx="986291" cy="0"/>
          </a:xfrm>
          <a:prstGeom prst="line">
            <a:avLst/>
          </a:prstGeom>
          <a:ln>
            <a:solidFill>
              <a:schemeClr val="tx1">
                <a:lumMod val="65000"/>
                <a:lumOff val="35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45" name="原创设计师QQ598969553          _11"/>
          <p:cNvGrpSpPr/>
          <p:nvPr/>
        </p:nvGrpSpPr>
        <p:grpSpPr>
          <a:xfrm>
            <a:off x="3207130" y="3251467"/>
            <a:ext cx="947164" cy="691679"/>
            <a:chOff x="8931338" y="2437732"/>
            <a:chExt cx="1010653" cy="922240"/>
          </a:xfrm>
        </p:grpSpPr>
        <p:sp>
          <p:nvSpPr>
            <p:cNvPr id="46" name="文本框 37"/>
            <p:cNvSpPr txBox="1"/>
            <p:nvPr/>
          </p:nvSpPr>
          <p:spPr>
            <a:xfrm>
              <a:off x="8931338" y="2437732"/>
              <a:ext cx="1010653" cy="677108"/>
            </a:xfrm>
            <a:prstGeom prst="rect">
              <a:avLst/>
            </a:prstGeom>
            <a:noFill/>
          </p:spPr>
          <p:txBody>
            <a:bodyPr wrap="square" rtlCol="0">
              <a:spAutoFit/>
            </a:bodyPr>
            <a:lstStyle/>
            <a:p>
              <a:pPr algn="ctr"/>
              <a:r>
                <a:rPr lang="en-US" altLang="zh-CN" sz="2700" dirty="0">
                  <a:solidFill>
                    <a:schemeClr val="tx1">
                      <a:lumMod val="65000"/>
                      <a:lumOff val="35000"/>
                    </a:schemeClr>
                  </a:solidFill>
                  <a:latin typeface="Impact" panose="020B0806030902050204" pitchFamily="34" charset="0"/>
                </a:rPr>
                <a:t>01</a:t>
              </a:r>
              <a:endParaRPr lang="zh-CN" altLang="en-US" sz="2700" dirty="0">
                <a:solidFill>
                  <a:schemeClr val="tx1">
                    <a:lumMod val="65000"/>
                    <a:lumOff val="35000"/>
                  </a:schemeClr>
                </a:solidFill>
                <a:latin typeface="Impact" panose="020B0806030902050204" pitchFamily="34" charset="0"/>
              </a:endParaRPr>
            </a:p>
          </p:txBody>
        </p:sp>
        <p:sp>
          <p:nvSpPr>
            <p:cNvPr id="47" name="文本框 38"/>
            <p:cNvSpPr txBox="1"/>
            <p:nvPr/>
          </p:nvSpPr>
          <p:spPr>
            <a:xfrm>
              <a:off x="8931338" y="2908566"/>
              <a:ext cx="1010653" cy="451406"/>
            </a:xfrm>
            <a:prstGeom prst="rect">
              <a:avLst/>
            </a:prstGeom>
            <a:noFill/>
          </p:spPr>
          <p:txBody>
            <a:bodyPr wrap="square" rtlCol="0">
              <a:spAutoFit/>
            </a:bodyPr>
            <a:lstStyle/>
            <a:p>
              <a:pPr algn="ctr"/>
              <a:r>
                <a:rPr lang="zh-CN" altLang="en-US" sz="800" dirty="0">
                  <a:solidFill>
                    <a:schemeClr val="tx1">
                      <a:lumMod val="65000"/>
                      <a:lumOff val="35000"/>
                    </a:schemeClr>
                  </a:solidFill>
                </a:rPr>
                <a:t>添加文本内容</a:t>
              </a:r>
            </a:p>
          </p:txBody>
        </p:sp>
      </p:grpSp>
      <p:grpSp>
        <p:nvGrpSpPr>
          <p:cNvPr id="48" name="原创设计师QQ598969553          _12"/>
          <p:cNvGrpSpPr/>
          <p:nvPr/>
        </p:nvGrpSpPr>
        <p:grpSpPr>
          <a:xfrm>
            <a:off x="4977637" y="2072748"/>
            <a:ext cx="947164" cy="691679"/>
            <a:chOff x="8931338" y="2437732"/>
            <a:chExt cx="1010653" cy="922240"/>
          </a:xfrm>
        </p:grpSpPr>
        <p:sp>
          <p:nvSpPr>
            <p:cNvPr id="49" name="文本框 41"/>
            <p:cNvSpPr txBox="1"/>
            <p:nvPr/>
          </p:nvSpPr>
          <p:spPr>
            <a:xfrm>
              <a:off x="8931338" y="2437732"/>
              <a:ext cx="1010653" cy="677108"/>
            </a:xfrm>
            <a:prstGeom prst="rect">
              <a:avLst/>
            </a:prstGeom>
            <a:noFill/>
          </p:spPr>
          <p:txBody>
            <a:bodyPr wrap="square" rtlCol="0">
              <a:spAutoFit/>
            </a:bodyPr>
            <a:lstStyle/>
            <a:p>
              <a:pPr algn="ctr"/>
              <a:r>
                <a:rPr lang="en-US" altLang="zh-CN" sz="2700" dirty="0">
                  <a:solidFill>
                    <a:schemeClr val="tx1">
                      <a:lumMod val="65000"/>
                      <a:lumOff val="35000"/>
                    </a:schemeClr>
                  </a:solidFill>
                  <a:latin typeface="Impact" panose="020B0806030902050204" pitchFamily="34" charset="0"/>
                </a:rPr>
                <a:t>02</a:t>
              </a:r>
              <a:endParaRPr lang="zh-CN" altLang="en-US" sz="2700" dirty="0">
                <a:solidFill>
                  <a:schemeClr val="tx1">
                    <a:lumMod val="65000"/>
                    <a:lumOff val="35000"/>
                  </a:schemeClr>
                </a:solidFill>
                <a:latin typeface="Impact" panose="020B0806030902050204" pitchFamily="34" charset="0"/>
              </a:endParaRPr>
            </a:p>
          </p:txBody>
        </p:sp>
        <p:sp>
          <p:nvSpPr>
            <p:cNvPr id="50" name="文本框 42"/>
            <p:cNvSpPr txBox="1"/>
            <p:nvPr/>
          </p:nvSpPr>
          <p:spPr>
            <a:xfrm>
              <a:off x="8931338" y="2908566"/>
              <a:ext cx="1010653" cy="451406"/>
            </a:xfrm>
            <a:prstGeom prst="rect">
              <a:avLst/>
            </a:prstGeom>
            <a:noFill/>
          </p:spPr>
          <p:txBody>
            <a:bodyPr wrap="square" rtlCol="0">
              <a:spAutoFit/>
            </a:bodyPr>
            <a:lstStyle/>
            <a:p>
              <a:pPr algn="ctr"/>
              <a:r>
                <a:rPr lang="zh-CN" altLang="en-US" sz="800" dirty="0">
                  <a:solidFill>
                    <a:schemeClr val="tx1">
                      <a:lumMod val="65000"/>
                      <a:lumOff val="35000"/>
                    </a:schemeClr>
                  </a:solidFill>
                </a:rPr>
                <a:t>添加文本内容</a:t>
              </a:r>
            </a:p>
          </p:txBody>
        </p:sp>
      </p:grpSp>
      <p:sp>
        <p:nvSpPr>
          <p:cNvPr id="51" name="原创设计师QQ598969553          _13"/>
          <p:cNvSpPr txBox="1"/>
          <p:nvPr/>
        </p:nvSpPr>
        <p:spPr bwMode="auto">
          <a:xfrm>
            <a:off x="6301283" y="2042464"/>
            <a:ext cx="2136745" cy="692497"/>
          </a:xfrm>
          <a:prstGeom prst="rect">
            <a:avLst/>
          </a:prstGeom>
          <a:noFill/>
        </p:spPr>
        <p:txBody>
          <a:bodyPr wrap="square" lIns="68580" tIns="34290" rIns="68580" bIns="34290">
            <a:spAutoFit/>
          </a:bodyPr>
          <a:lstStyle/>
          <a:p>
            <a:pPr algn="just">
              <a:lnSpc>
                <a:spcPct val="150000"/>
              </a:lnSpc>
              <a:defRPr/>
            </a:pPr>
            <a:r>
              <a:rPr lang="zh-CN" altLang="en-US" sz="900" dirty="0">
                <a:solidFill>
                  <a:schemeClr val="tx1">
                    <a:lumMod val="75000"/>
                    <a:lumOff val="25000"/>
                  </a:schemeClr>
                </a:solidFill>
                <a:latin typeface="微软雅黑" pitchFamily="34" charset="-122"/>
                <a:ea typeface="微软雅黑" pitchFamily="34" charset="-122"/>
              </a:rPr>
              <a:t>详写内容</a:t>
            </a:r>
            <a:r>
              <a:rPr lang="en-US" altLang="zh-CN" sz="900" dirty="0">
                <a:solidFill>
                  <a:schemeClr val="tx1">
                    <a:lumMod val="75000"/>
                    <a:lumOff val="25000"/>
                  </a:schemeClr>
                </a:solidFill>
                <a:latin typeface="微软雅黑" pitchFamily="34" charset="-122"/>
                <a:ea typeface="微软雅黑" pitchFamily="34" charset="-122"/>
              </a:rPr>
              <a:t>……</a:t>
            </a:r>
            <a:r>
              <a:rPr lang="zh-CN" altLang="en-US" sz="9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zh-CN" altLang="en-US" sz="900" spc="75" dirty="0">
              <a:solidFill>
                <a:schemeClr val="tx1">
                  <a:lumMod val="65000"/>
                  <a:lumOff val="35000"/>
                </a:schemeClr>
              </a:solidFill>
              <a:latin typeface="+mn-ea"/>
            </a:endParaRPr>
          </a:p>
        </p:txBody>
      </p:sp>
      <p:sp>
        <p:nvSpPr>
          <p:cNvPr id="52" name="原创设计师QQ598969553          _14"/>
          <p:cNvSpPr txBox="1"/>
          <p:nvPr/>
        </p:nvSpPr>
        <p:spPr bwMode="auto">
          <a:xfrm>
            <a:off x="730014" y="3221183"/>
            <a:ext cx="2136745" cy="692497"/>
          </a:xfrm>
          <a:prstGeom prst="rect">
            <a:avLst/>
          </a:prstGeom>
          <a:noFill/>
        </p:spPr>
        <p:txBody>
          <a:bodyPr wrap="square" lIns="68580" tIns="34290" rIns="68580" bIns="34290">
            <a:spAutoFit/>
          </a:bodyPr>
          <a:lstStyle/>
          <a:p>
            <a:pPr algn="r">
              <a:lnSpc>
                <a:spcPct val="150000"/>
              </a:lnSpc>
              <a:defRPr/>
            </a:pPr>
            <a:r>
              <a:rPr lang="zh-CN" altLang="en-US" sz="900" dirty="0">
                <a:solidFill>
                  <a:schemeClr val="tx1">
                    <a:lumMod val="75000"/>
                    <a:lumOff val="25000"/>
                  </a:schemeClr>
                </a:solidFill>
                <a:latin typeface="微软雅黑" pitchFamily="34" charset="-122"/>
                <a:ea typeface="微软雅黑" pitchFamily="34" charset="-122"/>
              </a:rPr>
              <a:t>详写内容</a:t>
            </a:r>
            <a:r>
              <a:rPr lang="en-US" altLang="zh-CN" sz="900" dirty="0">
                <a:solidFill>
                  <a:schemeClr val="tx1">
                    <a:lumMod val="75000"/>
                    <a:lumOff val="25000"/>
                  </a:schemeClr>
                </a:solidFill>
                <a:latin typeface="微软雅黑" pitchFamily="34" charset="-122"/>
                <a:ea typeface="微软雅黑" pitchFamily="34" charset="-122"/>
              </a:rPr>
              <a:t>……</a:t>
            </a:r>
            <a:r>
              <a:rPr lang="zh-CN" altLang="en-US" sz="9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zh-CN" altLang="en-US" sz="900" spc="75" dirty="0">
              <a:solidFill>
                <a:schemeClr val="tx1">
                  <a:lumMod val="65000"/>
                  <a:lumOff val="35000"/>
                </a:schemeClr>
              </a:solidFill>
              <a:latin typeface="+mn-ea"/>
            </a:endParaRPr>
          </a:p>
        </p:txBody>
      </p:sp>
      <p:pic>
        <p:nvPicPr>
          <p:cNvPr id="53" name="Picture 64"/>
          <p:cNvPicPr>
            <a:picLocks noGrp="1" noSelect="1" noRot="1" noChangeAspect="1" noMove="1" noResize="1" noChangeShapeType="1"/>
          </p:cNvPicPr>
          <p:nvPr/>
        </p:nvPicPr>
        <p:blipFill>
          <a:blip r:embed="rId3"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
        <p:nvSpPr>
          <p:cNvPr id="54" name="矩形 53"/>
          <p:cNvSpPr/>
          <p:nvPr/>
        </p:nvSpPr>
        <p:spPr>
          <a:xfrm>
            <a:off x="0" y="4912668"/>
            <a:ext cx="775136" cy="230832"/>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schemeClr val="bg1">
                    <a:lumMod val="95000"/>
                  </a:schemeClr>
                </a:solidFill>
                <a:effectLst/>
                <a:uLnTx/>
                <a:uFillTx/>
              </a:rPr>
              <a:t>PPT</a:t>
            </a:r>
            <a:r>
              <a:rPr kumimoji="0" lang="zh-CN" altLang="en-US" sz="100" b="0" i="0" u="none" strike="noStrike" kern="0" cap="none" spc="0" normalizeH="0" baseline="0" noProof="0" dirty="0">
                <a:ln>
                  <a:noFill/>
                </a:ln>
                <a:solidFill>
                  <a:schemeClr val="bg1">
                    <a:lumMod val="95000"/>
                  </a:schemeClr>
                </a:solidFill>
                <a:effectLst/>
                <a:uLnTx/>
                <a:uFillTx/>
              </a:rPr>
              <a:t>模板下载：</a:t>
            </a:r>
            <a:r>
              <a:rPr kumimoji="0" lang="en-US" altLang="zh-CN" sz="100" b="0" i="0" u="none" strike="noStrike" kern="0" cap="none" spc="0" normalizeH="0" baseline="0" noProof="0" dirty="0">
                <a:ln>
                  <a:noFill/>
                </a:ln>
                <a:solidFill>
                  <a:schemeClr val="bg1">
                    <a:lumMod val="95000"/>
                  </a:schemeClr>
                </a:solidFill>
                <a:effectLst/>
                <a:uLnTx/>
                <a:uFillTx/>
              </a:rPr>
              <a:t>www.1ppt.com/moban/     </a:t>
            </a:r>
            <a:r>
              <a:rPr kumimoji="0" lang="zh-CN" altLang="en-US" sz="100" b="0" i="0" u="none" strike="noStrike" kern="0" cap="none" spc="0" normalizeH="0" baseline="0" noProof="0" dirty="0">
                <a:ln>
                  <a:noFill/>
                </a:ln>
                <a:solidFill>
                  <a:schemeClr val="bg1">
                    <a:lumMod val="95000"/>
                  </a:schemeClr>
                </a:solidFill>
                <a:effectLst/>
                <a:uLnTx/>
                <a:uFillTx/>
              </a:rPr>
              <a:t>行业</a:t>
            </a:r>
            <a:r>
              <a:rPr kumimoji="0" lang="en-US" altLang="zh-CN" sz="100" b="0" i="0" u="none" strike="noStrike" kern="0" cap="none" spc="0" normalizeH="0" baseline="0" noProof="0" dirty="0">
                <a:ln>
                  <a:noFill/>
                </a:ln>
                <a:solidFill>
                  <a:schemeClr val="bg1">
                    <a:lumMod val="95000"/>
                  </a:schemeClr>
                </a:solidFill>
                <a:effectLst/>
                <a:uLnTx/>
                <a:uFillTx/>
              </a:rPr>
              <a:t>PPT</a:t>
            </a:r>
            <a:r>
              <a:rPr kumimoji="0" lang="zh-CN" altLang="en-US" sz="100" b="0" i="0" u="none" strike="noStrike" kern="0" cap="none" spc="0" normalizeH="0" baseline="0" noProof="0" dirty="0">
                <a:ln>
                  <a:noFill/>
                </a:ln>
                <a:solidFill>
                  <a:schemeClr val="bg1">
                    <a:lumMod val="95000"/>
                  </a:schemeClr>
                </a:solidFill>
                <a:effectLst/>
                <a:uLnTx/>
                <a:uFillTx/>
              </a:rPr>
              <a:t>模板：</a:t>
            </a:r>
            <a:r>
              <a:rPr kumimoji="0" lang="en-US" altLang="zh-CN" sz="100" b="0" i="0" u="none" strike="noStrike" kern="0" cap="none" spc="0" normalizeH="0" baseline="0" noProof="0" dirty="0">
                <a:ln>
                  <a:noFill/>
                </a:ln>
                <a:solidFill>
                  <a:schemeClr val="bg1">
                    <a:lumMod val="95000"/>
                  </a:schemeClr>
                </a:solidFill>
                <a:effectLst/>
                <a:uLnTx/>
                <a:uFillTx/>
              </a:rPr>
              <a:t>www.1ppt.com/hangye/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schemeClr val="bg1">
                    <a:lumMod val="95000"/>
                  </a:schemeClr>
                </a:solidFill>
                <a:effectLst/>
                <a:uLnTx/>
                <a:uFillTx/>
              </a:rPr>
              <a:t>节日</a:t>
            </a:r>
            <a:r>
              <a:rPr kumimoji="0" lang="en-US" altLang="zh-CN" sz="100" b="0" i="0" u="none" strike="noStrike" kern="0" cap="none" spc="0" normalizeH="0" baseline="0" noProof="0" dirty="0">
                <a:ln>
                  <a:noFill/>
                </a:ln>
                <a:solidFill>
                  <a:schemeClr val="bg1">
                    <a:lumMod val="95000"/>
                  </a:schemeClr>
                </a:solidFill>
                <a:effectLst/>
                <a:uLnTx/>
                <a:uFillTx/>
              </a:rPr>
              <a:t>PPT</a:t>
            </a:r>
            <a:r>
              <a:rPr kumimoji="0" lang="zh-CN" altLang="en-US" sz="100" b="0" i="0" u="none" strike="noStrike" kern="0" cap="none" spc="0" normalizeH="0" baseline="0" noProof="0" dirty="0">
                <a:ln>
                  <a:noFill/>
                </a:ln>
                <a:solidFill>
                  <a:schemeClr val="bg1">
                    <a:lumMod val="95000"/>
                  </a:schemeClr>
                </a:solidFill>
                <a:effectLst/>
                <a:uLnTx/>
                <a:uFillTx/>
              </a:rPr>
              <a:t>模板：</a:t>
            </a:r>
            <a:r>
              <a:rPr kumimoji="0" lang="en-US" altLang="zh-CN" sz="100" b="0" i="0" u="none" strike="noStrike" kern="0" cap="none" spc="0" normalizeH="0" baseline="0" noProof="0" dirty="0">
                <a:ln>
                  <a:noFill/>
                </a:ln>
                <a:solidFill>
                  <a:schemeClr val="bg1">
                    <a:lumMod val="95000"/>
                  </a:schemeClr>
                </a:solidFill>
                <a:effectLst/>
                <a:uLnTx/>
                <a:uFillTx/>
              </a:rPr>
              <a:t>www.1ppt.com/jieri/           PPT</a:t>
            </a:r>
            <a:r>
              <a:rPr kumimoji="0" lang="zh-CN" altLang="en-US" sz="100" b="0" i="0" u="none" strike="noStrike" kern="0" cap="none" spc="0" normalizeH="0" baseline="0" noProof="0" dirty="0">
                <a:ln>
                  <a:noFill/>
                </a:ln>
                <a:solidFill>
                  <a:schemeClr val="bg1">
                    <a:lumMod val="95000"/>
                  </a:schemeClr>
                </a:solidFill>
                <a:effectLst/>
                <a:uLnTx/>
                <a:uFillTx/>
              </a:rPr>
              <a:t>素材下载：</a:t>
            </a:r>
            <a:r>
              <a:rPr kumimoji="0" lang="en-US" altLang="zh-CN" sz="100" b="0" i="0" u="none" strike="noStrike" kern="0" cap="none" spc="0" normalizeH="0" baseline="0" noProof="0" dirty="0">
                <a:ln>
                  <a:noFill/>
                </a:ln>
                <a:solidFill>
                  <a:schemeClr val="bg1">
                    <a:lumMod val="95000"/>
                  </a:schemeClr>
                </a:solidFill>
                <a:effectLst/>
                <a:uLnTx/>
                <a:uFillTx/>
              </a:rPr>
              <a:t>www.1ppt.com/sucai/</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schemeClr val="bg1">
                    <a:lumMod val="95000"/>
                  </a:schemeClr>
                </a:solidFill>
                <a:effectLst/>
                <a:uLnTx/>
                <a:uFillTx/>
              </a:rPr>
              <a:t>PPT</a:t>
            </a:r>
            <a:r>
              <a:rPr kumimoji="0" lang="zh-CN" altLang="en-US" sz="100" b="0" i="0" u="none" strike="noStrike" kern="0" cap="none" spc="0" normalizeH="0" baseline="0" noProof="0" dirty="0">
                <a:ln>
                  <a:noFill/>
                </a:ln>
                <a:solidFill>
                  <a:schemeClr val="bg1">
                    <a:lumMod val="95000"/>
                  </a:schemeClr>
                </a:solidFill>
                <a:effectLst/>
                <a:uLnTx/>
                <a:uFillTx/>
              </a:rPr>
              <a:t>背景图片：</a:t>
            </a:r>
            <a:r>
              <a:rPr kumimoji="0" lang="en-US" altLang="zh-CN" sz="100" b="0" i="0" u="none" strike="noStrike" kern="0" cap="none" spc="0" normalizeH="0" baseline="0" noProof="0" dirty="0">
                <a:ln>
                  <a:noFill/>
                </a:ln>
                <a:solidFill>
                  <a:schemeClr val="bg1">
                    <a:lumMod val="95000"/>
                  </a:schemeClr>
                </a:solidFill>
                <a:effectLst/>
                <a:uLnTx/>
                <a:uFillTx/>
              </a:rPr>
              <a:t>www.1ppt.com/beijing/      PPT</a:t>
            </a:r>
            <a:r>
              <a:rPr kumimoji="0" lang="zh-CN" altLang="en-US" sz="100" b="0" i="0" u="none" strike="noStrike" kern="0" cap="none" spc="0" normalizeH="0" baseline="0" noProof="0" dirty="0">
                <a:ln>
                  <a:noFill/>
                </a:ln>
                <a:solidFill>
                  <a:schemeClr val="bg1">
                    <a:lumMod val="95000"/>
                  </a:schemeClr>
                </a:solidFill>
                <a:effectLst/>
                <a:uLnTx/>
                <a:uFillTx/>
              </a:rPr>
              <a:t>图表下载：</a:t>
            </a:r>
            <a:r>
              <a:rPr kumimoji="0" lang="en-US" altLang="zh-CN" sz="100" b="0" i="0" u="none" strike="noStrike" kern="0" cap="none" spc="0" normalizeH="0" baseline="0" noProof="0" dirty="0">
                <a:ln>
                  <a:noFill/>
                </a:ln>
                <a:solidFill>
                  <a:schemeClr val="bg1">
                    <a:lumMod val="95000"/>
                  </a:schemeClr>
                </a:solidFill>
                <a:effectLst/>
                <a:uLnTx/>
                <a:uFillTx/>
              </a:rPr>
              <a:t>www.1ppt.com/tubiao/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schemeClr val="bg1">
                    <a:lumMod val="95000"/>
                  </a:schemeClr>
                </a:solidFill>
                <a:effectLst/>
                <a:uLnTx/>
                <a:uFillTx/>
              </a:rPr>
              <a:t>优秀</a:t>
            </a:r>
            <a:r>
              <a:rPr kumimoji="0" lang="en-US" altLang="zh-CN" sz="100" b="0" i="0" u="none" strike="noStrike" kern="0" cap="none" spc="0" normalizeH="0" baseline="0" noProof="0" dirty="0">
                <a:ln>
                  <a:noFill/>
                </a:ln>
                <a:solidFill>
                  <a:schemeClr val="bg1">
                    <a:lumMod val="95000"/>
                  </a:schemeClr>
                </a:solidFill>
                <a:effectLst/>
                <a:uLnTx/>
                <a:uFillTx/>
              </a:rPr>
              <a:t>PPT</a:t>
            </a:r>
            <a:r>
              <a:rPr kumimoji="0" lang="zh-CN" altLang="en-US" sz="100" b="0" i="0" u="none" strike="noStrike" kern="0" cap="none" spc="0" normalizeH="0" baseline="0" noProof="0" dirty="0">
                <a:ln>
                  <a:noFill/>
                </a:ln>
                <a:solidFill>
                  <a:schemeClr val="bg1">
                    <a:lumMod val="95000"/>
                  </a:schemeClr>
                </a:solidFill>
                <a:effectLst/>
                <a:uLnTx/>
                <a:uFillTx/>
              </a:rPr>
              <a:t>下载：</a:t>
            </a:r>
            <a:r>
              <a:rPr kumimoji="0" lang="en-US" altLang="zh-CN" sz="100" b="0" i="0" u="none" strike="noStrike" kern="0" cap="none" spc="0" normalizeH="0" baseline="0" noProof="0" dirty="0">
                <a:ln>
                  <a:noFill/>
                </a:ln>
                <a:solidFill>
                  <a:schemeClr val="bg1">
                    <a:lumMod val="95000"/>
                  </a:schemeClr>
                </a:solidFill>
                <a:effectLst/>
                <a:uLnTx/>
                <a:uFillTx/>
              </a:rPr>
              <a:t>www.1ppt.com/xiazai/        PPT</a:t>
            </a:r>
            <a:r>
              <a:rPr kumimoji="0" lang="zh-CN" altLang="en-US" sz="100" b="0" i="0" u="none" strike="noStrike" kern="0" cap="none" spc="0" normalizeH="0" baseline="0" noProof="0" dirty="0">
                <a:ln>
                  <a:noFill/>
                </a:ln>
                <a:solidFill>
                  <a:schemeClr val="bg1">
                    <a:lumMod val="95000"/>
                  </a:schemeClr>
                </a:solidFill>
                <a:effectLst/>
                <a:uLnTx/>
                <a:uFillTx/>
              </a:rPr>
              <a:t>教程： </a:t>
            </a:r>
            <a:r>
              <a:rPr kumimoji="0" lang="en-US" altLang="zh-CN" sz="100" b="0" i="0" u="none" strike="noStrike" kern="0" cap="none" spc="0" normalizeH="0" baseline="0" noProof="0" dirty="0">
                <a:ln>
                  <a:noFill/>
                </a:ln>
                <a:solidFill>
                  <a:schemeClr val="bg1">
                    <a:lumMod val="95000"/>
                  </a:schemeClr>
                </a:solidFill>
                <a:effectLst/>
                <a:uLnTx/>
                <a:uFillTx/>
              </a:rPr>
              <a:t>www.1ppt.com/powerpoint/      </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schemeClr val="bg1">
                    <a:lumMod val="95000"/>
                  </a:schemeClr>
                </a:solidFill>
                <a:effectLst/>
                <a:uLnTx/>
                <a:uFillTx/>
              </a:rPr>
              <a:t>Word</a:t>
            </a:r>
            <a:r>
              <a:rPr kumimoji="0" lang="zh-CN" altLang="en-US" sz="100" b="0" i="0" u="none" strike="noStrike" kern="0" cap="none" spc="0" normalizeH="0" baseline="0" noProof="0" dirty="0">
                <a:ln>
                  <a:noFill/>
                </a:ln>
                <a:solidFill>
                  <a:schemeClr val="bg1">
                    <a:lumMod val="95000"/>
                  </a:schemeClr>
                </a:solidFill>
                <a:effectLst/>
                <a:uLnTx/>
                <a:uFillTx/>
              </a:rPr>
              <a:t>教程： </a:t>
            </a:r>
            <a:r>
              <a:rPr kumimoji="0" lang="en-US" altLang="zh-CN" sz="100" b="0" i="0" u="none" strike="noStrike" kern="0" cap="none" spc="0" normalizeH="0" baseline="0" noProof="0" dirty="0">
                <a:ln>
                  <a:noFill/>
                </a:ln>
                <a:solidFill>
                  <a:schemeClr val="bg1">
                    <a:lumMod val="95000"/>
                  </a:schemeClr>
                </a:solidFill>
                <a:effectLst/>
                <a:uLnTx/>
                <a:uFillTx/>
              </a:rPr>
              <a:t>www.1ppt.com/word/              Excel</a:t>
            </a:r>
            <a:r>
              <a:rPr kumimoji="0" lang="zh-CN" altLang="en-US" sz="100" b="0" i="0" u="none" strike="noStrike" kern="0" cap="none" spc="0" normalizeH="0" baseline="0" noProof="0" dirty="0">
                <a:ln>
                  <a:noFill/>
                </a:ln>
                <a:solidFill>
                  <a:schemeClr val="bg1">
                    <a:lumMod val="95000"/>
                  </a:schemeClr>
                </a:solidFill>
                <a:effectLst/>
                <a:uLnTx/>
                <a:uFillTx/>
              </a:rPr>
              <a:t>教程：</a:t>
            </a:r>
            <a:r>
              <a:rPr kumimoji="0" lang="en-US" altLang="zh-CN" sz="100" b="0" i="0" u="none" strike="noStrike" kern="0" cap="none" spc="0" normalizeH="0" baseline="0" noProof="0" dirty="0">
                <a:ln>
                  <a:noFill/>
                </a:ln>
                <a:solidFill>
                  <a:schemeClr val="bg1">
                    <a:lumMod val="95000"/>
                  </a:schemeClr>
                </a:solidFill>
                <a:effectLst/>
                <a:uLnTx/>
                <a:uFillTx/>
              </a:rPr>
              <a:t>www.1ppt.com/excel/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schemeClr val="bg1">
                    <a:lumMod val="95000"/>
                  </a:schemeClr>
                </a:solidFill>
                <a:effectLst/>
                <a:uLnTx/>
                <a:uFillTx/>
              </a:rPr>
              <a:t>资料下载：</a:t>
            </a:r>
            <a:r>
              <a:rPr kumimoji="0" lang="en-US" altLang="zh-CN" sz="100" b="0" i="0" u="none" strike="noStrike" kern="0" cap="none" spc="0" normalizeH="0" baseline="0" noProof="0" dirty="0">
                <a:ln>
                  <a:noFill/>
                </a:ln>
                <a:solidFill>
                  <a:schemeClr val="bg1">
                    <a:lumMod val="95000"/>
                  </a:schemeClr>
                </a:solidFill>
                <a:effectLst/>
                <a:uLnTx/>
                <a:uFillTx/>
              </a:rPr>
              <a:t>www.1ppt.com/ziliao/                PPT</a:t>
            </a:r>
            <a:r>
              <a:rPr kumimoji="0" lang="zh-CN" altLang="en-US" sz="100" b="0" i="0" u="none" strike="noStrike" kern="0" cap="none" spc="0" normalizeH="0" baseline="0" noProof="0" dirty="0">
                <a:ln>
                  <a:noFill/>
                </a:ln>
                <a:solidFill>
                  <a:schemeClr val="bg1">
                    <a:lumMod val="95000"/>
                  </a:schemeClr>
                </a:solidFill>
                <a:effectLst/>
                <a:uLnTx/>
                <a:uFillTx/>
              </a:rPr>
              <a:t>课件下载：</a:t>
            </a:r>
            <a:r>
              <a:rPr kumimoji="0" lang="en-US" altLang="zh-CN" sz="100" b="0" i="0" u="none" strike="noStrike" kern="0" cap="none" spc="0" normalizeH="0" baseline="0" noProof="0" dirty="0">
                <a:ln>
                  <a:noFill/>
                </a:ln>
                <a:solidFill>
                  <a:schemeClr val="bg1">
                    <a:lumMod val="95000"/>
                  </a:schemeClr>
                </a:solidFill>
                <a:effectLst/>
                <a:uLnTx/>
                <a:uFillTx/>
              </a:rPr>
              <a:t>www.1ppt.com/kejian/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schemeClr val="bg1">
                    <a:lumMod val="95000"/>
                  </a:schemeClr>
                </a:solidFill>
                <a:effectLst/>
                <a:uLnTx/>
                <a:uFillTx/>
              </a:rPr>
              <a:t>范文下载：</a:t>
            </a:r>
            <a:r>
              <a:rPr kumimoji="0" lang="en-US" altLang="zh-CN" sz="100" b="0" i="0" u="none" strike="noStrike" kern="0" cap="none" spc="0" normalizeH="0" baseline="0" noProof="0" dirty="0">
                <a:ln>
                  <a:noFill/>
                </a:ln>
                <a:solidFill>
                  <a:schemeClr val="bg1">
                    <a:lumMod val="95000"/>
                  </a:schemeClr>
                </a:solidFill>
                <a:effectLst/>
                <a:uLnTx/>
                <a:uFillTx/>
              </a:rPr>
              <a:t>www.1ppt.com/fanwen/             </a:t>
            </a:r>
            <a:r>
              <a:rPr kumimoji="0" lang="zh-CN" altLang="en-US" sz="100" b="0" i="0" u="none" strike="noStrike" kern="0" cap="none" spc="0" normalizeH="0" baseline="0" noProof="0" dirty="0">
                <a:ln>
                  <a:noFill/>
                </a:ln>
                <a:solidFill>
                  <a:schemeClr val="bg1">
                    <a:lumMod val="95000"/>
                  </a:schemeClr>
                </a:solidFill>
                <a:effectLst/>
                <a:uLnTx/>
                <a:uFillTx/>
              </a:rPr>
              <a:t>试卷下载：</a:t>
            </a:r>
            <a:r>
              <a:rPr kumimoji="0" lang="en-US" altLang="zh-CN" sz="100" b="0" i="0" u="none" strike="noStrike" kern="0" cap="none" spc="0" normalizeH="0" baseline="0" noProof="0" dirty="0">
                <a:ln>
                  <a:noFill/>
                </a:ln>
                <a:solidFill>
                  <a:schemeClr val="bg1">
                    <a:lumMod val="95000"/>
                  </a:schemeClr>
                </a:solidFill>
                <a:effectLst/>
                <a:uLnTx/>
                <a:uFillTx/>
              </a:rPr>
              <a:t>www.1ppt.com/shiti/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schemeClr val="bg1">
                    <a:lumMod val="95000"/>
                  </a:schemeClr>
                </a:solidFill>
                <a:effectLst/>
                <a:uLnTx/>
                <a:uFillTx/>
              </a:rPr>
              <a:t>教案下载：</a:t>
            </a:r>
            <a:r>
              <a:rPr kumimoji="0" lang="en-US" altLang="zh-CN" sz="100" b="0" i="0" u="none" strike="noStrike" kern="0" cap="none" spc="0" normalizeH="0" baseline="0" noProof="0" dirty="0">
                <a:ln>
                  <a:noFill/>
                </a:ln>
                <a:solidFill>
                  <a:schemeClr val="bg1">
                    <a:lumMod val="95000"/>
                  </a:schemeClr>
                </a:solidFill>
                <a:effectLst/>
                <a:uLnTx/>
                <a:uFillTx/>
              </a:rPr>
              <a:t>www.1ppt.com/jiaoan/        PPT</a:t>
            </a:r>
            <a:r>
              <a:rPr kumimoji="0" lang="zh-CN" altLang="en-US" sz="100" b="0" i="0" u="none" strike="noStrike" kern="0" cap="none" spc="0" normalizeH="0" baseline="0" noProof="0" dirty="0">
                <a:ln>
                  <a:noFill/>
                </a:ln>
                <a:solidFill>
                  <a:schemeClr val="bg1">
                    <a:lumMod val="95000"/>
                  </a:schemeClr>
                </a:solidFill>
                <a:effectLst/>
                <a:uLnTx/>
                <a:uFillTx/>
              </a:rPr>
              <a:t>论坛：</a:t>
            </a:r>
            <a:r>
              <a:rPr kumimoji="0" lang="en-US" altLang="zh-CN" sz="100" b="0" i="0" u="none" strike="noStrike" kern="0" cap="none" spc="0" normalizeH="0" baseline="0" noProof="0" dirty="0">
                <a:ln>
                  <a:noFill/>
                </a:ln>
                <a:solidFill>
                  <a:schemeClr val="bg1">
                    <a:lumMod val="95000"/>
                  </a:schemeClr>
                </a:solidFill>
                <a:effectLst/>
                <a:uLnTx/>
                <a:uFillTx/>
              </a:rPr>
              <a:t>www.1ppt.cn</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schemeClr val="bg1">
                    <a:lumMod val="95000"/>
                  </a:schemeClr>
                </a:solidFill>
                <a:effectLst/>
                <a:uLnTx/>
                <a:uFillTx/>
              </a:rPr>
              <a:t> </a:t>
            </a:r>
            <a:endParaRPr kumimoji="0" lang="zh-CN" altLang="en-US" sz="100" b="0" i="0" u="none" strike="noStrike" kern="0" cap="none" spc="0" normalizeH="0" baseline="0" noProof="0" dirty="0">
              <a:ln>
                <a:noFill/>
              </a:ln>
              <a:solidFill>
                <a:schemeClr val="bg1">
                  <a:lumMod val="95000"/>
                </a:schemeClr>
              </a:solidFill>
              <a:effectLst/>
              <a:uLnTx/>
              <a:uFillTx/>
            </a:endParaRPr>
          </a:p>
        </p:txBody>
      </p:sp>
    </p:spTree>
    <p:extLst>
      <p:ext uri="{BB962C8B-B14F-4D97-AF65-F5344CB8AC3E}">
        <p14:creationId xmlns:p14="http://schemas.microsoft.com/office/powerpoint/2010/main" val="650475727"/>
      </p:ext>
    </p:extLst>
  </p:cSld>
  <p:clrMapOvr>
    <a:masterClrMapping/>
  </p:clrMapOvr>
  <mc:AlternateContent xmlns:mc="http://schemas.openxmlformats.org/markup-compatibility/2006" xmlns:p14="http://schemas.microsoft.com/office/powerpoint/2010/main">
    <mc:Choice Requires="p14">
      <p:transition spd="slow" p14:dur="1200" advClick="0" advTm="0">
        <p14:prism/>
      </p:transition>
    </mc:Choice>
    <mc:Fallback xmlns="">
      <p:transition spd="slow" advClick="0"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arn(outVertical)">
                                          <p:cBhvr>
                                            <p:cTn id="7" dur="500"/>
                                            <p:tgtEl>
                                              <p:spTgt spid="24"/>
                                            </p:tgtEl>
                                          </p:cBhvr>
                                        </p:animEffect>
                                      </p:childTnLst>
                                    </p:cTn>
                                  </p:par>
                                  <p:par>
                                    <p:cTn id="8" presetID="2" presetClass="entr" presetSubtype="4" accel="62000" fill="hold" grpId="0" nodeType="withEffect" p14:presetBounceEnd="40000">
                                      <p:stCondLst>
                                        <p:cond delay="0"/>
                                      </p:stCondLst>
                                      <p:childTnLst>
                                        <p:set>
                                          <p:cBhvr>
                                            <p:cTn id="9" dur="1" fill="hold">
                                              <p:stCondLst>
                                                <p:cond delay="0"/>
                                              </p:stCondLst>
                                            </p:cTn>
                                            <p:tgtEl>
                                              <p:spTgt spid="25"/>
                                            </p:tgtEl>
                                            <p:attrNameLst>
                                              <p:attrName>style.visibility</p:attrName>
                                            </p:attrNameLst>
                                          </p:cBhvr>
                                          <p:to>
                                            <p:strVal val="visible"/>
                                          </p:to>
                                        </p:set>
                                        <p:anim calcmode="lin" valueType="num" p14:bounceEnd="40000">
                                          <p:cBhvr additive="base">
                                            <p:cTn id="10" dur="500" fill="hold"/>
                                            <p:tgtEl>
                                              <p:spTgt spid="25"/>
                                            </p:tgtEl>
                                            <p:attrNameLst>
                                              <p:attrName>ppt_x</p:attrName>
                                            </p:attrNameLst>
                                          </p:cBhvr>
                                          <p:tavLst>
                                            <p:tav tm="0">
                                              <p:val>
                                                <p:strVal val="#ppt_x"/>
                                              </p:val>
                                            </p:tav>
                                            <p:tav tm="100000">
                                              <p:val>
                                                <p:strVal val="#ppt_x"/>
                                              </p:val>
                                            </p:tav>
                                          </p:tavLst>
                                        </p:anim>
                                        <p:anim calcmode="lin" valueType="num" p14:bounceEnd="40000">
                                          <p:cBhvr additive="base">
                                            <p:cTn id="11" dur="500" fill="hold"/>
                                            <p:tgtEl>
                                              <p:spTgt spid="25"/>
                                            </p:tgtEl>
                                            <p:attrNameLst>
                                              <p:attrName>ppt_y</p:attrName>
                                            </p:attrNameLst>
                                          </p:cBhvr>
                                          <p:tavLst>
                                            <p:tav tm="0">
                                              <p:val>
                                                <p:strVal val="1+#ppt_h/2"/>
                                              </p:val>
                                            </p:tav>
                                            <p:tav tm="100000">
                                              <p:val>
                                                <p:strVal val="#ppt_y"/>
                                              </p:val>
                                            </p:tav>
                                          </p:tavLst>
                                        </p:anim>
                                      </p:childTnLst>
                                    </p:cTn>
                                  </p:par>
                                  <p:par>
                                    <p:cTn id="12" presetID="2" presetClass="entr" presetSubtype="4" accel="62000" fill="hold" grpId="0" nodeType="withEffect" p14:presetBounceEnd="40000">
                                      <p:stCondLst>
                                        <p:cond delay="200"/>
                                      </p:stCondLst>
                                      <p:childTnLst>
                                        <p:set>
                                          <p:cBhvr>
                                            <p:cTn id="13" dur="1" fill="hold">
                                              <p:stCondLst>
                                                <p:cond delay="0"/>
                                              </p:stCondLst>
                                            </p:cTn>
                                            <p:tgtEl>
                                              <p:spTgt spid="35"/>
                                            </p:tgtEl>
                                            <p:attrNameLst>
                                              <p:attrName>style.visibility</p:attrName>
                                            </p:attrNameLst>
                                          </p:cBhvr>
                                          <p:to>
                                            <p:strVal val="visible"/>
                                          </p:to>
                                        </p:set>
                                        <p:anim calcmode="lin" valueType="num" p14:bounceEnd="40000">
                                          <p:cBhvr additive="base">
                                            <p:cTn id="14" dur="500" fill="hold"/>
                                            <p:tgtEl>
                                              <p:spTgt spid="35"/>
                                            </p:tgtEl>
                                            <p:attrNameLst>
                                              <p:attrName>ppt_x</p:attrName>
                                            </p:attrNameLst>
                                          </p:cBhvr>
                                          <p:tavLst>
                                            <p:tav tm="0">
                                              <p:val>
                                                <p:strVal val="#ppt_x"/>
                                              </p:val>
                                            </p:tav>
                                            <p:tav tm="100000">
                                              <p:val>
                                                <p:strVal val="#ppt_x"/>
                                              </p:val>
                                            </p:tav>
                                          </p:tavLst>
                                        </p:anim>
                                        <p:anim calcmode="lin" valueType="num" p14:bounceEnd="40000">
                                          <p:cBhvr additive="base">
                                            <p:cTn id="15" dur="500" fill="hold"/>
                                            <p:tgtEl>
                                              <p:spTgt spid="35"/>
                                            </p:tgtEl>
                                            <p:attrNameLst>
                                              <p:attrName>ppt_y</p:attrName>
                                            </p:attrNameLst>
                                          </p:cBhvr>
                                          <p:tavLst>
                                            <p:tav tm="0">
                                              <p:val>
                                                <p:strVal val="1+#ppt_h/2"/>
                                              </p:val>
                                            </p:tav>
                                            <p:tav tm="100000">
                                              <p:val>
                                                <p:strVal val="#ppt_y"/>
                                              </p:val>
                                            </p:tav>
                                          </p:tavLst>
                                        </p:anim>
                                      </p:childTnLst>
                                    </p:cTn>
                                  </p:par>
                                </p:childTnLst>
                              </p:cTn>
                            </p:par>
                            <p:par>
                              <p:cTn id="16" fill="hold">
                                <p:stCondLst>
                                  <p:cond delay="700"/>
                                </p:stCondLst>
                                <p:childTnLst>
                                  <p:par>
                                    <p:cTn id="17" presetID="21" presetClass="entr" presetSubtype="1" fill="hold"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wheel(1)">
                                          <p:cBhvr>
                                            <p:cTn id="19" dur="500"/>
                                            <p:tgtEl>
                                              <p:spTgt spid="26"/>
                                            </p:tgtEl>
                                          </p:cBhvr>
                                        </p:animEffect>
                                      </p:childTnLst>
                                    </p:cTn>
                                  </p:par>
                                  <p:par>
                                    <p:cTn id="20" presetID="53" presetClass="entr" presetSubtype="16" fill="hold" nodeType="withEffect">
                                      <p:stCondLst>
                                        <p:cond delay="0"/>
                                      </p:stCondLst>
                                      <p:childTnLst>
                                        <p:set>
                                          <p:cBhvr>
                                            <p:cTn id="21" dur="1" fill="hold">
                                              <p:stCondLst>
                                                <p:cond delay="0"/>
                                              </p:stCondLst>
                                            </p:cTn>
                                            <p:tgtEl>
                                              <p:spTgt spid="45"/>
                                            </p:tgtEl>
                                            <p:attrNameLst>
                                              <p:attrName>style.visibility</p:attrName>
                                            </p:attrNameLst>
                                          </p:cBhvr>
                                          <p:to>
                                            <p:strVal val="visible"/>
                                          </p:to>
                                        </p:set>
                                        <p:anim calcmode="lin" valueType="num">
                                          <p:cBhvr>
                                            <p:cTn id="22" dur="500" fill="hold"/>
                                            <p:tgtEl>
                                              <p:spTgt spid="45"/>
                                            </p:tgtEl>
                                            <p:attrNameLst>
                                              <p:attrName>ppt_w</p:attrName>
                                            </p:attrNameLst>
                                          </p:cBhvr>
                                          <p:tavLst>
                                            <p:tav tm="0">
                                              <p:val>
                                                <p:fltVal val="0"/>
                                              </p:val>
                                            </p:tav>
                                            <p:tav tm="100000">
                                              <p:val>
                                                <p:strVal val="#ppt_w"/>
                                              </p:val>
                                            </p:tav>
                                          </p:tavLst>
                                        </p:anim>
                                        <p:anim calcmode="lin" valueType="num">
                                          <p:cBhvr>
                                            <p:cTn id="23" dur="500" fill="hold"/>
                                            <p:tgtEl>
                                              <p:spTgt spid="45"/>
                                            </p:tgtEl>
                                            <p:attrNameLst>
                                              <p:attrName>ppt_h</p:attrName>
                                            </p:attrNameLst>
                                          </p:cBhvr>
                                          <p:tavLst>
                                            <p:tav tm="0">
                                              <p:val>
                                                <p:fltVal val="0"/>
                                              </p:val>
                                            </p:tav>
                                            <p:tav tm="100000">
                                              <p:val>
                                                <p:strVal val="#ppt_h"/>
                                              </p:val>
                                            </p:tav>
                                          </p:tavLst>
                                        </p:anim>
                                        <p:animEffect transition="in" filter="fade">
                                          <p:cBhvr>
                                            <p:cTn id="24" dur="500"/>
                                            <p:tgtEl>
                                              <p:spTgt spid="45"/>
                                            </p:tgtEl>
                                          </p:cBhvr>
                                        </p:animEffect>
                                      </p:childTnLst>
                                    </p:cTn>
                                  </p:par>
                                </p:childTnLst>
                              </p:cTn>
                            </p:par>
                            <p:par>
                              <p:cTn id="25" fill="hold">
                                <p:stCondLst>
                                  <p:cond delay="1200"/>
                                </p:stCondLst>
                                <p:childTnLst>
                                  <p:par>
                                    <p:cTn id="26" presetID="16" presetClass="entr" presetSubtype="37" fill="hold" nodeType="after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barn(outVertical)">
                                          <p:cBhvr>
                                            <p:cTn id="28" dur="500"/>
                                            <p:tgtEl>
                                              <p:spTgt spid="34"/>
                                            </p:tgtEl>
                                          </p:cBhvr>
                                        </p:animEffect>
                                      </p:childTnLst>
                                    </p:cTn>
                                  </p:par>
                                </p:childTnLst>
                              </p:cTn>
                            </p:par>
                            <p:par>
                              <p:cTn id="29" fill="hold">
                                <p:stCondLst>
                                  <p:cond delay="1700"/>
                                </p:stCondLst>
                                <p:childTnLst>
                                  <p:par>
                                    <p:cTn id="30" presetID="22" presetClass="entr" presetSubtype="8" fill="hold" nodeType="after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wipe(left)">
                                          <p:cBhvr>
                                            <p:cTn id="32" dur="500"/>
                                            <p:tgtEl>
                                              <p:spTgt spid="31"/>
                                            </p:tgtEl>
                                          </p:cBhvr>
                                        </p:animEffect>
                                      </p:childTnLst>
                                    </p:cTn>
                                  </p:par>
                                </p:childTnLst>
                              </p:cTn>
                            </p:par>
                            <p:par>
                              <p:cTn id="33" fill="hold">
                                <p:stCondLst>
                                  <p:cond delay="2200"/>
                                </p:stCondLst>
                                <p:childTnLst>
                                  <p:par>
                                    <p:cTn id="34" presetID="21" presetClass="entr" presetSubtype="1" fill="hold" nodeType="afterEffect">
                                      <p:stCondLst>
                                        <p:cond delay="0"/>
                                      </p:stCondLst>
                                      <p:childTnLst>
                                        <p:set>
                                          <p:cBhvr>
                                            <p:cTn id="35" dur="1" fill="hold">
                                              <p:stCondLst>
                                                <p:cond delay="0"/>
                                              </p:stCondLst>
                                            </p:cTn>
                                            <p:tgtEl>
                                              <p:spTgt spid="36"/>
                                            </p:tgtEl>
                                            <p:attrNameLst>
                                              <p:attrName>style.visibility</p:attrName>
                                            </p:attrNameLst>
                                          </p:cBhvr>
                                          <p:to>
                                            <p:strVal val="visible"/>
                                          </p:to>
                                        </p:set>
                                        <p:animEffect transition="in" filter="wheel(1)">
                                          <p:cBhvr>
                                            <p:cTn id="36" dur="500"/>
                                            <p:tgtEl>
                                              <p:spTgt spid="36"/>
                                            </p:tgtEl>
                                          </p:cBhvr>
                                        </p:animEffect>
                                      </p:childTnLst>
                                    </p:cTn>
                                  </p:par>
                                  <p:par>
                                    <p:cTn id="37" presetID="53" presetClass="entr" presetSubtype="16" fill="hold" nodeType="withEffect">
                                      <p:stCondLst>
                                        <p:cond delay="0"/>
                                      </p:stCondLst>
                                      <p:childTnLst>
                                        <p:set>
                                          <p:cBhvr>
                                            <p:cTn id="38" dur="1" fill="hold">
                                              <p:stCondLst>
                                                <p:cond delay="0"/>
                                              </p:stCondLst>
                                            </p:cTn>
                                            <p:tgtEl>
                                              <p:spTgt spid="48"/>
                                            </p:tgtEl>
                                            <p:attrNameLst>
                                              <p:attrName>style.visibility</p:attrName>
                                            </p:attrNameLst>
                                          </p:cBhvr>
                                          <p:to>
                                            <p:strVal val="visible"/>
                                          </p:to>
                                        </p:set>
                                        <p:anim calcmode="lin" valueType="num">
                                          <p:cBhvr>
                                            <p:cTn id="39" dur="500" fill="hold"/>
                                            <p:tgtEl>
                                              <p:spTgt spid="48"/>
                                            </p:tgtEl>
                                            <p:attrNameLst>
                                              <p:attrName>ppt_w</p:attrName>
                                            </p:attrNameLst>
                                          </p:cBhvr>
                                          <p:tavLst>
                                            <p:tav tm="0">
                                              <p:val>
                                                <p:fltVal val="0"/>
                                              </p:val>
                                            </p:tav>
                                            <p:tav tm="100000">
                                              <p:val>
                                                <p:strVal val="#ppt_w"/>
                                              </p:val>
                                            </p:tav>
                                          </p:tavLst>
                                        </p:anim>
                                        <p:anim calcmode="lin" valueType="num">
                                          <p:cBhvr>
                                            <p:cTn id="40" dur="500" fill="hold"/>
                                            <p:tgtEl>
                                              <p:spTgt spid="48"/>
                                            </p:tgtEl>
                                            <p:attrNameLst>
                                              <p:attrName>ppt_h</p:attrName>
                                            </p:attrNameLst>
                                          </p:cBhvr>
                                          <p:tavLst>
                                            <p:tav tm="0">
                                              <p:val>
                                                <p:fltVal val="0"/>
                                              </p:val>
                                            </p:tav>
                                            <p:tav tm="100000">
                                              <p:val>
                                                <p:strVal val="#ppt_h"/>
                                              </p:val>
                                            </p:tav>
                                          </p:tavLst>
                                        </p:anim>
                                        <p:animEffect transition="in" filter="fade">
                                          <p:cBhvr>
                                            <p:cTn id="41" dur="500"/>
                                            <p:tgtEl>
                                              <p:spTgt spid="48"/>
                                            </p:tgtEl>
                                          </p:cBhvr>
                                        </p:animEffect>
                                      </p:childTnLst>
                                    </p:cTn>
                                  </p:par>
                                </p:childTnLst>
                              </p:cTn>
                            </p:par>
                            <p:par>
                              <p:cTn id="42" fill="hold">
                                <p:stCondLst>
                                  <p:cond delay="2700"/>
                                </p:stCondLst>
                                <p:childTnLst>
                                  <p:par>
                                    <p:cTn id="43" presetID="16" presetClass="entr" presetSubtype="37" fill="hold" nodeType="afterEffect">
                                      <p:stCondLst>
                                        <p:cond delay="0"/>
                                      </p:stCondLst>
                                      <p:childTnLst>
                                        <p:set>
                                          <p:cBhvr>
                                            <p:cTn id="44" dur="1" fill="hold">
                                              <p:stCondLst>
                                                <p:cond delay="0"/>
                                              </p:stCondLst>
                                            </p:cTn>
                                            <p:tgtEl>
                                              <p:spTgt spid="44"/>
                                            </p:tgtEl>
                                            <p:attrNameLst>
                                              <p:attrName>style.visibility</p:attrName>
                                            </p:attrNameLst>
                                          </p:cBhvr>
                                          <p:to>
                                            <p:strVal val="visible"/>
                                          </p:to>
                                        </p:set>
                                        <p:animEffect transition="in" filter="barn(outVertical)">
                                          <p:cBhvr>
                                            <p:cTn id="45" dur="500"/>
                                            <p:tgtEl>
                                              <p:spTgt spid="44"/>
                                            </p:tgtEl>
                                          </p:cBhvr>
                                        </p:animEffect>
                                      </p:childTnLst>
                                    </p:cTn>
                                  </p:par>
                                </p:childTnLst>
                              </p:cTn>
                            </p:par>
                            <p:par>
                              <p:cTn id="46" fill="hold">
                                <p:stCondLst>
                                  <p:cond delay="3200"/>
                                </p:stCondLst>
                                <p:childTnLst>
                                  <p:par>
                                    <p:cTn id="47" presetID="22" presetClass="entr" presetSubtype="8" fill="hold" nodeType="afterEffect">
                                      <p:stCondLst>
                                        <p:cond delay="0"/>
                                      </p:stCondLst>
                                      <p:childTnLst>
                                        <p:set>
                                          <p:cBhvr>
                                            <p:cTn id="48" dur="1" fill="hold">
                                              <p:stCondLst>
                                                <p:cond delay="0"/>
                                              </p:stCondLst>
                                            </p:cTn>
                                            <p:tgtEl>
                                              <p:spTgt spid="41"/>
                                            </p:tgtEl>
                                            <p:attrNameLst>
                                              <p:attrName>style.visibility</p:attrName>
                                            </p:attrNameLst>
                                          </p:cBhvr>
                                          <p:to>
                                            <p:strVal val="visible"/>
                                          </p:to>
                                        </p:set>
                                        <p:animEffect transition="in" filter="wipe(left)">
                                          <p:cBhvr>
                                            <p:cTn id="49" dur="500"/>
                                            <p:tgtEl>
                                              <p:spTgt spid="41"/>
                                            </p:tgtEl>
                                          </p:cBhvr>
                                        </p:animEffect>
                                      </p:childTnLst>
                                    </p:cTn>
                                  </p:par>
                                </p:childTnLst>
                              </p:cTn>
                            </p:par>
                            <p:par>
                              <p:cTn id="50" fill="hold">
                                <p:stCondLst>
                                  <p:cond delay="3700"/>
                                </p:stCondLst>
                                <p:childTnLst>
                                  <p:par>
                                    <p:cTn id="51" presetID="16" presetClass="entr" presetSubtype="37" fill="hold" grpId="0" nodeType="afterEffect">
                                      <p:stCondLst>
                                        <p:cond delay="0"/>
                                      </p:stCondLst>
                                      <p:childTnLst>
                                        <p:set>
                                          <p:cBhvr>
                                            <p:cTn id="52" dur="1" fill="hold">
                                              <p:stCondLst>
                                                <p:cond delay="0"/>
                                              </p:stCondLst>
                                            </p:cTn>
                                            <p:tgtEl>
                                              <p:spTgt spid="51"/>
                                            </p:tgtEl>
                                            <p:attrNameLst>
                                              <p:attrName>style.visibility</p:attrName>
                                            </p:attrNameLst>
                                          </p:cBhvr>
                                          <p:to>
                                            <p:strVal val="visible"/>
                                          </p:to>
                                        </p:set>
                                        <p:animEffect transition="in" filter="barn(outVertical)">
                                          <p:cBhvr>
                                            <p:cTn id="53" dur="500"/>
                                            <p:tgtEl>
                                              <p:spTgt spid="51"/>
                                            </p:tgtEl>
                                          </p:cBhvr>
                                        </p:animEffect>
                                      </p:childTnLst>
                                    </p:cTn>
                                  </p:par>
                                  <p:par>
                                    <p:cTn id="54" presetID="16" presetClass="entr" presetSubtype="37" fill="hold" grpId="0" nodeType="withEffect">
                                      <p:stCondLst>
                                        <p:cond delay="0"/>
                                      </p:stCondLst>
                                      <p:childTnLst>
                                        <p:set>
                                          <p:cBhvr>
                                            <p:cTn id="55" dur="1" fill="hold">
                                              <p:stCondLst>
                                                <p:cond delay="0"/>
                                              </p:stCondLst>
                                            </p:cTn>
                                            <p:tgtEl>
                                              <p:spTgt spid="52"/>
                                            </p:tgtEl>
                                            <p:attrNameLst>
                                              <p:attrName>style.visibility</p:attrName>
                                            </p:attrNameLst>
                                          </p:cBhvr>
                                          <p:to>
                                            <p:strVal val="visible"/>
                                          </p:to>
                                        </p:set>
                                        <p:animEffect transition="in" filter="barn(outVertical)">
                                          <p:cBhvr>
                                            <p:cTn id="56"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animBg="1"/>
          <p:bldP spid="35" grpId="0" animBg="1"/>
          <p:bldP spid="51" grpId="0"/>
          <p:bldP spid="52"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arn(outVertical)">
                                          <p:cBhvr>
                                            <p:cTn id="7" dur="500"/>
                                            <p:tgtEl>
                                              <p:spTgt spid="24"/>
                                            </p:tgtEl>
                                          </p:cBhvr>
                                        </p:animEffect>
                                      </p:childTnLst>
                                    </p:cTn>
                                  </p:par>
                                  <p:par>
                                    <p:cTn id="8" presetID="2" presetClass="entr" presetSubtype="4" accel="62000"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 calcmode="lin" valueType="num">
                                          <p:cBhvr additive="base">
                                            <p:cTn id="10" dur="500" fill="hold"/>
                                            <p:tgtEl>
                                              <p:spTgt spid="25"/>
                                            </p:tgtEl>
                                            <p:attrNameLst>
                                              <p:attrName>ppt_x</p:attrName>
                                            </p:attrNameLst>
                                          </p:cBhvr>
                                          <p:tavLst>
                                            <p:tav tm="0">
                                              <p:val>
                                                <p:strVal val="#ppt_x"/>
                                              </p:val>
                                            </p:tav>
                                            <p:tav tm="100000">
                                              <p:val>
                                                <p:strVal val="#ppt_x"/>
                                              </p:val>
                                            </p:tav>
                                          </p:tavLst>
                                        </p:anim>
                                        <p:anim calcmode="lin" valueType="num">
                                          <p:cBhvr additive="base">
                                            <p:cTn id="11" dur="500" fill="hold"/>
                                            <p:tgtEl>
                                              <p:spTgt spid="25"/>
                                            </p:tgtEl>
                                            <p:attrNameLst>
                                              <p:attrName>ppt_y</p:attrName>
                                            </p:attrNameLst>
                                          </p:cBhvr>
                                          <p:tavLst>
                                            <p:tav tm="0">
                                              <p:val>
                                                <p:strVal val="1+#ppt_h/2"/>
                                              </p:val>
                                            </p:tav>
                                            <p:tav tm="100000">
                                              <p:val>
                                                <p:strVal val="#ppt_y"/>
                                              </p:val>
                                            </p:tav>
                                          </p:tavLst>
                                        </p:anim>
                                      </p:childTnLst>
                                    </p:cTn>
                                  </p:par>
                                  <p:par>
                                    <p:cTn id="12" presetID="2" presetClass="entr" presetSubtype="4" accel="62000" fill="hold" grpId="0" nodeType="withEffect">
                                      <p:stCondLst>
                                        <p:cond delay="200"/>
                                      </p:stCondLst>
                                      <p:childTnLst>
                                        <p:set>
                                          <p:cBhvr>
                                            <p:cTn id="13" dur="1" fill="hold">
                                              <p:stCondLst>
                                                <p:cond delay="0"/>
                                              </p:stCondLst>
                                            </p:cTn>
                                            <p:tgtEl>
                                              <p:spTgt spid="35"/>
                                            </p:tgtEl>
                                            <p:attrNameLst>
                                              <p:attrName>style.visibility</p:attrName>
                                            </p:attrNameLst>
                                          </p:cBhvr>
                                          <p:to>
                                            <p:strVal val="visible"/>
                                          </p:to>
                                        </p:set>
                                        <p:anim calcmode="lin" valueType="num">
                                          <p:cBhvr additive="base">
                                            <p:cTn id="14" dur="500" fill="hold"/>
                                            <p:tgtEl>
                                              <p:spTgt spid="35"/>
                                            </p:tgtEl>
                                            <p:attrNameLst>
                                              <p:attrName>ppt_x</p:attrName>
                                            </p:attrNameLst>
                                          </p:cBhvr>
                                          <p:tavLst>
                                            <p:tav tm="0">
                                              <p:val>
                                                <p:strVal val="#ppt_x"/>
                                              </p:val>
                                            </p:tav>
                                            <p:tav tm="100000">
                                              <p:val>
                                                <p:strVal val="#ppt_x"/>
                                              </p:val>
                                            </p:tav>
                                          </p:tavLst>
                                        </p:anim>
                                        <p:anim calcmode="lin" valueType="num">
                                          <p:cBhvr additive="base">
                                            <p:cTn id="15" dur="500" fill="hold"/>
                                            <p:tgtEl>
                                              <p:spTgt spid="35"/>
                                            </p:tgtEl>
                                            <p:attrNameLst>
                                              <p:attrName>ppt_y</p:attrName>
                                            </p:attrNameLst>
                                          </p:cBhvr>
                                          <p:tavLst>
                                            <p:tav tm="0">
                                              <p:val>
                                                <p:strVal val="1+#ppt_h/2"/>
                                              </p:val>
                                            </p:tav>
                                            <p:tav tm="100000">
                                              <p:val>
                                                <p:strVal val="#ppt_y"/>
                                              </p:val>
                                            </p:tav>
                                          </p:tavLst>
                                        </p:anim>
                                      </p:childTnLst>
                                    </p:cTn>
                                  </p:par>
                                </p:childTnLst>
                              </p:cTn>
                            </p:par>
                            <p:par>
                              <p:cTn id="16" fill="hold">
                                <p:stCondLst>
                                  <p:cond delay="700"/>
                                </p:stCondLst>
                                <p:childTnLst>
                                  <p:par>
                                    <p:cTn id="17" presetID="21" presetClass="entr" presetSubtype="1" fill="hold"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wheel(1)">
                                          <p:cBhvr>
                                            <p:cTn id="19" dur="500"/>
                                            <p:tgtEl>
                                              <p:spTgt spid="26"/>
                                            </p:tgtEl>
                                          </p:cBhvr>
                                        </p:animEffect>
                                      </p:childTnLst>
                                    </p:cTn>
                                  </p:par>
                                  <p:par>
                                    <p:cTn id="20" presetID="53" presetClass="entr" presetSubtype="16" fill="hold" nodeType="withEffect">
                                      <p:stCondLst>
                                        <p:cond delay="0"/>
                                      </p:stCondLst>
                                      <p:childTnLst>
                                        <p:set>
                                          <p:cBhvr>
                                            <p:cTn id="21" dur="1" fill="hold">
                                              <p:stCondLst>
                                                <p:cond delay="0"/>
                                              </p:stCondLst>
                                            </p:cTn>
                                            <p:tgtEl>
                                              <p:spTgt spid="45"/>
                                            </p:tgtEl>
                                            <p:attrNameLst>
                                              <p:attrName>style.visibility</p:attrName>
                                            </p:attrNameLst>
                                          </p:cBhvr>
                                          <p:to>
                                            <p:strVal val="visible"/>
                                          </p:to>
                                        </p:set>
                                        <p:anim calcmode="lin" valueType="num">
                                          <p:cBhvr>
                                            <p:cTn id="22" dur="500" fill="hold"/>
                                            <p:tgtEl>
                                              <p:spTgt spid="45"/>
                                            </p:tgtEl>
                                            <p:attrNameLst>
                                              <p:attrName>ppt_w</p:attrName>
                                            </p:attrNameLst>
                                          </p:cBhvr>
                                          <p:tavLst>
                                            <p:tav tm="0">
                                              <p:val>
                                                <p:fltVal val="0"/>
                                              </p:val>
                                            </p:tav>
                                            <p:tav tm="100000">
                                              <p:val>
                                                <p:strVal val="#ppt_w"/>
                                              </p:val>
                                            </p:tav>
                                          </p:tavLst>
                                        </p:anim>
                                        <p:anim calcmode="lin" valueType="num">
                                          <p:cBhvr>
                                            <p:cTn id="23" dur="500" fill="hold"/>
                                            <p:tgtEl>
                                              <p:spTgt spid="45"/>
                                            </p:tgtEl>
                                            <p:attrNameLst>
                                              <p:attrName>ppt_h</p:attrName>
                                            </p:attrNameLst>
                                          </p:cBhvr>
                                          <p:tavLst>
                                            <p:tav tm="0">
                                              <p:val>
                                                <p:fltVal val="0"/>
                                              </p:val>
                                            </p:tav>
                                            <p:tav tm="100000">
                                              <p:val>
                                                <p:strVal val="#ppt_h"/>
                                              </p:val>
                                            </p:tav>
                                          </p:tavLst>
                                        </p:anim>
                                        <p:animEffect transition="in" filter="fade">
                                          <p:cBhvr>
                                            <p:cTn id="24" dur="500"/>
                                            <p:tgtEl>
                                              <p:spTgt spid="45"/>
                                            </p:tgtEl>
                                          </p:cBhvr>
                                        </p:animEffect>
                                      </p:childTnLst>
                                    </p:cTn>
                                  </p:par>
                                </p:childTnLst>
                              </p:cTn>
                            </p:par>
                            <p:par>
                              <p:cTn id="25" fill="hold">
                                <p:stCondLst>
                                  <p:cond delay="1200"/>
                                </p:stCondLst>
                                <p:childTnLst>
                                  <p:par>
                                    <p:cTn id="26" presetID="16" presetClass="entr" presetSubtype="37" fill="hold" nodeType="after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barn(outVertical)">
                                          <p:cBhvr>
                                            <p:cTn id="28" dur="500"/>
                                            <p:tgtEl>
                                              <p:spTgt spid="34"/>
                                            </p:tgtEl>
                                          </p:cBhvr>
                                        </p:animEffect>
                                      </p:childTnLst>
                                    </p:cTn>
                                  </p:par>
                                </p:childTnLst>
                              </p:cTn>
                            </p:par>
                            <p:par>
                              <p:cTn id="29" fill="hold">
                                <p:stCondLst>
                                  <p:cond delay="1700"/>
                                </p:stCondLst>
                                <p:childTnLst>
                                  <p:par>
                                    <p:cTn id="30" presetID="22" presetClass="entr" presetSubtype="8" fill="hold" nodeType="after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wipe(left)">
                                          <p:cBhvr>
                                            <p:cTn id="32" dur="500"/>
                                            <p:tgtEl>
                                              <p:spTgt spid="31"/>
                                            </p:tgtEl>
                                          </p:cBhvr>
                                        </p:animEffect>
                                      </p:childTnLst>
                                    </p:cTn>
                                  </p:par>
                                </p:childTnLst>
                              </p:cTn>
                            </p:par>
                            <p:par>
                              <p:cTn id="33" fill="hold">
                                <p:stCondLst>
                                  <p:cond delay="2200"/>
                                </p:stCondLst>
                                <p:childTnLst>
                                  <p:par>
                                    <p:cTn id="34" presetID="21" presetClass="entr" presetSubtype="1" fill="hold" nodeType="afterEffect">
                                      <p:stCondLst>
                                        <p:cond delay="0"/>
                                      </p:stCondLst>
                                      <p:childTnLst>
                                        <p:set>
                                          <p:cBhvr>
                                            <p:cTn id="35" dur="1" fill="hold">
                                              <p:stCondLst>
                                                <p:cond delay="0"/>
                                              </p:stCondLst>
                                            </p:cTn>
                                            <p:tgtEl>
                                              <p:spTgt spid="36"/>
                                            </p:tgtEl>
                                            <p:attrNameLst>
                                              <p:attrName>style.visibility</p:attrName>
                                            </p:attrNameLst>
                                          </p:cBhvr>
                                          <p:to>
                                            <p:strVal val="visible"/>
                                          </p:to>
                                        </p:set>
                                        <p:animEffect transition="in" filter="wheel(1)">
                                          <p:cBhvr>
                                            <p:cTn id="36" dur="500"/>
                                            <p:tgtEl>
                                              <p:spTgt spid="36"/>
                                            </p:tgtEl>
                                          </p:cBhvr>
                                        </p:animEffect>
                                      </p:childTnLst>
                                    </p:cTn>
                                  </p:par>
                                  <p:par>
                                    <p:cTn id="37" presetID="53" presetClass="entr" presetSubtype="16" fill="hold" nodeType="withEffect">
                                      <p:stCondLst>
                                        <p:cond delay="0"/>
                                      </p:stCondLst>
                                      <p:childTnLst>
                                        <p:set>
                                          <p:cBhvr>
                                            <p:cTn id="38" dur="1" fill="hold">
                                              <p:stCondLst>
                                                <p:cond delay="0"/>
                                              </p:stCondLst>
                                            </p:cTn>
                                            <p:tgtEl>
                                              <p:spTgt spid="48"/>
                                            </p:tgtEl>
                                            <p:attrNameLst>
                                              <p:attrName>style.visibility</p:attrName>
                                            </p:attrNameLst>
                                          </p:cBhvr>
                                          <p:to>
                                            <p:strVal val="visible"/>
                                          </p:to>
                                        </p:set>
                                        <p:anim calcmode="lin" valueType="num">
                                          <p:cBhvr>
                                            <p:cTn id="39" dur="500" fill="hold"/>
                                            <p:tgtEl>
                                              <p:spTgt spid="48"/>
                                            </p:tgtEl>
                                            <p:attrNameLst>
                                              <p:attrName>ppt_w</p:attrName>
                                            </p:attrNameLst>
                                          </p:cBhvr>
                                          <p:tavLst>
                                            <p:tav tm="0">
                                              <p:val>
                                                <p:fltVal val="0"/>
                                              </p:val>
                                            </p:tav>
                                            <p:tav tm="100000">
                                              <p:val>
                                                <p:strVal val="#ppt_w"/>
                                              </p:val>
                                            </p:tav>
                                          </p:tavLst>
                                        </p:anim>
                                        <p:anim calcmode="lin" valueType="num">
                                          <p:cBhvr>
                                            <p:cTn id="40" dur="500" fill="hold"/>
                                            <p:tgtEl>
                                              <p:spTgt spid="48"/>
                                            </p:tgtEl>
                                            <p:attrNameLst>
                                              <p:attrName>ppt_h</p:attrName>
                                            </p:attrNameLst>
                                          </p:cBhvr>
                                          <p:tavLst>
                                            <p:tav tm="0">
                                              <p:val>
                                                <p:fltVal val="0"/>
                                              </p:val>
                                            </p:tav>
                                            <p:tav tm="100000">
                                              <p:val>
                                                <p:strVal val="#ppt_h"/>
                                              </p:val>
                                            </p:tav>
                                          </p:tavLst>
                                        </p:anim>
                                        <p:animEffect transition="in" filter="fade">
                                          <p:cBhvr>
                                            <p:cTn id="41" dur="500"/>
                                            <p:tgtEl>
                                              <p:spTgt spid="48"/>
                                            </p:tgtEl>
                                          </p:cBhvr>
                                        </p:animEffect>
                                      </p:childTnLst>
                                    </p:cTn>
                                  </p:par>
                                </p:childTnLst>
                              </p:cTn>
                            </p:par>
                            <p:par>
                              <p:cTn id="42" fill="hold">
                                <p:stCondLst>
                                  <p:cond delay="2700"/>
                                </p:stCondLst>
                                <p:childTnLst>
                                  <p:par>
                                    <p:cTn id="43" presetID="16" presetClass="entr" presetSubtype="37" fill="hold" nodeType="afterEffect">
                                      <p:stCondLst>
                                        <p:cond delay="0"/>
                                      </p:stCondLst>
                                      <p:childTnLst>
                                        <p:set>
                                          <p:cBhvr>
                                            <p:cTn id="44" dur="1" fill="hold">
                                              <p:stCondLst>
                                                <p:cond delay="0"/>
                                              </p:stCondLst>
                                            </p:cTn>
                                            <p:tgtEl>
                                              <p:spTgt spid="44"/>
                                            </p:tgtEl>
                                            <p:attrNameLst>
                                              <p:attrName>style.visibility</p:attrName>
                                            </p:attrNameLst>
                                          </p:cBhvr>
                                          <p:to>
                                            <p:strVal val="visible"/>
                                          </p:to>
                                        </p:set>
                                        <p:animEffect transition="in" filter="barn(outVertical)">
                                          <p:cBhvr>
                                            <p:cTn id="45" dur="500"/>
                                            <p:tgtEl>
                                              <p:spTgt spid="44"/>
                                            </p:tgtEl>
                                          </p:cBhvr>
                                        </p:animEffect>
                                      </p:childTnLst>
                                    </p:cTn>
                                  </p:par>
                                </p:childTnLst>
                              </p:cTn>
                            </p:par>
                            <p:par>
                              <p:cTn id="46" fill="hold">
                                <p:stCondLst>
                                  <p:cond delay="3200"/>
                                </p:stCondLst>
                                <p:childTnLst>
                                  <p:par>
                                    <p:cTn id="47" presetID="22" presetClass="entr" presetSubtype="8" fill="hold" nodeType="afterEffect">
                                      <p:stCondLst>
                                        <p:cond delay="0"/>
                                      </p:stCondLst>
                                      <p:childTnLst>
                                        <p:set>
                                          <p:cBhvr>
                                            <p:cTn id="48" dur="1" fill="hold">
                                              <p:stCondLst>
                                                <p:cond delay="0"/>
                                              </p:stCondLst>
                                            </p:cTn>
                                            <p:tgtEl>
                                              <p:spTgt spid="41"/>
                                            </p:tgtEl>
                                            <p:attrNameLst>
                                              <p:attrName>style.visibility</p:attrName>
                                            </p:attrNameLst>
                                          </p:cBhvr>
                                          <p:to>
                                            <p:strVal val="visible"/>
                                          </p:to>
                                        </p:set>
                                        <p:animEffect transition="in" filter="wipe(left)">
                                          <p:cBhvr>
                                            <p:cTn id="49" dur="500"/>
                                            <p:tgtEl>
                                              <p:spTgt spid="41"/>
                                            </p:tgtEl>
                                          </p:cBhvr>
                                        </p:animEffect>
                                      </p:childTnLst>
                                    </p:cTn>
                                  </p:par>
                                </p:childTnLst>
                              </p:cTn>
                            </p:par>
                            <p:par>
                              <p:cTn id="50" fill="hold">
                                <p:stCondLst>
                                  <p:cond delay="3700"/>
                                </p:stCondLst>
                                <p:childTnLst>
                                  <p:par>
                                    <p:cTn id="51" presetID="16" presetClass="entr" presetSubtype="37" fill="hold" grpId="0" nodeType="afterEffect">
                                      <p:stCondLst>
                                        <p:cond delay="0"/>
                                      </p:stCondLst>
                                      <p:childTnLst>
                                        <p:set>
                                          <p:cBhvr>
                                            <p:cTn id="52" dur="1" fill="hold">
                                              <p:stCondLst>
                                                <p:cond delay="0"/>
                                              </p:stCondLst>
                                            </p:cTn>
                                            <p:tgtEl>
                                              <p:spTgt spid="51"/>
                                            </p:tgtEl>
                                            <p:attrNameLst>
                                              <p:attrName>style.visibility</p:attrName>
                                            </p:attrNameLst>
                                          </p:cBhvr>
                                          <p:to>
                                            <p:strVal val="visible"/>
                                          </p:to>
                                        </p:set>
                                        <p:animEffect transition="in" filter="barn(outVertical)">
                                          <p:cBhvr>
                                            <p:cTn id="53" dur="500"/>
                                            <p:tgtEl>
                                              <p:spTgt spid="51"/>
                                            </p:tgtEl>
                                          </p:cBhvr>
                                        </p:animEffect>
                                      </p:childTnLst>
                                    </p:cTn>
                                  </p:par>
                                  <p:par>
                                    <p:cTn id="54" presetID="16" presetClass="entr" presetSubtype="37" fill="hold" grpId="0" nodeType="withEffect">
                                      <p:stCondLst>
                                        <p:cond delay="0"/>
                                      </p:stCondLst>
                                      <p:childTnLst>
                                        <p:set>
                                          <p:cBhvr>
                                            <p:cTn id="55" dur="1" fill="hold">
                                              <p:stCondLst>
                                                <p:cond delay="0"/>
                                              </p:stCondLst>
                                            </p:cTn>
                                            <p:tgtEl>
                                              <p:spTgt spid="52"/>
                                            </p:tgtEl>
                                            <p:attrNameLst>
                                              <p:attrName>style.visibility</p:attrName>
                                            </p:attrNameLst>
                                          </p:cBhvr>
                                          <p:to>
                                            <p:strVal val="visible"/>
                                          </p:to>
                                        </p:set>
                                        <p:animEffect transition="in" filter="barn(outVertical)">
                                          <p:cBhvr>
                                            <p:cTn id="56"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animBg="1"/>
          <p:bldP spid="35" grpId="0" animBg="1"/>
          <p:bldP spid="51" grpId="0"/>
          <p:bldP spid="52" grpId="0"/>
        </p:bldLst>
      </p:timing>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原创设计师QQ598969553          _1"/>
          <p:cNvSpPr/>
          <p:nvPr>
            <p:custDataLst>
              <p:tags r:id="rId1"/>
            </p:custDataLst>
          </p:nvPr>
        </p:nvSpPr>
        <p:spPr>
          <a:xfrm>
            <a:off x="6808720" y="2095346"/>
            <a:ext cx="189834" cy="189834"/>
          </a:xfrm>
          <a:prstGeom prst="ellipse">
            <a:avLst/>
          </a:prstGeom>
          <a:gradFill>
            <a:gsLst>
              <a:gs pos="0">
                <a:srgbClr val="DEDEDE"/>
              </a:gs>
              <a:gs pos="100000">
                <a:srgbClr val="FBFBFB"/>
              </a:gs>
            </a:gsLst>
            <a:lin ang="5400000" scaled="1"/>
          </a:gradFill>
          <a:ln w="31750" cap="flat">
            <a:gradFill>
              <a:gsLst>
                <a:gs pos="0">
                  <a:schemeClr val="bg1"/>
                </a:gs>
                <a:gs pos="100000">
                  <a:srgbClr val="DDDDDD"/>
                </a:gs>
              </a:gsLst>
              <a:lin ang="5400000" scaled="1"/>
            </a:gradFill>
            <a:prstDash val="solid"/>
            <a:miter lim="800000"/>
            <a:headEnd/>
            <a:tailEnd/>
          </a:ln>
          <a:effectLst>
            <a:outerShdw blurRad="228600" dist="101600" dir="5400000" algn="t" rotWithShape="0">
              <a:schemeClr val="tx1">
                <a:lumMod val="85000"/>
                <a:lumOff val="15000"/>
                <a:alpha val="33000"/>
              </a:schemeClr>
            </a:outerShdw>
          </a:effec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Agency FB Bold" panose="020B0804020202020204" pitchFamily="34" charset="0"/>
              <a:ea typeface="微软雅黑" panose="020B0503020204020204" pitchFamily="34" charset="-122"/>
            </a:endParaRPr>
          </a:p>
        </p:txBody>
      </p:sp>
      <p:sp>
        <p:nvSpPr>
          <p:cNvPr id="47" name="原创设计师QQ598969553          _2"/>
          <p:cNvSpPr/>
          <p:nvPr>
            <p:custDataLst>
              <p:tags r:id="rId2"/>
            </p:custDataLst>
          </p:nvPr>
        </p:nvSpPr>
        <p:spPr>
          <a:xfrm>
            <a:off x="6744360" y="1231748"/>
            <a:ext cx="189834" cy="189834"/>
          </a:xfrm>
          <a:prstGeom prst="ellipse">
            <a:avLst/>
          </a:prstGeom>
          <a:gradFill>
            <a:gsLst>
              <a:gs pos="0">
                <a:srgbClr val="DEDEDE"/>
              </a:gs>
              <a:gs pos="100000">
                <a:srgbClr val="FBFBFB"/>
              </a:gs>
            </a:gsLst>
            <a:lin ang="5400000" scaled="1"/>
          </a:gradFill>
          <a:ln w="31750" cap="flat">
            <a:gradFill>
              <a:gsLst>
                <a:gs pos="0">
                  <a:schemeClr val="bg1"/>
                </a:gs>
                <a:gs pos="100000">
                  <a:srgbClr val="DDDDDD"/>
                </a:gs>
              </a:gsLst>
              <a:lin ang="5400000" scaled="1"/>
            </a:gradFill>
            <a:prstDash val="solid"/>
            <a:miter lim="800000"/>
            <a:headEnd/>
            <a:tailEnd/>
          </a:ln>
          <a:effectLst>
            <a:outerShdw blurRad="228600" dist="101600" dir="5400000" algn="t" rotWithShape="0">
              <a:schemeClr val="tx1">
                <a:lumMod val="85000"/>
                <a:lumOff val="15000"/>
                <a:alpha val="33000"/>
              </a:schemeClr>
            </a:outerShdw>
          </a:effec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Agency FB Bold" panose="020B0804020202020204" pitchFamily="34" charset="0"/>
              <a:ea typeface="微软雅黑" panose="020B0503020204020204" pitchFamily="34" charset="-122"/>
            </a:endParaRPr>
          </a:p>
        </p:txBody>
      </p:sp>
      <p:sp>
        <p:nvSpPr>
          <p:cNvPr id="48" name="原创设计师QQ598969553          _3"/>
          <p:cNvSpPr/>
          <p:nvPr>
            <p:custDataLst>
              <p:tags r:id="rId3"/>
            </p:custDataLst>
          </p:nvPr>
        </p:nvSpPr>
        <p:spPr>
          <a:xfrm>
            <a:off x="5418233" y="1240475"/>
            <a:ext cx="189834" cy="189834"/>
          </a:xfrm>
          <a:prstGeom prst="ellipse">
            <a:avLst/>
          </a:prstGeom>
          <a:gradFill>
            <a:gsLst>
              <a:gs pos="0">
                <a:srgbClr val="DEDEDE"/>
              </a:gs>
              <a:gs pos="100000">
                <a:srgbClr val="FBFBFB"/>
              </a:gs>
            </a:gsLst>
            <a:lin ang="5400000" scaled="1"/>
          </a:gradFill>
          <a:ln w="31750" cap="flat">
            <a:gradFill>
              <a:gsLst>
                <a:gs pos="0">
                  <a:schemeClr val="bg1"/>
                </a:gs>
                <a:gs pos="100000">
                  <a:srgbClr val="DDDDDD"/>
                </a:gs>
              </a:gsLst>
              <a:lin ang="5400000" scaled="1"/>
            </a:gradFill>
            <a:prstDash val="solid"/>
            <a:miter lim="800000"/>
            <a:headEnd/>
            <a:tailEnd/>
          </a:ln>
          <a:effectLst>
            <a:outerShdw blurRad="228600" dist="101600" dir="5400000" algn="t" rotWithShape="0">
              <a:schemeClr val="tx1">
                <a:lumMod val="85000"/>
                <a:lumOff val="15000"/>
                <a:alpha val="33000"/>
              </a:schemeClr>
            </a:outerShdw>
          </a:effec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Agency FB Bold" panose="020B0804020202020204" pitchFamily="34" charset="0"/>
              <a:ea typeface="微软雅黑" panose="020B0503020204020204" pitchFamily="34" charset="-122"/>
            </a:endParaRPr>
          </a:p>
        </p:txBody>
      </p:sp>
      <p:sp>
        <p:nvSpPr>
          <p:cNvPr id="49" name="原创设计师QQ598969553          _4"/>
          <p:cNvSpPr/>
          <p:nvPr>
            <p:custDataLst>
              <p:tags r:id="rId4"/>
            </p:custDataLst>
          </p:nvPr>
        </p:nvSpPr>
        <p:spPr>
          <a:xfrm>
            <a:off x="4758344" y="2094065"/>
            <a:ext cx="189834" cy="189834"/>
          </a:xfrm>
          <a:prstGeom prst="ellipse">
            <a:avLst/>
          </a:prstGeom>
          <a:gradFill>
            <a:gsLst>
              <a:gs pos="0">
                <a:srgbClr val="DEDEDE"/>
              </a:gs>
              <a:gs pos="100000">
                <a:srgbClr val="FBFBFB"/>
              </a:gs>
            </a:gsLst>
            <a:lin ang="5400000" scaled="1"/>
          </a:gradFill>
          <a:ln w="31750" cap="flat">
            <a:gradFill>
              <a:gsLst>
                <a:gs pos="0">
                  <a:schemeClr val="bg1"/>
                </a:gs>
                <a:gs pos="100000">
                  <a:srgbClr val="DDDDDD"/>
                </a:gs>
              </a:gsLst>
              <a:lin ang="5400000" scaled="1"/>
            </a:gradFill>
            <a:prstDash val="solid"/>
            <a:miter lim="800000"/>
            <a:headEnd/>
            <a:tailEnd/>
          </a:ln>
          <a:effectLst>
            <a:outerShdw blurRad="228600" dist="101600" dir="5400000" algn="t" rotWithShape="0">
              <a:schemeClr val="tx1">
                <a:lumMod val="85000"/>
                <a:lumOff val="15000"/>
                <a:alpha val="33000"/>
              </a:schemeClr>
            </a:outerShdw>
          </a:effec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Agency FB Bold" panose="020B0804020202020204" pitchFamily="34" charset="0"/>
              <a:ea typeface="微软雅黑" panose="020B0503020204020204" pitchFamily="34" charset="-122"/>
            </a:endParaRPr>
          </a:p>
        </p:txBody>
      </p:sp>
      <p:sp>
        <p:nvSpPr>
          <p:cNvPr id="50" name="原创设计师QQ598969553          _5"/>
          <p:cNvSpPr/>
          <p:nvPr>
            <p:custDataLst>
              <p:tags r:id="rId5"/>
            </p:custDataLst>
          </p:nvPr>
        </p:nvSpPr>
        <p:spPr>
          <a:xfrm>
            <a:off x="4109900" y="2034313"/>
            <a:ext cx="189834" cy="189834"/>
          </a:xfrm>
          <a:prstGeom prst="ellipse">
            <a:avLst/>
          </a:prstGeom>
          <a:gradFill>
            <a:gsLst>
              <a:gs pos="0">
                <a:srgbClr val="DEDEDE"/>
              </a:gs>
              <a:gs pos="100000">
                <a:srgbClr val="FBFBFB"/>
              </a:gs>
            </a:gsLst>
            <a:lin ang="5400000" scaled="1"/>
          </a:gradFill>
          <a:ln w="31750" cap="flat">
            <a:gradFill>
              <a:gsLst>
                <a:gs pos="0">
                  <a:schemeClr val="bg1"/>
                </a:gs>
                <a:gs pos="100000">
                  <a:srgbClr val="DDDDDD"/>
                </a:gs>
              </a:gsLst>
              <a:lin ang="5400000" scaled="1"/>
            </a:gradFill>
            <a:prstDash val="solid"/>
            <a:miter lim="800000"/>
            <a:headEnd/>
            <a:tailEnd/>
          </a:ln>
          <a:effectLst>
            <a:outerShdw blurRad="228600" dist="101600" dir="5400000" algn="t" rotWithShape="0">
              <a:schemeClr val="tx1">
                <a:lumMod val="85000"/>
                <a:lumOff val="15000"/>
                <a:alpha val="33000"/>
              </a:schemeClr>
            </a:outerShdw>
          </a:effec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Agency FB Bold" panose="020B0804020202020204" pitchFamily="34" charset="0"/>
              <a:ea typeface="微软雅黑" panose="020B0503020204020204" pitchFamily="34" charset="-122"/>
            </a:endParaRPr>
          </a:p>
        </p:txBody>
      </p:sp>
      <p:sp>
        <p:nvSpPr>
          <p:cNvPr id="51" name="原创设计师QQ598969553          _6"/>
          <p:cNvSpPr/>
          <p:nvPr>
            <p:custDataLst>
              <p:tags r:id="rId6"/>
            </p:custDataLst>
          </p:nvPr>
        </p:nvSpPr>
        <p:spPr>
          <a:xfrm>
            <a:off x="3415968" y="1356360"/>
            <a:ext cx="189834" cy="189834"/>
          </a:xfrm>
          <a:prstGeom prst="ellipse">
            <a:avLst/>
          </a:prstGeom>
          <a:gradFill>
            <a:gsLst>
              <a:gs pos="0">
                <a:srgbClr val="DEDEDE"/>
              </a:gs>
              <a:gs pos="100000">
                <a:srgbClr val="FBFBFB"/>
              </a:gs>
            </a:gsLst>
            <a:lin ang="5400000" scaled="1"/>
          </a:gradFill>
          <a:ln w="31750" cap="flat">
            <a:gradFill>
              <a:gsLst>
                <a:gs pos="0">
                  <a:schemeClr val="bg1"/>
                </a:gs>
                <a:gs pos="100000">
                  <a:srgbClr val="DDDDDD"/>
                </a:gs>
              </a:gsLst>
              <a:lin ang="5400000" scaled="1"/>
            </a:gradFill>
            <a:prstDash val="solid"/>
            <a:miter lim="800000"/>
            <a:headEnd/>
            <a:tailEnd/>
          </a:ln>
          <a:effectLst>
            <a:outerShdw blurRad="228600" dist="101600" dir="5400000" algn="t" rotWithShape="0">
              <a:schemeClr val="tx1">
                <a:lumMod val="85000"/>
                <a:lumOff val="15000"/>
                <a:alpha val="33000"/>
              </a:schemeClr>
            </a:outerShdw>
          </a:effec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Agency FB Bold" panose="020B0804020202020204" pitchFamily="34" charset="0"/>
              <a:ea typeface="微软雅黑" panose="020B0503020204020204" pitchFamily="34" charset="-122"/>
            </a:endParaRPr>
          </a:p>
        </p:txBody>
      </p:sp>
      <p:sp>
        <p:nvSpPr>
          <p:cNvPr id="52" name="原创设计师QQ598969553          _7"/>
          <p:cNvSpPr/>
          <p:nvPr>
            <p:custDataLst>
              <p:tags r:id="rId7"/>
            </p:custDataLst>
          </p:nvPr>
        </p:nvSpPr>
        <p:spPr>
          <a:xfrm>
            <a:off x="2777792" y="1356360"/>
            <a:ext cx="189834" cy="189834"/>
          </a:xfrm>
          <a:prstGeom prst="ellipse">
            <a:avLst/>
          </a:prstGeom>
          <a:gradFill>
            <a:gsLst>
              <a:gs pos="0">
                <a:srgbClr val="DEDEDE"/>
              </a:gs>
              <a:gs pos="100000">
                <a:srgbClr val="FBFBFB"/>
              </a:gs>
            </a:gsLst>
            <a:lin ang="5400000" scaled="1"/>
          </a:gradFill>
          <a:ln w="31750" cap="flat">
            <a:gradFill>
              <a:gsLst>
                <a:gs pos="0">
                  <a:schemeClr val="bg1"/>
                </a:gs>
                <a:gs pos="100000">
                  <a:srgbClr val="DDDDDD"/>
                </a:gs>
              </a:gsLst>
              <a:lin ang="5400000" scaled="1"/>
            </a:gradFill>
            <a:prstDash val="solid"/>
            <a:miter lim="800000"/>
            <a:headEnd/>
            <a:tailEnd/>
          </a:ln>
          <a:effectLst>
            <a:outerShdw blurRad="228600" dist="101600" dir="5400000" algn="t" rotWithShape="0">
              <a:schemeClr val="tx1">
                <a:lumMod val="85000"/>
                <a:lumOff val="15000"/>
                <a:alpha val="33000"/>
              </a:schemeClr>
            </a:outerShdw>
          </a:effec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Agency FB Bold" panose="020B0804020202020204" pitchFamily="34" charset="0"/>
              <a:ea typeface="微软雅黑" panose="020B0503020204020204" pitchFamily="34" charset="-122"/>
            </a:endParaRPr>
          </a:p>
        </p:txBody>
      </p:sp>
      <p:sp>
        <p:nvSpPr>
          <p:cNvPr id="53" name="原创设计师QQ598969553          _8"/>
          <p:cNvSpPr/>
          <p:nvPr>
            <p:custDataLst>
              <p:tags r:id="rId8"/>
            </p:custDataLst>
          </p:nvPr>
        </p:nvSpPr>
        <p:spPr>
          <a:xfrm>
            <a:off x="2084880" y="2044901"/>
            <a:ext cx="189834" cy="189834"/>
          </a:xfrm>
          <a:prstGeom prst="ellipse">
            <a:avLst/>
          </a:prstGeom>
          <a:gradFill>
            <a:gsLst>
              <a:gs pos="0">
                <a:srgbClr val="DEDEDE"/>
              </a:gs>
              <a:gs pos="100000">
                <a:srgbClr val="FBFBFB"/>
              </a:gs>
            </a:gsLst>
            <a:lin ang="5400000" scaled="1"/>
          </a:gradFill>
          <a:ln w="31750" cap="flat">
            <a:gradFill>
              <a:gsLst>
                <a:gs pos="0">
                  <a:schemeClr val="bg1"/>
                </a:gs>
                <a:gs pos="100000">
                  <a:srgbClr val="DDDDDD"/>
                </a:gs>
              </a:gsLst>
              <a:lin ang="5400000" scaled="1"/>
            </a:gradFill>
            <a:prstDash val="solid"/>
            <a:miter lim="800000"/>
            <a:headEnd/>
            <a:tailEnd/>
          </a:ln>
          <a:effectLst>
            <a:outerShdw blurRad="228600" dist="101600" dir="5400000" algn="t" rotWithShape="0">
              <a:schemeClr val="tx1">
                <a:lumMod val="85000"/>
                <a:lumOff val="15000"/>
                <a:alpha val="33000"/>
              </a:schemeClr>
            </a:outerShdw>
          </a:effec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Agency FB Bold" panose="020B0804020202020204" pitchFamily="34" charset="0"/>
              <a:ea typeface="微软雅黑" panose="020B0503020204020204" pitchFamily="34" charset="-122"/>
            </a:endParaRPr>
          </a:p>
        </p:txBody>
      </p:sp>
      <p:grpSp>
        <p:nvGrpSpPr>
          <p:cNvPr id="20" name="原创设计师QQ598969553          _9"/>
          <p:cNvGrpSpPr/>
          <p:nvPr/>
        </p:nvGrpSpPr>
        <p:grpSpPr>
          <a:xfrm>
            <a:off x="1881605" y="1123053"/>
            <a:ext cx="1319292" cy="1319292"/>
            <a:chOff x="2380201" y="1546167"/>
            <a:chExt cx="1800343" cy="1800344"/>
          </a:xfrm>
        </p:grpSpPr>
        <p:sp>
          <p:nvSpPr>
            <p:cNvPr id="24" name="菱形 23"/>
            <p:cNvSpPr/>
            <p:nvPr>
              <p:custDataLst>
                <p:tags r:id="rId15"/>
              </p:custDataLst>
            </p:nvPr>
          </p:nvSpPr>
          <p:spPr>
            <a:xfrm>
              <a:off x="2380201" y="1546167"/>
              <a:ext cx="1800343" cy="1800344"/>
            </a:xfrm>
            <a:prstGeom prst="diamond">
              <a:avLst/>
            </a:prstGeom>
            <a:gradFill>
              <a:gsLst>
                <a:gs pos="0">
                  <a:srgbClr val="DEDEDE"/>
                </a:gs>
                <a:gs pos="100000">
                  <a:srgbClr val="FBFBFB"/>
                </a:gs>
              </a:gsLst>
              <a:lin ang="5400000" scaled="1"/>
            </a:gradFill>
            <a:ln w="31750" cap="flat">
              <a:gradFill>
                <a:gsLst>
                  <a:gs pos="0">
                    <a:schemeClr val="bg1"/>
                  </a:gs>
                  <a:gs pos="100000">
                    <a:srgbClr val="DDDDDD"/>
                  </a:gs>
                </a:gsLst>
                <a:lin ang="5400000" scaled="1"/>
              </a:gradFill>
              <a:prstDash val="solid"/>
              <a:miter lim="800000"/>
              <a:headEnd/>
              <a:tailEnd/>
            </a:ln>
            <a:effectLst>
              <a:outerShdw blurRad="228600" dist="101600" dir="5400000" algn="t" rotWithShape="0">
                <a:schemeClr val="tx1">
                  <a:lumMod val="85000"/>
                  <a:lumOff val="15000"/>
                  <a:alpha val="33000"/>
                </a:schemeClr>
              </a:outerShdw>
            </a:effec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Agency FB Bold" panose="020B0804020202020204" pitchFamily="34" charset="0"/>
                <a:ea typeface="微软雅黑" panose="020B0503020204020204" pitchFamily="34" charset="-122"/>
              </a:endParaRPr>
            </a:p>
          </p:txBody>
        </p:sp>
        <p:sp>
          <p:nvSpPr>
            <p:cNvPr id="25" name="菱形 24"/>
            <p:cNvSpPr/>
            <p:nvPr>
              <p:custDataLst>
                <p:tags r:id="rId16"/>
              </p:custDataLst>
            </p:nvPr>
          </p:nvSpPr>
          <p:spPr>
            <a:xfrm>
              <a:off x="2668216" y="1834183"/>
              <a:ext cx="1223439" cy="1223439"/>
            </a:xfrm>
            <a:prstGeom prst="diamond">
              <a:avLst/>
            </a:prstGeom>
            <a:solidFill>
              <a:schemeClr val="accent1"/>
            </a:solidFill>
            <a:ln>
              <a:noFill/>
            </a:ln>
            <a:effectLst>
              <a:innerShdw blurRad="63500" dist="25400">
                <a:prstClr val="black">
                  <a:alpha val="2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4000" dirty="0">
                  <a:solidFill>
                    <a:srgbClr val="FFFFFF"/>
                  </a:solidFill>
                  <a:latin typeface="Agency FB Bold" panose="020B0804020202020204" pitchFamily="34" charset="0"/>
                  <a:ea typeface="微软雅黑" panose="020B0503020204020204" pitchFamily="34" charset="-122"/>
                </a:rPr>
                <a:t>2</a:t>
              </a:r>
              <a:endParaRPr lang="zh-CN" altLang="en-US" sz="4000" dirty="0">
                <a:solidFill>
                  <a:srgbClr val="FFFFFF"/>
                </a:solidFill>
                <a:latin typeface="Agency FB Bold" panose="020B0804020202020204" pitchFamily="34" charset="0"/>
                <a:ea typeface="微软雅黑" panose="020B0503020204020204" pitchFamily="34" charset="-122"/>
              </a:endParaRPr>
            </a:p>
          </p:txBody>
        </p:sp>
      </p:grpSp>
      <p:grpSp>
        <p:nvGrpSpPr>
          <p:cNvPr id="26" name="原创设计师QQ598969553          _10"/>
          <p:cNvGrpSpPr/>
          <p:nvPr/>
        </p:nvGrpSpPr>
        <p:grpSpPr>
          <a:xfrm>
            <a:off x="3198747" y="1123053"/>
            <a:ext cx="1317694" cy="1319292"/>
            <a:chOff x="4261190" y="1546167"/>
            <a:chExt cx="1798163" cy="1800344"/>
          </a:xfrm>
        </p:grpSpPr>
        <p:sp>
          <p:nvSpPr>
            <p:cNvPr id="27" name="菱形 26"/>
            <p:cNvSpPr/>
            <p:nvPr>
              <p:custDataLst>
                <p:tags r:id="rId13"/>
              </p:custDataLst>
            </p:nvPr>
          </p:nvSpPr>
          <p:spPr>
            <a:xfrm>
              <a:off x="4261190" y="1546167"/>
              <a:ext cx="1798163" cy="1800344"/>
            </a:xfrm>
            <a:prstGeom prst="diamond">
              <a:avLst/>
            </a:prstGeom>
            <a:gradFill>
              <a:gsLst>
                <a:gs pos="0">
                  <a:srgbClr val="DEDEDE"/>
                </a:gs>
                <a:gs pos="100000">
                  <a:srgbClr val="FBFBFB"/>
                </a:gs>
              </a:gsLst>
              <a:lin ang="5400000" scaled="1"/>
            </a:gradFill>
            <a:ln w="31750" cap="flat">
              <a:gradFill>
                <a:gsLst>
                  <a:gs pos="0">
                    <a:schemeClr val="bg1"/>
                  </a:gs>
                  <a:gs pos="100000">
                    <a:srgbClr val="DDDDDD"/>
                  </a:gs>
                </a:gsLst>
                <a:lin ang="5400000" scaled="1"/>
              </a:gradFill>
              <a:prstDash val="solid"/>
              <a:miter lim="800000"/>
              <a:headEnd/>
              <a:tailEnd/>
            </a:ln>
            <a:effectLst>
              <a:outerShdw blurRad="228600" dist="101600" dir="5400000" algn="t" rotWithShape="0">
                <a:schemeClr val="tx1">
                  <a:lumMod val="85000"/>
                  <a:lumOff val="15000"/>
                  <a:alpha val="33000"/>
                </a:schemeClr>
              </a:outerShdw>
            </a:effec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Agency FB Bold" panose="020B0804020202020204" pitchFamily="34" charset="0"/>
                <a:ea typeface="微软雅黑" panose="020B0503020204020204" pitchFamily="34" charset="-122"/>
              </a:endParaRPr>
            </a:p>
          </p:txBody>
        </p:sp>
        <p:sp>
          <p:nvSpPr>
            <p:cNvPr id="28" name="菱形 27"/>
            <p:cNvSpPr/>
            <p:nvPr>
              <p:custDataLst>
                <p:tags r:id="rId14"/>
              </p:custDataLst>
            </p:nvPr>
          </p:nvSpPr>
          <p:spPr>
            <a:xfrm>
              <a:off x="4548548" y="1834183"/>
              <a:ext cx="1223439" cy="1223439"/>
            </a:xfrm>
            <a:prstGeom prst="diamond">
              <a:avLst/>
            </a:prstGeom>
            <a:solidFill>
              <a:schemeClr val="accent2"/>
            </a:solidFill>
            <a:ln>
              <a:noFill/>
            </a:ln>
            <a:effectLst>
              <a:innerShdw blurRad="63500" dist="25400">
                <a:prstClr val="black">
                  <a:alpha val="2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4000" dirty="0">
                  <a:solidFill>
                    <a:srgbClr val="FFFFFF"/>
                  </a:solidFill>
                  <a:latin typeface="Agency FB Bold" panose="020B0804020202020204" pitchFamily="34" charset="0"/>
                  <a:ea typeface="微软雅黑" panose="020B0503020204020204" pitchFamily="34" charset="-122"/>
                </a:rPr>
                <a:t>0</a:t>
              </a:r>
              <a:endParaRPr lang="zh-CN" altLang="en-US" sz="4000" dirty="0">
                <a:solidFill>
                  <a:srgbClr val="FFFFFF"/>
                </a:solidFill>
                <a:latin typeface="Agency FB Bold" panose="020B0804020202020204" pitchFamily="34" charset="0"/>
                <a:ea typeface="微软雅黑" panose="020B0503020204020204" pitchFamily="34" charset="-122"/>
              </a:endParaRPr>
            </a:p>
          </p:txBody>
        </p:sp>
      </p:grpSp>
      <p:grpSp>
        <p:nvGrpSpPr>
          <p:cNvPr id="30" name="原创设计师QQ598969553          _11"/>
          <p:cNvGrpSpPr/>
          <p:nvPr/>
        </p:nvGrpSpPr>
        <p:grpSpPr>
          <a:xfrm>
            <a:off x="4514285" y="1123053"/>
            <a:ext cx="1319292" cy="1319292"/>
            <a:chOff x="6139997" y="1546167"/>
            <a:chExt cx="1800343" cy="1800344"/>
          </a:xfrm>
        </p:grpSpPr>
        <p:sp>
          <p:nvSpPr>
            <p:cNvPr id="31" name="菱形 30"/>
            <p:cNvSpPr/>
            <p:nvPr>
              <p:custDataLst>
                <p:tags r:id="rId11"/>
              </p:custDataLst>
            </p:nvPr>
          </p:nvSpPr>
          <p:spPr>
            <a:xfrm>
              <a:off x="6139997" y="1546167"/>
              <a:ext cx="1800343" cy="1800344"/>
            </a:xfrm>
            <a:prstGeom prst="diamond">
              <a:avLst/>
            </a:prstGeom>
            <a:gradFill>
              <a:gsLst>
                <a:gs pos="0">
                  <a:srgbClr val="DEDEDE"/>
                </a:gs>
                <a:gs pos="100000">
                  <a:srgbClr val="FBFBFB"/>
                </a:gs>
              </a:gsLst>
              <a:lin ang="5400000" scaled="1"/>
            </a:gradFill>
            <a:ln w="31750" cap="flat">
              <a:gradFill>
                <a:gsLst>
                  <a:gs pos="0">
                    <a:schemeClr val="bg1"/>
                  </a:gs>
                  <a:gs pos="100000">
                    <a:srgbClr val="DDDDDD"/>
                  </a:gs>
                </a:gsLst>
                <a:lin ang="5400000" scaled="1"/>
              </a:gradFill>
              <a:prstDash val="solid"/>
              <a:miter lim="800000"/>
              <a:headEnd/>
              <a:tailEnd/>
            </a:ln>
            <a:effectLst>
              <a:outerShdw blurRad="228600" dist="101600" dir="5400000" algn="t" rotWithShape="0">
                <a:schemeClr val="tx1">
                  <a:lumMod val="85000"/>
                  <a:lumOff val="15000"/>
                  <a:alpha val="33000"/>
                </a:schemeClr>
              </a:outerShdw>
            </a:effec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Agency FB Bold" panose="020B0804020202020204" pitchFamily="34" charset="0"/>
                <a:ea typeface="微软雅黑" panose="020B0503020204020204" pitchFamily="34" charset="-122"/>
              </a:endParaRPr>
            </a:p>
          </p:txBody>
        </p:sp>
        <p:sp>
          <p:nvSpPr>
            <p:cNvPr id="35" name="菱形 34"/>
            <p:cNvSpPr/>
            <p:nvPr>
              <p:custDataLst>
                <p:tags r:id="rId12"/>
              </p:custDataLst>
            </p:nvPr>
          </p:nvSpPr>
          <p:spPr>
            <a:xfrm>
              <a:off x="6428880" y="1834183"/>
              <a:ext cx="1223439" cy="1223439"/>
            </a:xfrm>
            <a:prstGeom prst="diamond">
              <a:avLst/>
            </a:prstGeom>
            <a:solidFill>
              <a:schemeClr val="accent3"/>
            </a:solidFill>
            <a:ln>
              <a:noFill/>
            </a:ln>
            <a:effectLst>
              <a:innerShdw blurRad="63500" dist="25400">
                <a:prstClr val="black">
                  <a:alpha val="2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4000" dirty="0">
                  <a:solidFill>
                    <a:srgbClr val="FFFFFF"/>
                  </a:solidFill>
                  <a:latin typeface="Agency FB Bold" panose="020B0804020202020204" pitchFamily="34" charset="0"/>
                  <a:ea typeface="微软雅黑" panose="020B0503020204020204" pitchFamily="34" charset="-122"/>
                </a:rPr>
                <a:t>1</a:t>
              </a:r>
              <a:endParaRPr lang="zh-CN" altLang="en-US" sz="4000" dirty="0">
                <a:solidFill>
                  <a:srgbClr val="FFFFFF"/>
                </a:solidFill>
                <a:latin typeface="Agency FB Bold" panose="020B0804020202020204" pitchFamily="34" charset="0"/>
                <a:ea typeface="微软雅黑" panose="020B0503020204020204" pitchFamily="34" charset="-122"/>
              </a:endParaRPr>
            </a:p>
          </p:txBody>
        </p:sp>
      </p:grpSp>
      <p:grpSp>
        <p:nvGrpSpPr>
          <p:cNvPr id="36" name="原创设计师QQ598969553          _12"/>
          <p:cNvGrpSpPr/>
          <p:nvPr/>
        </p:nvGrpSpPr>
        <p:grpSpPr>
          <a:xfrm>
            <a:off x="5883021" y="1123053"/>
            <a:ext cx="1319292" cy="1319292"/>
            <a:chOff x="8020984" y="1546167"/>
            <a:chExt cx="1800343" cy="1800344"/>
          </a:xfrm>
        </p:grpSpPr>
        <p:sp>
          <p:nvSpPr>
            <p:cNvPr id="37" name="菱形 36"/>
            <p:cNvSpPr/>
            <p:nvPr>
              <p:custDataLst>
                <p:tags r:id="rId9"/>
              </p:custDataLst>
            </p:nvPr>
          </p:nvSpPr>
          <p:spPr>
            <a:xfrm>
              <a:off x="8020984" y="1546167"/>
              <a:ext cx="1800343" cy="1800344"/>
            </a:xfrm>
            <a:prstGeom prst="diamond">
              <a:avLst/>
            </a:prstGeom>
            <a:gradFill>
              <a:gsLst>
                <a:gs pos="0">
                  <a:srgbClr val="DEDEDE"/>
                </a:gs>
                <a:gs pos="100000">
                  <a:srgbClr val="FBFBFB"/>
                </a:gs>
              </a:gsLst>
              <a:lin ang="5400000" scaled="1"/>
            </a:gradFill>
            <a:ln w="31750" cap="flat">
              <a:gradFill>
                <a:gsLst>
                  <a:gs pos="0">
                    <a:schemeClr val="bg1"/>
                  </a:gs>
                  <a:gs pos="100000">
                    <a:srgbClr val="DDDDDD"/>
                  </a:gs>
                </a:gsLst>
                <a:lin ang="5400000" scaled="1"/>
              </a:gradFill>
              <a:prstDash val="solid"/>
              <a:miter lim="800000"/>
              <a:headEnd/>
              <a:tailEnd/>
            </a:ln>
            <a:effectLst>
              <a:outerShdw blurRad="228600" dist="101600" dir="5400000" algn="t" rotWithShape="0">
                <a:schemeClr val="tx1">
                  <a:lumMod val="85000"/>
                  <a:lumOff val="15000"/>
                  <a:alpha val="33000"/>
                </a:schemeClr>
              </a:outerShdw>
            </a:effec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Agency FB Bold" panose="020B0804020202020204" pitchFamily="34" charset="0"/>
                <a:ea typeface="微软雅黑" panose="020B0503020204020204" pitchFamily="34" charset="-122"/>
              </a:endParaRPr>
            </a:p>
          </p:txBody>
        </p:sp>
        <p:sp>
          <p:nvSpPr>
            <p:cNvPr id="38" name="菱形 37"/>
            <p:cNvSpPr/>
            <p:nvPr>
              <p:custDataLst>
                <p:tags r:id="rId10"/>
              </p:custDataLst>
            </p:nvPr>
          </p:nvSpPr>
          <p:spPr>
            <a:xfrm>
              <a:off x="8309212" y="1834183"/>
              <a:ext cx="1223439" cy="1223439"/>
            </a:xfrm>
            <a:prstGeom prst="diamond">
              <a:avLst/>
            </a:prstGeom>
            <a:solidFill>
              <a:schemeClr val="accent4"/>
            </a:solidFill>
            <a:ln>
              <a:noFill/>
            </a:ln>
            <a:effectLst>
              <a:innerShdw blurRad="63500" dist="25400">
                <a:prstClr val="black">
                  <a:alpha val="2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4000" dirty="0">
                  <a:solidFill>
                    <a:srgbClr val="FFFFFF"/>
                  </a:solidFill>
                  <a:latin typeface="Agency FB Bold" panose="020B0804020202020204" pitchFamily="34" charset="0"/>
                  <a:ea typeface="微软雅黑" panose="020B0503020204020204" pitchFamily="34" charset="-122"/>
                </a:rPr>
                <a:t>9</a:t>
              </a:r>
              <a:endParaRPr lang="zh-CN" altLang="en-US" sz="4000" dirty="0">
                <a:solidFill>
                  <a:srgbClr val="FFFFFF"/>
                </a:solidFill>
                <a:latin typeface="Agency FB Bold" panose="020B0804020202020204" pitchFamily="34" charset="0"/>
                <a:ea typeface="微软雅黑" panose="020B0503020204020204" pitchFamily="34" charset="-122"/>
              </a:endParaRPr>
            </a:p>
          </p:txBody>
        </p:sp>
      </p:grpSp>
      <p:sp>
        <p:nvSpPr>
          <p:cNvPr id="43" name="原创设计师QQ598969553          _13"/>
          <p:cNvSpPr txBox="1">
            <a:spLocks noChangeArrowheads="1"/>
          </p:cNvSpPr>
          <p:nvPr/>
        </p:nvSpPr>
        <p:spPr bwMode="auto">
          <a:xfrm>
            <a:off x="1977828" y="3116100"/>
            <a:ext cx="5188344" cy="642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itchFamily="34" charset="0"/>
                <a:ea typeface="微软雅黑" pitchFamily="34" charset="-122"/>
              </a:defRPr>
            </a:lvl2pPr>
            <a:lvl3pPr algn="l" rtl="0" fontAlgn="base">
              <a:spcBef>
                <a:spcPct val="0"/>
              </a:spcBef>
              <a:spcAft>
                <a:spcPct val="0"/>
              </a:spcAft>
              <a:defRPr sz="2400">
                <a:solidFill>
                  <a:schemeClr val="tx2"/>
                </a:solidFill>
                <a:latin typeface="Arial" pitchFamily="34" charset="0"/>
                <a:ea typeface="微软雅黑" pitchFamily="34" charset="-122"/>
              </a:defRPr>
            </a:lvl3pPr>
            <a:lvl4pPr algn="l" rtl="0" fontAlgn="base">
              <a:spcBef>
                <a:spcPct val="0"/>
              </a:spcBef>
              <a:spcAft>
                <a:spcPct val="0"/>
              </a:spcAft>
              <a:defRPr sz="2400">
                <a:solidFill>
                  <a:schemeClr val="tx2"/>
                </a:solidFill>
                <a:latin typeface="Arial" pitchFamily="34" charset="0"/>
                <a:ea typeface="微软雅黑" pitchFamily="34" charset="-122"/>
              </a:defRPr>
            </a:lvl4pPr>
            <a:lvl5pPr algn="l" rtl="0" fontAlgn="base">
              <a:spcBef>
                <a:spcPct val="0"/>
              </a:spcBef>
              <a:spcAft>
                <a:spcPct val="0"/>
              </a:spcAft>
              <a:defRPr sz="2400">
                <a:solidFill>
                  <a:schemeClr val="tx2"/>
                </a:solidFill>
                <a:latin typeface="Arial" pitchFamily="34" charset="0"/>
                <a:ea typeface="微软雅黑" pitchFamily="34" charset="-122"/>
              </a:defRPr>
            </a:lvl5pPr>
            <a:lvl6pPr marL="457200" algn="l" rtl="0" fontAlgn="base">
              <a:spcBef>
                <a:spcPct val="0"/>
              </a:spcBef>
              <a:spcAft>
                <a:spcPct val="0"/>
              </a:spcAft>
              <a:defRPr sz="2400">
                <a:solidFill>
                  <a:schemeClr val="tx2"/>
                </a:solidFill>
                <a:latin typeface="Arial" pitchFamily="34" charset="0"/>
                <a:ea typeface="微软雅黑" pitchFamily="34" charset="-122"/>
              </a:defRPr>
            </a:lvl6pPr>
            <a:lvl7pPr marL="914400" algn="l" rtl="0" fontAlgn="base">
              <a:spcBef>
                <a:spcPct val="0"/>
              </a:spcBef>
              <a:spcAft>
                <a:spcPct val="0"/>
              </a:spcAft>
              <a:defRPr sz="2400">
                <a:solidFill>
                  <a:schemeClr val="tx2"/>
                </a:solidFill>
                <a:latin typeface="Arial" pitchFamily="34" charset="0"/>
                <a:ea typeface="微软雅黑" pitchFamily="34" charset="-122"/>
              </a:defRPr>
            </a:lvl7pPr>
            <a:lvl8pPr marL="1371600" algn="l" rtl="0" fontAlgn="base">
              <a:spcBef>
                <a:spcPct val="0"/>
              </a:spcBef>
              <a:spcAft>
                <a:spcPct val="0"/>
              </a:spcAft>
              <a:defRPr sz="2400">
                <a:solidFill>
                  <a:schemeClr val="tx2"/>
                </a:solidFill>
                <a:latin typeface="Arial" pitchFamily="34" charset="0"/>
                <a:ea typeface="微软雅黑" pitchFamily="34" charset="-122"/>
              </a:defRPr>
            </a:lvl8pPr>
            <a:lvl9pPr marL="1828800" algn="l" rtl="0" fontAlgn="base">
              <a:spcBef>
                <a:spcPct val="0"/>
              </a:spcBef>
              <a:spcAft>
                <a:spcPct val="0"/>
              </a:spcAft>
              <a:defRPr sz="2400">
                <a:solidFill>
                  <a:schemeClr val="tx2"/>
                </a:solidFill>
                <a:latin typeface="Arial" pitchFamily="34" charset="0"/>
                <a:ea typeface="微软雅黑" pitchFamily="34" charset="-122"/>
              </a:defRPr>
            </a:lvl9pPr>
          </a:lstStyle>
          <a:p>
            <a:pPr algn="ctr"/>
            <a:r>
              <a:rPr lang="zh-CN" altLang="en-US" sz="4000" b="1" dirty="0">
                <a:solidFill>
                  <a:schemeClr val="accent1"/>
                </a:solidFill>
                <a:latin typeface="微软雅黑" panose="020B0503020204020204" pitchFamily="34" charset="-122"/>
                <a:ea typeface="微软雅黑" panose="020B0503020204020204" pitchFamily="34" charset="-122"/>
              </a:rPr>
              <a:t>谢谢</a:t>
            </a:r>
            <a:r>
              <a:rPr lang="zh-CN" altLang="en-US" sz="4000" b="1" dirty="0">
                <a:latin typeface="微软雅黑" panose="020B0503020204020204" pitchFamily="34" charset="-122"/>
                <a:ea typeface="微软雅黑" panose="020B0503020204020204" pitchFamily="34" charset="-122"/>
              </a:rPr>
              <a:t>观看</a:t>
            </a:r>
            <a:endParaRPr lang="zh-CN" sz="4000" b="1" dirty="0">
              <a:latin typeface="微软雅黑" panose="020B0503020204020204" pitchFamily="34" charset="-122"/>
              <a:ea typeface="微软雅黑" panose="020B0503020204020204" pitchFamily="34" charset="-122"/>
            </a:endParaRPr>
          </a:p>
        </p:txBody>
      </p:sp>
      <p:sp>
        <p:nvSpPr>
          <p:cNvPr id="44" name="原创设计师QQ598969553          _14"/>
          <p:cNvSpPr txBox="1">
            <a:spLocks noChangeArrowheads="1"/>
          </p:cNvSpPr>
          <p:nvPr/>
        </p:nvSpPr>
        <p:spPr bwMode="auto">
          <a:xfrm>
            <a:off x="2005108" y="3854251"/>
            <a:ext cx="5133785" cy="4870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en-US" altLang="zh-CN" sz="1000" b="0" dirty="0">
                <a:solidFill>
                  <a:schemeClr val="tx1">
                    <a:lumMod val="50000"/>
                    <a:lumOff val="50000"/>
                  </a:schemeClr>
                </a:solidFill>
                <a:latin typeface="华文细黑" panose="02010600040101010101" pitchFamily="2" charset="-122"/>
                <a:ea typeface="华文细黑" panose="02010600040101010101" pitchFamily="2" charset="-122"/>
              </a:rPr>
              <a:t>Introduction Of Atmospheric</a:t>
            </a:r>
          </a:p>
          <a:p>
            <a:r>
              <a:rPr lang="en-US" altLang="zh-CN" sz="1000" b="0" dirty="0">
                <a:solidFill>
                  <a:schemeClr val="tx1">
                    <a:lumMod val="50000"/>
                    <a:lumOff val="50000"/>
                  </a:schemeClr>
                </a:solidFill>
                <a:latin typeface="华文细黑" panose="02010600040101010101" pitchFamily="2" charset="-122"/>
                <a:ea typeface="华文细黑" panose="02010600040101010101" pitchFamily="2" charset="-122"/>
              </a:rPr>
              <a:t>Business Plan Startup Plan PPT Template, Complete Framework</a:t>
            </a:r>
            <a:endParaRPr lang="zh-CN" sz="1000" b="0" dirty="0">
              <a:solidFill>
                <a:schemeClr val="tx1">
                  <a:lumMod val="50000"/>
                  <a:lumOff val="50000"/>
                </a:schemeClr>
              </a:solidFill>
              <a:latin typeface="华文细黑" panose="02010600040101010101" pitchFamily="2" charset="-122"/>
              <a:ea typeface="华文细黑" panose="02010600040101010101" pitchFamily="2" charset="-122"/>
            </a:endParaRPr>
          </a:p>
        </p:txBody>
      </p:sp>
      <p:sp>
        <p:nvSpPr>
          <p:cNvPr id="45" name="原创设计师QQ598969553          _15"/>
          <p:cNvSpPr txBox="1">
            <a:spLocks noChangeArrowheads="1"/>
          </p:cNvSpPr>
          <p:nvPr/>
        </p:nvSpPr>
        <p:spPr bwMode="auto">
          <a:xfrm>
            <a:off x="2480337" y="2787535"/>
            <a:ext cx="4183327" cy="2327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zh-CN" altLang="en-US" sz="1400" b="0" dirty="0">
                <a:solidFill>
                  <a:schemeClr val="tx1">
                    <a:lumMod val="50000"/>
                    <a:lumOff val="50000"/>
                  </a:schemeClr>
                </a:solidFill>
                <a:latin typeface="微软雅黑" panose="020B0503020204020204" pitchFamily="34" charset="-122"/>
                <a:ea typeface="微软雅黑" panose="020B0503020204020204" pitchFamily="34" charset="-122"/>
              </a:rPr>
              <a:t>这里可以简要的描述您的项目</a:t>
            </a:r>
            <a:endParaRPr lang="zh-CN" altLang="zh-CN" sz="1400" b="0" dirty="0">
              <a:solidFill>
                <a:schemeClr val="tx1">
                  <a:lumMod val="50000"/>
                  <a:lumOff val="50000"/>
                </a:schemeClr>
              </a:solidFill>
              <a:latin typeface="微软雅黑" panose="020B0503020204020204" pitchFamily="34" charset="-122"/>
              <a:ea typeface="微软雅黑" panose="020B0503020204020204" pitchFamily="34" charset="-122"/>
            </a:endParaRPr>
          </a:p>
        </p:txBody>
      </p:sp>
      <p:pic>
        <p:nvPicPr>
          <p:cNvPr id="29" name="Picture 64"/>
          <p:cNvPicPr>
            <a:picLocks noGrp="1" noSelect="1" noRot="1" noChangeAspect="1" noMove="1" noResize="1" noChangeShapeType="1"/>
          </p:cNvPicPr>
          <p:nvPr/>
        </p:nvPicPr>
        <p:blipFill>
          <a:blip r:embed="rId19" cstate="screen">
            <a:extLst>
              <a:ext uri="{28A0092B-C50C-407E-A947-70E740481C1C}">
                <a14:useLocalDpi xmlns:a14="http://schemas.microsoft.com/office/drawing/2010/main"/>
              </a:ext>
            </a:extLst>
          </a:blip>
          <a:stretch>
            <a:fillRect/>
          </a:stretch>
        </p:blipFill>
        <p:spPr>
          <a:xfrm>
            <a:off x="3583616" y="17705564"/>
            <a:ext cx="1976768" cy="511028"/>
          </a:xfrm>
          <a:prstGeom prst="rect">
            <a:avLst/>
          </a:prstGeom>
        </p:spPr>
      </p:pic>
    </p:spTree>
    <p:extLst>
      <p:ext uri="{BB962C8B-B14F-4D97-AF65-F5344CB8AC3E}">
        <p14:creationId xmlns:p14="http://schemas.microsoft.com/office/powerpoint/2010/main" val="3243802764"/>
      </p:ext>
    </p:extLst>
  </p:cSld>
  <p:clrMapOvr>
    <a:masterClrMapping/>
  </p:clrMapOvr>
  <p:transition spd="slow" advClick="0" advTm="0">
    <p:fade/>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14:presetBounceEnd="50000">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14:bounceEnd="50000">
                                          <p:cBhvr additive="base">
                                            <p:cTn id="7" dur="500" fill="hold"/>
                                            <p:tgtEl>
                                              <p:spTgt spid="20"/>
                                            </p:tgtEl>
                                            <p:attrNameLst>
                                              <p:attrName>ppt_x</p:attrName>
                                            </p:attrNameLst>
                                          </p:cBhvr>
                                          <p:tavLst>
                                            <p:tav tm="0">
                                              <p:val>
                                                <p:strVal val="#ppt_x"/>
                                              </p:val>
                                            </p:tav>
                                            <p:tav tm="100000">
                                              <p:val>
                                                <p:strVal val="#ppt_x"/>
                                              </p:val>
                                            </p:tav>
                                          </p:tavLst>
                                        </p:anim>
                                        <p:anim calcmode="lin" valueType="num" p14:bounceEnd="50000">
                                          <p:cBhvr additive="base">
                                            <p:cTn id="8" dur="500" fill="hold"/>
                                            <p:tgtEl>
                                              <p:spTgt spid="20"/>
                                            </p:tgtEl>
                                            <p:attrNameLst>
                                              <p:attrName>ppt_y</p:attrName>
                                            </p:attrNameLst>
                                          </p:cBhvr>
                                          <p:tavLst>
                                            <p:tav tm="0">
                                              <p:val>
                                                <p:strVal val="0-#ppt_h/2"/>
                                              </p:val>
                                            </p:tav>
                                            <p:tav tm="100000">
                                              <p:val>
                                                <p:strVal val="#ppt_y"/>
                                              </p:val>
                                            </p:tav>
                                          </p:tavLst>
                                        </p:anim>
                                      </p:childTnLst>
                                    </p:cTn>
                                  </p:par>
                                  <p:par>
                                    <p:cTn id="9" presetID="2" presetClass="entr" presetSubtype="1" fill="hold" nodeType="withEffect" p14:presetBounceEnd="50000">
                                      <p:stCondLst>
                                        <p:cond delay="200"/>
                                      </p:stCondLst>
                                      <p:childTnLst>
                                        <p:set>
                                          <p:cBhvr>
                                            <p:cTn id="10" dur="1" fill="hold">
                                              <p:stCondLst>
                                                <p:cond delay="0"/>
                                              </p:stCondLst>
                                            </p:cTn>
                                            <p:tgtEl>
                                              <p:spTgt spid="26"/>
                                            </p:tgtEl>
                                            <p:attrNameLst>
                                              <p:attrName>style.visibility</p:attrName>
                                            </p:attrNameLst>
                                          </p:cBhvr>
                                          <p:to>
                                            <p:strVal val="visible"/>
                                          </p:to>
                                        </p:set>
                                        <p:anim calcmode="lin" valueType="num" p14:bounceEnd="50000">
                                          <p:cBhvr additive="base">
                                            <p:cTn id="11" dur="500" fill="hold"/>
                                            <p:tgtEl>
                                              <p:spTgt spid="26"/>
                                            </p:tgtEl>
                                            <p:attrNameLst>
                                              <p:attrName>ppt_x</p:attrName>
                                            </p:attrNameLst>
                                          </p:cBhvr>
                                          <p:tavLst>
                                            <p:tav tm="0">
                                              <p:val>
                                                <p:strVal val="#ppt_x"/>
                                              </p:val>
                                            </p:tav>
                                            <p:tav tm="100000">
                                              <p:val>
                                                <p:strVal val="#ppt_x"/>
                                              </p:val>
                                            </p:tav>
                                          </p:tavLst>
                                        </p:anim>
                                        <p:anim calcmode="lin" valueType="num" p14:bounceEnd="50000">
                                          <p:cBhvr additive="base">
                                            <p:cTn id="12" dur="500" fill="hold"/>
                                            <p:tgtEl>
                                              <p:spTgt spid="26"/>
                                            </p:tgtEl>
                                            <p:attrNameLst>
                                              <p:attrName>ppt_y</p:attrName>
                                            </p:attrNameLst>
                                          </p:cBhvr>
                                          <p:tavLst>
                                            <p:tav tm="0">
                                              <p:val>
                                                <p:strVal val="0-#ppt_h/2"/>
                                              </p:val>
                                            </p:tav>
                                            <p:tav tm="100000">
                                              <p:val>
                                                <p:strVal val="#ppt_y"/>
                                              </p:val>
                                            </p:tav>
                                          </p:tavLst>
                                        </p:anim>
                                      </p:childTnLst>
                                    </p:cTn>
                                  </p:par>
                                  <p:par>
                                    <p:cTn id="13" presetID="2" presetClass="entr" presetSubtype="1" fill="hold" nodeType="withEffect" p14:presetBounceEnd="50000">
                                      <p:stCondLst>
                                        <p:cond delay="300"/>
                                      </p:stCondLst>
                                      <p:childTnLst>
                                        <p:set>
                                          <p:cBhvr>
                                            <p:cTn id="14" dur="1" fill="hold">
                                              <p:stCondLst>
                                                <p:cond delay="0"/>
                                              </p:stCondLst>
                                            </p:cTn>
                                            <p:tgtEl>
                                              <p:spTgt spid="30"/>
                                            </p:tgtEl>
                                            <p:attrNameLst>
                                              <p:attrName>style.visibility</p:attrName>
                                            </p:attrNameLst>
                                          </p:cBhvr>
                                          <p:to>
                                            <p:strVal val="visible"/>
                                          </p:to>
                                        </p:set>
                                        <p:anim calcmode="lin" valueType="num" p14:bounceEnd="50000">
                                          <p:cBhvr additive="base">
                                            <p:cTn id="15" dur="500" fill="hold"/>
                                            <p:tgtEl>
                                              <p:spTgt spid="30"/>
                                            </p:tgtEl>
                                            <p:attrNameLst>
                                              <p:attrName>ppt_x</p:attrName>
                                            </p:attrNameLst>
                                          </p:cBhvr>
                                          <p:tavLst>
                                            <p:tav tm="0">
                                              <p:val>
                                                <p:strVal val="#ppt_x"/>
                                              </p:val>
                                            </p:tav>
                                            <p:tav tm="100000">
                                              <p:val>
                                                <p:strVal val="#ppt_x"/>
                                              </p:val>
                                            </p:tav>
                                          </p:tavLst>
                                        </p:anim>
                                        <p:anim calcmode="lin" valueType="num" p14:bounceEnd="50000">
                                          <p:cBhvr additive="base">
                                            <p:cTn id="16" dur="500" fill="hold"/>
                                            <p:tgtEl>
                                              <p:spTgt spid="30"/>
                                            </p:tgtEl>
                                            <p:attrNameLst>
                                              <p:attrName>ppt_y</p:attrName>
                                            </p:attrNameLst>
                                          </p:cBhvr>
                                          <p:tavLst>
                                            <p:tav tm="0">
                                              <p:val>
                                                <p:strVal val="0-#ppt_h/2"/>
                                              </p:val>
                                            </p:tav>
                                            <p:tav tm="100000">
                                              <p:val>
                                                <p:strVal val="#ppt_y"/>
                                              </p:val>
                                            </p:tav>
                                          </p:tavLst>
                                        </p:anim>
                                      </p:childTnLst>
                                    </p:cTn>
                                  </p:par>
                                  <p:par>
                                    <p:cTn id="17" presetID="2" presetClass="entr" presetSubtype="1" fill="hold" nodeType="withEffect" p14:presetBounceEnd="50000">
                                      <p:stCondLst>
                                        <p:cond delay="400"/>
                                      </p:stCondLst>
                                      <p:childTnLst>
                                        <p:set>
                                          <p:cBhvr>
                                            <p:cTn id="18" dur="1" fill="hold">
                                              <p:stCondLst>
                                                <p:cond delay="0"/>
                                              </p:stCondLst>
                                            </p:cTn>
                                            <p:tgtEl>
                                              <p:spTgt spid="36"/>
                                            </p:tgtEl>
                                            <p:attrNameLst>
                                              <p:attrName>style.visibility</p:attrName>
                                            </p:attrNameLst>
                                          </p:cBhvr>
                                          <p:to>
                                            <p:strVal val="visible"/>
                                          </p:to>
                                        </p:set>
                                        <p:anim calcmode="lin" valueType="num" p14:bounceEnd="50000">
                                          <p:cBhvr additive="base">
                                            <p:cTn id="19" dur="500" fill="hold"/>
                                            <p:tgtEl>
                                              <p:spTgt spid="36"/>
                                            </p:tgtEl>
                                            <p:attrNameLst>
                                              <p:attrName>ppt_x</p:attrName>
                                            </p:attrNameLst>
                                          </p:cBhvr>
                                          <p:tavLst>
                                            <p:tav tm="0">
                                              <p:val>
                                                <p:strVal val="#ppt_x"/>
                                              </p:val>
                                            </p:tav>
                                            <p:tav tm="100000">
                                              <p:val>
                                                <p:strVal val="#ppt_x"/>
                                              </p:val>
                                            </p:tav>
                                          </p:tavLst>
                                        </p:anim>
                                        <p:anim calcmode="lin" valueType="num" p14:bounceEnd="50000">
                                          <p:cBhvr additive="base">
                                            <p:cTn id="20" dur="500" fill="hold"/>
                                            <p:tgtEl>
                                              <p:spTgt spid="36"/>
                                            </p:tgtEl>
                                            <p:attrNameLst>
                                              <p:attrName>ppt_y</p:attrName>
                                            </p:attrNameLst>
                                          </p:cBhvr>
                                          <p:tavLst>
                                            <p:tav tm="0">
                                              <p:val>
                                                <p:strVal val="0-#ppt_h/2"/>
                                              </p:val>
                                            </p:tav>
                                            <p:tav tm="100000">
                                              <p:val>
                                                <p:strVal val="#ppt_y"/>
                                              </p:val>
                                            </p:tav>
                                          </p:tavLst>
                                        </p:anim>
                                      </p:childTnLst>
                                    </p:cTn>
                                  </p:par>
                                </p:childTnLst>
                              </p:cTn>
                            </p:par>
                            <p:par>
                              <p:cTn id="21" fill="hold">
                                <p:stCondLst>
                                  <p:cond delay="900"/>
                                </p:stCondLst>
                                <p:childTnLst>
                                  <p:par>
                                    <p:cTn id="22" presetID="56" presetClass="entr" presetSubtype="0" fill="hold" grpId="0" nodeType="afterEffect">
                                      <p:stCondLst>
                                        <p:cond delay="0"/>
                                      </p:stCondLst>
                                      <p:iterate type="lt">
                                        <p:tmPct val="10000"/>
                                      </p:iterate>
                                      <p:childTnLst>
                                        <p:set>
                                          <p:cBhvr>
                                            <p:cTn id="23" dur="1" fill="hold">
                                              <p:stCondLst>
                                                <p:cond delay="0"/>
                                              </p:stCondLst>
                                            </p:cTn>
                                            <p:tgtEl>
                                              <p:spTgt spid="43"/>
                                            </p:tgtEl>
                                            <p:attrNameLst>
                                              <p:attrName>style.visibility</p:attrName>
                                            </p:attrNameLst>
                                          </p:cBhvr>
                                          <p:to>
                                            <p:strVal val="visible"/>
                                          </p:to>
                                        </p:set>
                                        <p:anim by="(-#ppt_w*2)" calcmode="lin" valueType="num">
                                          <p:cBhvr rctx="PPT">
                                            <p:cTn id="24" dur="500" autoRev="1" fill="hold">
                                              <p:stCondLst>
                                                <p:cond delay="0"/>
                                              </p:stCondLst>
                                            </p:cTn>
                                            <p:tgtEl>
                                              <p:spTgt spid="43"/>
                                            </p:tgtEl>
                                            <p:attrNameLst>
                                              <p:attrName>ppt_w</p:attrName>
                                            </p:attrNameLst>
                                          </p:cBhvr>
                                        </p:anim>
                                        <p:anim by="(#ppt_w*0.50)" calcmode="lin" valueType="num">
                                          <p:cBhvr>
                                            <p:cTn id="25" dur="500" decel="50000" autoRev="1" fill="hold">
                                              <p:stCondLst>
                                                <p:cond delay="0"/>
                                              </p:stCondLst>
                                            </p:cTn>
                                            <p:tgtEl>
                                              <p:spTgt spid="43"/>
                                            </p:tgtEl>
                                            <p:attrNameLst>
                                              <p:attrName>ppt_x</p:attrName>
                                            </p:attrNameLst>
                                          </p:cBhvr>
                                        </p:anim>
                                        <p:anim from="(-#ppt_h/2)" to="(#ppt_y)" calcmode="lin" valueType="num">
                                          <p:cBhvr>
                                            <p:cTn id="26" dur="1000" fill="hold">
                                              <p:stCondLst>
                                                <p:cond delay="0"/>
                                              </p:stCondLst>
                                            </p:cTn>
                                            <p:tgtEl>
                                              <p:spTgt spid="43"/>
                                            </p:tgtEl>
                                            <p:attrNameLst>
                                              <p:attrName>ppt_y</p:attrName>
                                            </p:attrNameLst>
                                          </p:cBhvr>
                                        </p:anim>
                                        <p:animRot by="21600000">
                                          <p:cBhvr>
                                            <p:cTn id="27" dur="1000" fill="hold">
                                              <p:stCondLst>
                                                <p:cond delay="0"/>
                                              </p:stCondLst>
                                            </p:cTn>
                                            <p:tgtEl>
                                              <p:spTgt spid="43"/>
                                            </p:tgtEl>
                                            <p:attrNameLst>
                                              <p:attrName>r</p:attrName>
                                            </p:attrNameLst>
                                          </p:cBhvr>
                                        </p:animRot>
                                      </p:childTnLst>
                                    </p:cTn>
                                  </p:par>
                                </p:childTnLst>
                              </p:cTn>
                            </p:par>
                            <p:par>
                              <p:cTn id="28" fill="hold">
                                <p:stCondLst>
                                  <p:cond delay="2200"/>
                                </p:stCondLst>
                                <p:childTnLst>
                                  <p:par>
                                    <p:cTn id="29" presetID="22" presetClass="entr" presetSubtype="8" fill="hold" grpId="0" nodeType="afterEffect">
                                      <p:stCondLst>
                                        <p:cond delay="0"/>
                                      </p:stCondLst>
                                      <p:childTnLst>
                                        <p:set>
                                          <p:cBhvr>
                                            <p:cTn id="30" dur="1" fill="hold">
                                              <p:stCondLst>
                                                <p:cond delay="0"/>
                                              </p:stCondLst>
                                            </p:cTn>
                                            <p:tgtEl>
                                              <p:spTgt spid="45"/>
                                            </p:tgtEl>
                                            <p:attrNameLst>
                                              <p:attrName>style.visibility</p:attrName>
                                            </p:attrNameLst>
                                          </p:cBhvr>
                                          <p:to>
                                            <p:strVal val="visible"/>
                                          </p:to>
                                        </p:set>
                                        <p:animEffect transition="in" filter="wipe(left)">
                                          <p:cBhvr>
                                            <p:cTn id="31" dur="500"/>
                                            <p:tgtEl>
                                              <p:spTgt spid="45"/>
                                            </p:tgtEl>
                                          </p:cBhvr>
                                        </p:animEffect>
                                      </p:childTnLst>
                                    </p:cTn>
                                  </p:par>
                                </p:childTnLst>
                              </p:cTn>
                            </p:par>
                            <p:par>
                              <p:cTn id="32" fill="hold">
                                <p:stCondLst>
                                  <p:cond delay="2700"/>
                                </p:stCondLst>
                                <p:childTnLst>
                                  <p:par>
                                    <p:cTn id="33" presetID="22" presetClass="entr" presetSubtype="8" fill="hold" grpId="0" nodeType="afterEffect">
                                      <p:stCondLst>
                                        <p:cond delay="0"/>
                                      </p:stCondLst>
                                      <p:childTnLst>
                                        <p:set>
                                          <p:cBhvr>
                                            <p:cTn id="34" dur="1" fill="hold">
                                              <p:stCondLst>
                                                <p:cond delay="0"/>
                                              </p:stCondLst>
                                            </p:cTn>
                                            <p:tgtEl>
                                              <p:spTgt spid="44"/>
                                            </p:tgtEl>
                                            <p:attrNameLst>
                                              <p:attrName>style.visibility</p:attrName>
                                            </p:attrNameLst>
                                          </p:cBhvr>
                                          <p:to>
                                            <p:strVal val="visible"/>
                                          </p:to>
                                        </p:set>
                                        <p:animEffect transition="in" filter="wipe(left)">
                                          <p:cBhvr>
                                            <p:cTn id="35"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4" grpId="0"/>
          <p:bldP spid="45"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0-#ppt_h/2"/>
                                              </p:val>
                                            </p:tav>
                                            <p:tav tm="100000">
                                              <p:val>
                                                <p:strVal val="#ppt_y"/>
                                              </p:val>
                                            </p:tav>
                                          </p:tavLst>
                                        </p:anim>
                                      </p:childTnLst>
                                    </p:cTn>
                                  </p:par>
                                  <p:par>
                                    <p:cTn id="9" presetID="2" presetClass="entr" presetSubtype="1" fill="hold" nodeType="withEffect">
                                      <p:stCondLst>
                                        <p:cond delay="200"/>
                                      </p:stCondLst>
                                      <p:childTnLst>
                                        <p:set>
                                          <p:cBhvr>
                                            <p:cTn id="10" dur="1" fill="hold">
                                              <p:stCondLst>
                                                <p:cond delay="0"/>
                                              </p:stCondLst>
                                            </p:cTn>
                                            <p:tgtEl>
                                              <p:spTgt spid="26"/>
                                            </p:tgtEl>
                                            <p:attrNameLst>
                                              <p:attrName>style.visibility</p:attrName>
                                            </p:attrNameLst>
                                          </p:cBhvr>
                                          <p:to>
                                            <p:strVal val="visible"/>
                                          </p:to>
                                        </p:set>
                                        <p:anim calcmode="lin" valueType="num">
                                          <p:cBhvr additive="base">
                                            <p:cTn id="11" dur="500" fill="hold"/>
                                            <p:tgtEl>
                                              <p:spTgt spid="26"/>
                                            </p:tgtEl>
                                            <p:attrNameLst>
                                              <p:attrName>ppt_x</p:attrName>
                                            </p:attrNameLst>
                                          </p:cBhvr>
                                          <p:tavLst>
                                            <p:tav tm="0">
                                              <p:val>
                                                <p:strVal val="#ppt_x"/>
                                              </p:val>
                                            </p:tav>
                                            <p:tav tm="100000">
                                              <p:val>
                                                <p:strVal val="#ppt_x"/>
                                              </p:val>
                                            </p:tav>
                                          </p:tavLst>
                                        </p:anim>
                                        <p:anim calcmode="lin" valueType="num">
                                          <p:cBhvr additive="base">
                                            <p:cTn id="12" dur="500" fill="hold"/>
                                            <p:tgtEl>
                                              <p:spTgt spid="26"/>
                                            </p:tgtEl>
                                            <p:attrNameLst>
                                              <p:attrName>ppt_y</p:attrName>
                                            </p:attrNameLst>
                                          </p:cBhvr>
                                          <p:tavLst>
                                            <p:tav tm="0">
                                              <p:val>
                                                <p:strVal val="0-#ppt_h/2"/>
                                              </p:val>
                                            </p:tav>
                                            <p:tav tm="100000">
                                              <p:val>
                                                <p:strVal val="#ppt_y"/>
                                              </p:val>
                                            </p:tav>
                                          </p:tavLst>
                                        </p:anim>
                                      </p:childTnLst>
                                    </p:cTn>
                                  </p:par>
                                  <p:par>
                                    <p:cTn id="13" presetID="2" presetClass="entr" presetSubtype="1" fill="hold" nodeType="withEffect">
                                      <p:stCondLst>
                                        <p:cond delay="300"/>
                                      </p:stCondLst>
                                      <p:childTnLst>
                                        <p:set>
                                          <p:cBhvr>
                                            <p:cTn id="14" dur="1" fill="hold">
                                              <p:stCondLst>
                                                <p:cond delay="0"/>
                                              </p:stCondLst>
                                            </p:cTn>
                                            <p:tgtEl>
                                              <p:spTgt spid="30"/>
                                            </p:tgtEl>
                                            <p:attrNameLst>
                                              <p:attrName>style.visibility</p:attrName>
                                            </p:attrNameLst>
                                          </p:cBhvr>
                                          <p:to>
                                            <p:strVal val="visible"/>
                                          </p:to>
                                        </p:set>
                                        <p:anim calcmode="lin" valueType="num">
                                          <p:cBhvr additive="base">
                                            <p:cTn id="15" dur="500" fill="hold"/>
                                            <p:tgtEl>
                                              <p:spTgt spid="30"/>
                                            </p:tgtEl>
                                            <p:attrNameLst>
                                              <p:attrName>ppt_x</p:attrName>
                                            </p:attrNameLst>
                                          </p:cBhvr>
                                          <p:tavLst>
                                            <p:tav tm="0">
                                              <p:val>
                                                <p:strVal val="#ppt_x"/>
                                              </p:val>
                                            </p:tav>
                                            <p:tav tm="100000">
                                              <p:val>
                                                <p:strVal val="#ppt_x"/>
                                              </p:val>
                                            </p:tav>
                                          </p:tavLst>
                                        </p:anim>
                                        <p:anim calcmode="lin" valueType="num">
                                          <p:cBhvr additive="base">
                                            <p:cTn id="16" dur="500" fill="hold"/>
                                            <p:tgtEl>
                                              <p:spTgt spid="30"/>
                                            </p:tgtEl>
                                            <p:attrNameLst>
                                              <p:attrName>ppt_y</p:attrName>
                                            </p:attrNameLst>
                                          </p:cBhvr>
                                          <p:tavLst>
                                            <p:tav tm="0">
                                              <p:val>
                                                <p:strVal val="0-#ppt_h/2"/>
                                              </p:val>
                                            </p:tav>
                                            <p:tav tm="100000">
                                              <p:val>
                                                <p:strVal val="#ppt_y"/>
                                              </p:val>
                                            </p:tav>
                                          </p:tavLst>
                                        </p:anim>
                                      </p:childTnLst>
                                    </p:cTn>
                                  </p:par>
                                  <p:par>
                                    <p:cTn id="17" presetID="2" presetClass="entr" presetSubtype="1" fill="hold" nodeType="withEffect">
                                      <p:stCondLst>
                                        <p:cond delay="400"/>
                                      </p:stCondLst>
                                      <p:childTnLst>
                                        <p:set>
                                          <p:cBhvr>
                                            <p:cTn id="18" dur="1" fill="hold">
                                              <p:stCondLst>
                                                <p:cond delay="0"/>
                                              </p:stCondLst>
                                            </p:cTn>
                                            <p:tgtEl>
                                              <p:spTgt spid="36"/>
                                            </p:tgtEl>
                                            <p:attrNameLst>
                                              <p:attrName>style.visibility</p:attrName>
                                            </p:attrNameLst>
                                          </p:cBhvr>
                                          <p:to>
                                            <p:strVal val="visible"/>
                                          </p:to>
                                        </p:set>
                                        <p:anim calcmode="lin" valueType="num">
                                          <p:cBhvr additive="base">
                                            <p:cTn id="19" dur="500" fill="hold"/>
                                            <p:tgtEl>
                                              <p:spTgt spid="36"/>
                                            </p:tgtEl>
                                            <p:attrNameLst>
                                              <p:attrName>ppt_x</p:attrName>
                                            </p:attrNameLst>
                                          </p:cBhvr>
                                          <p:tavLst>
                                            <p:tav tm="0">
                                              <p:val>
                                                <p:strVal val="#ppt_x"/>
                                              </p:val>
                                            </p:tav>
                                            <p:tav tm="100000">
                                              <p:val>
                                                <p:strVal val="#ppt_x"/>
                                              </p:val>
                                            </p:tav>
                                          </p:tavLst>
                                        </p:anim>
                                        <p:anim calcmode="lin" valueType="num">
                                          <p:cBhvr additive="base">
                                            <p:cTn id="20" dur="500" fill="hold"/>
                                            <p:tgtEl>
                                              <p:spTgt spid="36"/>
                                            </p:tgtEl>
                                            <p:attrNameLst>
                                              <p:attrName>ppt_y</p:attrName>
                                            </p:attrNameLst>
                                          </p:cBhvr>
                                          <p:tavLst>
                                            <p:tav tm="0">
                                              <p:val>
                                                <p:strVal val="0-#ppt_h/2"/>
                                              </p:val>
                                            </p:tav>
                                            <p:tav tm="100000">
                                              <p:val>
                                                <p:strVal val="#ppt_y"/>
                                              </p:val>
                                            </p:tav>
                                          </p:tavLst>
                                        </p:anim>
                                      </p:childTnLst>
                                    </p:cTn>
                                  </p:par>
                                </p:childTnLst>
                              </p:cTn>
                            </p:par>
                            <p:par>
                              <p:cTn id="21" fill="hold">
                                <p:stCondLst>
                                  <p:cond delay="900"/>
                                </p:stCondLst>
                                <p:childTnLst>
                                  <p:par>
                                    <p:cTn id="22" presetID="56" presetClass="entr" presetSubtype="0" fill="hold" grpId="0" nodeType="afterEffect">
                                      <p:stCondLst>
                                        <p:cond delay="0"/>
                                      </p:stCondLst>
                                      <p:iterate type="lt">
                                        <p:tmPct val="10000"/>
                                      </p:iterate>
                                      <p:childTnLst>
                                        <p:set>
                                          <p:cBhvr>
                                            <p:cTn id="23" dur="1" fill="hold">
                                              <p:stCondLst>
                                                <p:cond delay="0"/>
                                              </p:stCondLst>
                                            </p:cTn>
                                            <p:tgtEl>
                                              <p:spTgt spid="43"/>
                                            </p:tgtEl>
                                            <p:attrNameLst>
                                              <p:attrName>style.visibility</p:attrName>
                                            </p:attrNameLst>
                                          </p:cBhvr>
                                          <p:to>
                                            <p:strVal val="visible"/>
                                          </p:to>
                                        </p:set>
                                        <p:anim by="(-#ppt_w*2)" calcmode="lin" valueType="num">
                                          <p:cBhvr rctx="PPT">
                                            <p:cTn id="24" dur="500" autoRev="1" fill="hold">
                                              <p:stCondLst>
                                                <p:cond delay="0"/>
                                              </p:stCondLst>
                                            </p:cTn>
                                            <p:tgtEl>
                                              <p:spTgt spid="43"/>
                                            </p:tgtEl>
                                            <p:attrNameLst>
                                              <p:attrName>ppt_w</p:attrName>
                                            </p:attrNameLst>
                                          </p:cBhvr>
                                        </p:anim>
                                        <p:anim by="(#ppt_w*0.50)" calcmode="lin" valueType="num">
                                          <p:cBhvr>
                                            <p:cTn id="25" dur="500" decel="50000" autoRev="1" fill="hold">
                                              <p:stCondLst>
                                                <p:cond delay="0"/>
                                              </p:stCondLst>
                                            </p:cTn>
                                            <p:tgtEl>
                                              <p:spTgt spid="43"/>
                                            </p:tgtEl>
                                            <p:attrNameLst>
                                              <p:attrName>ppt_x</p:attrName>
                                            </p:attrNameLst>
                                          </p:cBhvr>
                                        </p:anim>
                                        <p:anim from="(-#ppt_h/2)" to="(#ppt_y)" calcmode="lin" valueType="num">
                                          <p:cBhvr>
                                            <p:cTn id="26" dur="1000" fill="hold">
                                              <p:stCondLst>
                                                <p:cond delay="0"/>
                                              </p:stCondLst>
                                            </p:cTn>
                                            <p:tgtEl>
                                              <p:spTgt spid="43"/>
                                            </p:tgtEl>
                                            <p:attrNameLst>
                                              <p:attrName>ppt_y</p:attrName>
                                            </p:attrNameLst>
                                          </p:cBhvr>
                                        </p:anim>
                                        <p:animRot by="21600000">
                                          <p:cBhvr>
                                            <p:cTn id="27" dur="1000" fill="hold">
                                              <p:stCondLst>
                                                <p:cond delay="0"/>
                                              </p:stCondLst>
                                            </p:cTn>
                                            <p:tgtEl>
                                              <p:spTgt spid="43"/>
                                            </p:tgtEl>
                                            <p:attrNameLst>
                                              <p:attrName>r</p:attrName>
                                            </p:attrNameLst>
                                          </p:cBhvr>
                                        </p:animRot>
                                      </p:childTnLst>
                                    </p:cTn>
                                  </p:par>
                                </p:childTnLst>
                              </p:cTn>
                            </p:par>
                            <p:par>
                              <p:cTn id="28" fill="hold">
                                <p:stCondLst>
                                  <p:cond delay="2200"/>
                                </p:stCondLst>
                                <p:childTnLst>
                                  <p:par>
                                    <p:cTn id="29" presetID="22" presetClass="entr" presetSubtype="8" fill="hold" grpId="0" nodeType="afterEffect">
                                      <p:stCondLst>
                                        <p:cond delay="0"/>
                                      </p:stCondLst>
                                      <p:childTnLst>
                                        <p:set>
                                          <p:cBhvr>
                                            <p:cTn id="30" dur="1" fill="hold">
                                              <p:stCondLst>
                                                <p:cond delay="0"/>
                                              </p:stCondLst>
                                            </p:cTn>
                                            <p:tgtEl>
                                              <p:spTgt spid="45"/>
                                            </p:tgtEl>
                                            <p:attrNameLst>
                                              <p:attrName>style.visibility</p:attrName>
                                            </p:attrNameLst>
                                          </p:cBhvr>
                                          <p:to>
                                            <p:strVal val="visible"/>
                                          </p:to>
                                        </p:set>
                                        <p:animEffect transition="in" filter="wipe(left)">
                                          <p:cBhvr>
                                            <p:cTn id="31" dur="500"/>
                                            <p:tgtEl>
                                              <p:spTgt spid="45"/>
                                            </p:tgtEl>
                                          </p:cBhvr>
                                        </p:animEffect>
                                      </p:childTnLst>
                                    </p:cTn>
                                  </p:par>
                                </p:childTnLst>
                              </p:cTn>
                            </p:par>
                            <p:par>
                              <p:cTn id="32" fill="hold">
                                <p:stCondLst>
                                  <p:cond delay="2700"/>
                                </p:stCondLst>
                                <p:childTnLst>
                                  <p:par>
                                    <p:cTn id="33" presetID="22" presetClass="entr" presetSubtype="8" fill="hold" grpId="0" nodeType="afterEffect">
                                      <p:stCondLst>
                                        <p:cond delay="0"/>
                                      </p:stCondLst>
                                      <p:childTnLst>
                                        <p:set>
                                          <p:cBhvr>
                                            <p:cTn id="34" dur="1" fill="hold">
                                              <p:stCondLst>
                                                <p:cond delay="0"/>
                                              </p:stCondLst>
                                            </p:cTn>
                                            <p:tgtEl>
                                              <p:spTgt spid="44"/>
                                            </p:tgtEl>
                                            <p:attrNameLst>
                                              <p:attrName>style.visibility</p:attrName>
                                            </p:attrNameLst>
                                          </p:cBhvr>
                                          <p:to>
                                            <p:strVal val="visible"/>
                                          </p:to>
                                        </p:set>
                                        <p:animEffect transition="in" filter="wipe(left)">
                                          <p:cBhvr>
                                            <p:cTn id="35"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4" grpId="0"/>
          <p:bldP spid="45" grpId="0"/>
        </p:bldLst>
      </p:timing>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547666" y="3327835"/>
            <a:ext cx="6455579" cy="12695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400"/>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模板下载：</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2"/>
              </a:rPr>
              <a:t>www.1ppt.com/moban/</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行业</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3"/>
              </a:rPr>
              <a:t>www.1ppt.com/hangye/</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pPr defTabSz="914400"/>
            <a:r>
              <a:rPr lang="zh-CN" altLang="en-US" sz="1100" dirty="0">
                <a:solidFill>
                  <a:srgbClr val="EEECE1">
                    <a:lumMod val="25000"/>
                  </a:srgbClr>
                </a:solidFill>
                <a:latin typeface="微软雅黑" panose="020B0503020204020204" pitchFamily="34" charset="-122"/>
                <a:ea typeface="微软雅黑" panose="020B0503020204020204" pitchFamily="34" charset="-122"/>
              </a:rPr>
              <a:t>节日</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4"/>
              </a:rPr>
              <a:t>www.1ppt.com/jieri/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素材下载：</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5"/>
              </a:rPr>
              <a:t>www.1ppt.com/sucai/</a:t>
            </a:r>
            <a:endParaRPr lang="en-US" altLang="zh-CN" sz="1100" dirty="0">
              <a:solidFill>
                <a:srgbClr val="EEECE1">
                  <a:lumMod val="25000"/>
                </a:srgbClr>
              </a:solidFill>
              <a:latin typeface="微软雅黑" panose="020B0503020204020204" pitchFamily="34" charset="-122"/>
              <a:ea typeface="微软雅黑" panose="020B0503020204020204" pitchFamily="34" charset="-122"/>
            </a:endParaRPr>
          </a:p>
          <a:p>
            <a:pPr defTabSz="914400"/>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背景图片：</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6"/>
              </a:rPr>
              <a:t>www.1ppt.com/beijing/</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图表下载：</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7"/>
              </a:rPr>
              <a:t>www.1ppt.com/tubiao/</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pPr defTabSz="914400"/>
            <a:r>
              <a:rPr lang="zh-CN" altLang="en-US" sz="1100" dirty="0">
                <a:solidFill>
                  <a:srgbClr val="EEECE1">
                    <a:lumMod val="25000"/>
                  </a:srgbClr>
                </a:solidFill>
                <a:latin typeface="微软雅黑" panose="020B0503020204020204" pitchFamily="34" charset="-122"/>
                <a:ea typeface="微软雅黑" panose="020B0503020204020204" pitchFamily="34" charset="-122"/>
              </a:rPr>
              <a:t>优秀</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下载：</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8"/>
              </a:rPr>
              <a:t>www.1ppt.com/xiazai/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教程：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9"/>
              </a:rPr>
              <a:t>www.1ppt.com/powerpoint/</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pPr defTabSz="914400"/>
            <a:r>
              <a:rPr lang="en-US" altLang="zh-CN" sz="1100" dirty="0">
                <a:solidFill>
                  <a:srgbClr val="EEECE1">
                    <a:lumMod val="25000"/>
                  </a:srgbClr>
                </a:solidFill>
                <a:latin typeface="微软雅黑" panose="020B0503020204020204" pitchFamily="34" charset="-122"/>
                <a:ea typeface="微软雅黑" panose="020B0503020204020204" pitchFamily="34" charset="-122"/>
              </a:rPr>
              <a:t>Word</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教程：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0"/>
              </a:rPr>
              <a:t>www.1ppt.com/word/</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Excel</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教程：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1"/>
              </a:rPr>
              <a:t>www.1ppt.com/excel/</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pPr defTabSz="914400"/>
            <a:r>
              <a:rPr lang="zh-CN" altLang="en-US" sz="1100" dirty="0">
                <a:solidFill>
                  <a:srgbClr val="EEECE1">
                    <a:lumMod val="25000"/>
                  </a:srgbClr>
                </a:solidFill>
                <a:latin typeface="微软雅黑" panose="020B0503020204020204" pitchFamily="34" charset="-122"/>
                <a:ea typeface="微软雅黑" panose="020B0503020204020204" pitchFamily="34" charset="-122"/>
              </a:rPr>
              <a:t>资料下载：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2"/>
              </a:rPr>
              <a:t>www.1ppt.com/ziliao/</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课件下载：</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3"/>
              </a:rPr>
              <a:t>www.1ppt.com/kejian/</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pPr defTabSz="914400"/>
            <a:r>
              <a:rPr lang="zh-CN" altLang="en-US" sz="1100" dirty="0">
                <a:solidFill>
                  <a:srgbClr val="EEECE1">
                    <a:lumMod val="25000"/>
                  </a:srgbClr>
                </a:solidFill>
                <a:latin typeface="微软雅黑" panose="020B0503020204020204" pitchFamily="34" charset="-122"/>
                <a:ea typeface="微软雅黑" panose="020B0503020204020204" pitchFamily="34" charset="-122"/>
              </a:rPr>
              <a:t>范文下载：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4"/>
              </a:rPr>
              <a:t>www.1ppt.com/fanwen/</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试卷下载：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5"/>
              </a:rPr>
              <a:t>www.1ppt.com/shiti/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pPr defTabSz="914400"/>
            <a:r>
              <a:rPr lang="zh-CN" altLang="en-US" sz="1100" dirty="0">
                <a:solidFill>
                  <a:srgbClr val="EEECE1">
                    <a:lumMod val="25000"/>
                  </a:srgbClr>
                </a:solidFill>
                <a:latin typeface="微软雅黑" panose="020B0503020204020204" pitchFamily="34" charset="-122"/>
                <a:ea typeface="微软雅黑" panose="020B0503020204020204" pitchFamily="34" charset="-122"/>
              </a:rPr>
              <a:t>教案下载：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6"/>
              </a:rPr>
              <a:t>www.1ppt.com/jiaoan/</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论坛：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7"/>
              </a:rPr>
              <a:t>www.1ppt.cn</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endParaRPr lang="zh-CN" altLang="en-US" sz="1100" dirty="0">
              <a:solidFill>
                <a:srgbClr val="EEECE1">
                  <a:lumMod val="25000"/>
                </a:srgbClr>
              </a:solidFill>
              <a:latin typeface="微软雅黑" panose="020B0503020204020204" pitchFamily="34" charset="-122"/>
              <a:ea typeface="微软雅黑" panose="020B0503020204020204" pitchFamily="34" charset="-122"/>
            </a:endParaRPr>
          </a:p>
        </p:txBody>
      </p:sp>
      <p:sp>
        <p:nvSpPr>
          <p:cNvPr id="3" name="Rectangle 17"/>
          <p:cNvSpPr>
            <a:spLocks noChangeArrowheads="1"/>
          </p:cNvSpPr>
          <p:nvPr/>
        </p:nvSpPr>
        <p:spPr bwMode="gray">
          <a:xfrm>
            <a:off x="0" y="2248707"/>
            <a:ext cx="9144000" cy="1025122"/>
          </a:xfrm>
          <a:prstGeom prst="rect">
            <a:avLst/>
          </a:prstGeom>
          <a:solidFill>
            <a:schemeClr val="tx2">
              <a:lumMod val="75000"/>
            </a:schemeClr>
          </a:solidFill>
          <a:ln w="9525">
            <a:noFill/>
            <a:miter lim="800000"/>
            <a:headEnd/>
            <a:tailEnd/>
          </a:ln>
        </p:spPr>
        <p:txBody>
          <a:bodyPr wrap="none" anchor="ctr"/>
          <a:lstStyle/>
          <a:p>
            <a:pPr defTabSz="914400">
              <a:defRPr/>
            </a:pPr>
            <a:endParaRPr lang="zh-CN" altLang="en-US" sz="1800" kern="0" dirty="0">
              <a:solidFill>
                <a:srgbClr val="005397"/>
              </a:solidFill>
              <a:latin typeface="Arial"/>
              <a:ea typeface="微软雅黑"/>
            </a:endParaRPr>
          </a:p>
        </p:txBody>
      </p:sp>
      <p:pic>
        <p:nvPicPr>
          <p:cNvPr id="10" name="图片 9"/>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820802" y="236386"/>
            <a:ext cx="7711638" cy="2011329"/>
          </a:xfrm>
          <a:prstGeom prst="rect">
            <a:avLst/>
          </a:prstGeom>
          <a:noFill/>
          <a:ln>
            <a:noFill/>
          </a:ln>
        </p:spPr>
      </p:pic>
      <p:sp>
        <p:nvSpPr>
          <p:cNvPr id="15" name="Rectangle 3"/>
          <p:cNvSpPr>
            <a:spLocks noChangeArrowheads="1"/>
          </p:cNvSpPr>
          <p:nvPr/>
        </p:nvSpPr>
        <p:spPr bwMode="auto">
          <a:xfrm>
            <a:off x="468315" y="2323010"/>
            <a:ext cx="4103687" cy="1214009"/>
          </a:xfrm>
          <a:prstGeom prst="rect">
            <a:avLst/>
          </a:prstGeom>
          <a:noFill/>
          <a:ln w="3175" algn="ctr">
            <a:no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914400">
              <a:spcBef>
                <a:spcPct val="20000"/>
              </a:spcBef>
              <a:buClr>
                <a:srgbClr val="5B8CC1"/>
              </a:buClr>
              <a:buFont typeface="Wingdings" pitchFamily="2" charset="2"/>
              <a:buNone/>
              <a:defRPr/>
            </a:pPr>
            <a:r>
              <a:rPr lang="zh-CN" altLang="en-US" sz="2000" b="1" kern="0" dirty="0">
                <a:solidFill>
                  <a:prstClr val="white"/>
                </a:solidFill>
                <a:latin typeface="微软雅黑" pitchFamily="34" charset="-122"/>
                <a:ea typeface="微软雅黑" pitchFamily="34" charset="-122"/>
              </a:rPr>
              <a:t>可以在下列情况使用</a:t>
            </a:r>
            <a:endParaRPr lang="zh-CN" altLang="en-US" sz="1200" kern="0" dirty="0">
              <a:solidFill>
                <a:prstClr val="white"/>
              </a:solidFill>
              <a:latin typeface="微软雅黑" pitchFamily="34" charset="-122"/>
              <a:ea typeface="微软雅黑" pitchFamily="34" charset="-122"/>
            </a:endParaRPr>
          </a:p>
          <a:p>
            <a:pPr defTabSz="914400">
              <a:lnSpc>
                <a:spcPct val="150000"/>
              </a:lnSpc>
              <a:buClr>
                <a:srgbClr val="5B8CC1"/>
              </a:buClr>
              <a:buFont typeface="Wingdings" pitchFamily="2" charset="2"/>
              <a:buChar char="n"/>
              <a:defRPr/>
            </a:pPr>
            <a:r>
              <a:rPr lang="zh-CN" altLang="en-US" sz="1200" kern="0" dirty="0">
                <a:solidFill>
                  <a:prstClr val="white"/>
                </a:solidFill>
                <a:latin typeface="微软雅黑" pitchFamily="34" charset="-122"/>
                <a:ea typeface="微软雅黑" pitchFamily="34" charset="-122"/>
              </a:rPr>
              <a:t>不限次数的用于您个人</a:t>
            </a:r>
            <a:r>
              <a:rPr lang="en-US" altLang="zh-CN" sz="1200" kern="0" dirty="0">
                <a:solidFill>
                  <a:prstClr val="white"/>
                </a:solidFill>
                <a:latin typeface="微软雅黑" pitchFamily="34" charset="-122"/>
                <a:ea typeface="微软雅黑" pitchFamily="34" charset="-122"/>
              </a:rPr>
              <a:t>/</a:t>
            </a:r>
            <a:r>
              <a:rPr lang="zh-CN" altLang="en-US" sz="1200" kern="0" dirty="0">
                <a:solidFill>
                  <a:prstClr val="white"/>
                </a:solidFill>
                <a:latin typeface="微软雅黑" pitchFamily="34" charset="-122"/>
                <a:ea typeface="微软雅黑" pitchFamily="34" charset="-122"/>
              </a:rPr>
              <a:t>公司、企业的商业演示。</a:t>
            </a:r>
          </a:p>
          <a:p>
            <a:pPr defTabSz="914400">
              <a:lnSpc>
                <a:spcPct val="150000"/>
              </a:lnSpc>
              <a:buClr>
                <a:srgbClr val="5B8CC1"/>
              </a:buClr>
              <a:buFont typeface="Wingdings" pitchFamily="2" charset="2"/>
              <a:buChar char="n"/>
              <a:defRPr/>
            </a:pPr>
            <a:r>
              <a:rPr lang="zh-CN" altLang="en-US" sz="1200" kern="0" dirty="0">
                <a:solidFill>
                  <a:prstClr val="white"/>
                </a:solidFill>
                <a:latin typeface="微软雅黑" pitchFamily="34" charset="-122"/>
                <a:ea typeface="微软雅黑" pitchFamily="34" charset="-122"/>
              </a:rPr>
              <a:t>拷贝模板中的内容用于其它幻灯片母版中使用。</a:t>
            </a:r>
          </a:p>
        </p:txBody>
      </p:sp>
      <p:sp>
        <p:nvSpPr>
          <p:cNvPr id="16" name="Rectangle 4"/>
          <p:cNvSpPr>
            <a:spLocks noChangeArrowheads="1"/>
          </p:cNvSpPr>
          <p:nvPr/>
        </p:nvSpPr>
        <p:spPr bwMode="auto">
          <a:xfrm>
            <a:off x="4572000" y="2323010"/>
            <a:ext cx="4103688" cy="1160003"/>
          </a:xfrm>
          <a:prstGeom prst="rect">
            <a:avLst/>
          </a:prstGeom>
          <a:noFill/>
          <a:ln w="3175" algn="ctr">
            <a:no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914400">
              <a:spcBef>
                <a:spcPct val="20000"/>
              </a:spcBef>
              <a:buClr>
                <a:srgbClr val="5B8CC1"/>
              </a:buClr>
              <a:buFont typeface="Wingdings" pitchFamily="2" charset="2"/>
              <a:buNone/>
              <a:defRPr/>
            </a:pPr>
            <a:r>
              <a:rPr lang="zh-CN" altLang="en-US" sz="2000" b="1" kern="0" dirty="0">
                <a:solidFill>
                  <a:prstClr val="white"/>
                </a:solidFill>
                <a:latin typeface="微软雅黑" pitchFamily="34" charset="-122"/>
                <a:ea typeface="微软雅黑" pitchFamily="34" charset="-122"/>
              </a:rPr>
              <a:t>不可以在以下情况使用</a:t>
            </a:r>
            <a:endParaRPr lang="zh-CN" altLang="en-US" sz="1050" b="1" kern="0" dirty="0">
              <a:solidFill>
                <a:prstClr val="white"/>
              </a:solidFill>
              <a:latin typeface="微软雅黑" pitchFamily="34" charset="-122"/>
              <a:ea typeface="微软雅黑" pitchFamily="34" charset="-122"/>
            </a:endParaRPr>
          </a:p>
          <a:p>
            <a:pPr defTabSz="914400">
              <a:lnSpc>
                <a:spcPct val="150000"/>
              </a:lnSpc>
              <a:buClr>
                <a:srgbClr val="5B8CC1"/>
              </a:buClr>
              <a:buFont typeface="Wingdings" pitchFamily="2" charset="2"/>
              <a:buChar char="n"/>
              <a:defRPr/>
            </a:pPr>
            <a:r>
              <a:rPr lang="zh-CN" altLang="en-US" sz="1200" kern="0" dirty="0">
                <a:solidFill>
                  <a:prstClr val="white"/>
                </a:solidFill>
                <a:latin typeface="微软雅黑" pitchFamily="34" charset="-122"/>
                <a:ea typeface="微软雅黑" pitchFamily="34" charset="-122"/>
              </a:rPr>
              <a:t>用于任何形式的在线付费下载。</a:t>
            </a:r>
          </a:p>
          <a:p>
            <a:pPr defTabSz="914400">
              <a:lnSpc>
                <a:spcPct val="150000"/>
              </a:lnSpc>
              <a:buClr>
                <a:srgbClr val="5B8CC1"/>
              </a:buClr>
              <a:buFont typeface="Wingdings" pitchFamily="2" charset="2"/>
              <a:buChar char="n"/>
              <a:defRPr/>
            </a:pPr>
            <a:r>
              <a:rPr lang="zh-CN" altLang="en-US" sz="1200" kern="0" dirty="0">
                <a:solidFill>
                  <a:prstClr val="white"/>
                </a:solidFill>
                <a:latin typeface="微软雅黑" pitchFamily="34" charset="-122"/>
                <a:ea typeface="微软雅黑" pitchFamily="34" charset="-122"/>
              </a:rPr>
              <a:t>收集整理我们发布的免费资源后，刻录光碟销售。</a:t>
            </a:r>
            <a:endParaRPr lang="zh-CN" altLang="en-GB" sz="1200" kern="0" dirty="0">
              <a:solidFill>
                <a:prstClr val="white"/>
              </a:solidFill>
              <a:latin typeface="微软雅黑" pitchFamily="34" charset="-122"/>
              <a:ea typeface="微软雅黑" pitchFamily="34" charset="-122"/>
            </a:endParaRPr>
          </a:p>
        </p:txBody>
      </p:sp>
      <p:pic>
        <p:nvPicPr>
          <p:cNvPr id="17" name="Picture 10" descr="png-064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915816" y="2323010"/>
            <a:ext cx="393700"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1" descr="png-065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234001" y="2323010"/>
            <a:ext cx="393700"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3552636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ULTRA_SCORM_COURSE_ID" val="702340C2-10EE-4F09-AB17-C16ACF6052E8"/>
  <p:tag name="ISPRING_SCORM_ENDPOINT" val="&lt;endpoint&gt;&lt;enable&gt;0&lt;/enable&gt;&lt;lrs&gt;http://&lt;/lrs&gt;&lt;auth&gt;0&lt;/auth&gt;&lt;login&gt;&lt;/login&gt;&lt;password&gt;&lt;/password&gt;&lt;key&gt;&lt;/key&gt;&lt;name&gt;&lt;/name&gt;&lt;email&gt;&lt;/email&gt;&lt;/endpoint&gt;&#10;"/>
  <p:tag name="ISPRING_SCORM_RATE_SLIDES" val="1"/>
  <p:tag name="ISPRINGONLINEFOLDERID" val="0"/>
  <p:tag name="ISPRINGONLINEFOLDERPATH" val="Content List"/>
  <p:tag name="ISPRINGCLOUDFOLDERID" val="0"/>
  <p:tag name="ISPRINGCLOUDFOLDERPATH" val="Repository"/>
  <p:tag name="ISPRING_PLAYERS_CUSTOMIZATION" val="UEsDBBQAAgAIAGdQ+EgOaiROYgQAAAURAAAdAAAAdW5pdmVyc2FsL2NvbW1vbl9tZXNzYWdlcy5sbmetWG1v2zYQ/l6g/4EQUGADtrQd0KIYEge0xNhEZMmV6DjZMAiMxNhEKDHVi9vs037Nfth+yY6UncR9gaQkgG2YlO+54909d0cfHn/JFdqIspK6OHLeHrxxkChSnclideQs2MmvHxxU1bzIuNKFOHIK7aDj0csXh4oXq4avBHx/+QKhw1xUFSyrkVndr5HMjpz5OHHD2RwHF4kfTsJkTCfOyNX5DS9uka9X+qff3n/48vbd+58PX2/l+sDEM+z7+0DIIr170wMoYFHoJ4BG/CQg58wZmc9hcuGC+TQgzmj7ZZj0PCJnzsh8dsotoogELIl96pGExkkQMusLnzDiOaML3aA13whUa7SR4jOq1wLiWMtSoErJzD5INWwUjehS5oUzTIMkIjGLqMtoGDijWJfl7S8Wljf1WpegrkKZrPilEpnVCRljn9+UogLVvIaMQvCq1xJ+qXMui4NO1RFe0mCSsDD044QE3m7HGZEiQ17JjZqBKBGOSQQAJa9E+QjZxGaZFUdYqWEIUzqZ+vBmxoSpXK0VvOuhdswJxGAuii4pyBESQXbF8TKMPOM0UIU4uuFV9VmX2V5+PAxUFzAN3BBS0GUPwJnB2AFDjCXUjbIUad0FNiNxjCckGYfnkMjAu3CIRHgKdDsdInFBYqAIibtkAnxGJ9gkvKHYLv93/Eq5SWd1i3iagpxx30bqpoId41JggWVadTBMTUw+LiBsFPs/oHGLCt61q5XcCLCjzETZqQgqi0s8k0UfF/SP5ARTn3gJpJUXLhNmS57RmPNbVOga8WzDi1SgS5HyBnL9Fp5lMrPPTJyt/k+N/BvxeltVXm0LUuCR81dD7dmrYd8xq6nAproW+U3dpdo4bGv+Y6wwOf1DE/oc/XH6Y5cEOKLh80Smknmj2qr75PjcWTY0Rp1GPNFT/aP13JbEbW0dUyhYY6n7SxDopqZ/QANU/aVocAKK5m2JhhpOi6sBOoNwCxBo9FiMM3DVngln4MIB8ksyjimD2WgpLitZd44dlo1tgL4f2hTmPCVqcU/GS3GlYcJRgm/a6QO6kI10Z0AfDDd7rYJR5oPJAQCu2uQBSCVzsD/rgbmYkZ0H2gK/d5KlblRmyavktS3y4NsmF9+OTVelzu2u4tUuedsmc/wUK9rDRa3S+YD2f8e/3vF5QL/HRykmOHKniYsDl5hB33BV9RQCChhX+CxOfDw24sCFnNfpGprplW6KrCdQO6t75AQD2PbMseBluv7vn397YnxlSbuLtru/DwIBYpsqSO7A/gx0Laq/ukAYHu/L2UUfqe3dZifX86rDKGThs9wheNtacp3D1kG3XkjybdAwY9idzoAHsU173ZQwug1BmOHoFGqZncKd0YyX11AImdZqEIp1tUnAepj2++tlUytZiCGyT2sl5sCMzhPsefauDeRTMr1ue2YGN4p0e+lWcOnuC+ZOcQB19is8kcl6IKBtTbsqBERv1/c033zbqe5Wlf3D4vD1g/8v/gdQSwMEFAACAAgAZ1D4SLORUx7mAwAA3BAAACcAAAB1bml2ZXJzYWwvZmxhc2hfcHVibGlzaGluZ19zZXR0aW5ncy54bWzVWO9u2kgQ/85TrHzqx2LSJpcUGaIoAQWVQAqOrtXpFC3eAe9lvet611D66Z7mHqxPcrNeIFBIa9rjlBOKwLMzv/k/401w/ikRZAqZ5ko2vKNqzSMgI8W4nDS8u7D98swj2lDJqFASGp5UHjlvVoI0Hwmu4yEYg6yaIIzU9dQ0vNiYtO77s9msynWa2VMlcoP4uhqpxE8z0CANZH4q6By/zDwF7S0QSgDgX6LkQqxZqRASOKQbxXIBhDO0XHLrFBVtQXXs+Y5tRKOHSaZyyS6VUBnJJqOG98vZhf0seRzUFU9A2pjoJhIt2dQpY9xaQcWQfwYSA5/EaO7psUdmnJm44b2uvbIwyO5vwxTgzndqYS4VBkGaBX4ChjJqqHt0Cg18MnpJcCQ2lzThUYgnxAag4V2F98Nu56p13+uHreH9dXjTdTbsIRS23od7CIWdsNvah78s/PWH29ag2+m9vQ/7/W7YuX2UwohuBCTwNyMWYGRVnkWwClhg4jwZScoFFulXYdRgsMwFzSYQqjbHLI6p0OCRP1OYvMup4GaO3VDDbngASC90CpEZ2LQ1PJPl4D3COUA0DHO5qomTN6uaOD3bcN132h/d2mllQI2hUYzFg7TCtMBfJy3ZxkpuuGafyUgJtnIIkhGwHk1grSeGD1y2kfPII2NMgkBXLzJOhUe4QdejlbDOR9pwU/Ree52TIBYOCSA3w61QRDHN9EbEV1G3hR81f+8pA/oPFwpHeor1N5ULRuYqJ4I/ADGKYJrzBH/FQNabiYwzlRRU7HdDtOBo3JTDDNh5GUUfUEWSoyQOl1SAcRo+5vwzGcFYZYgLdIqjCOlcO/zqXsAp1foRlC5tfOFapNO7ar1/YR2kbEpltCc41gYkqTkIPp0TqcxSDsMR0VxDkRTGWXFWxrfqj6dB8yQXLs3/djLWoA+YksNo2Scx37WgtNqYTotGtM1VQGMLckyJw8SDCCcLlzmUBYyoJEqKOaERTm9t23rKVa6R4hrYQesft9DJEy6LpwlOQdSYMchKQdaOXr0+Pvn19OxNvep/+evvl98UWuy1W0GtOrfYLp9cnOWkvlqf3xH6xhLdkm2rLLGFyraU7n4xWCyw7REf+Hb17N5ExcJ8joto2LoYXF6TQWt41w2H9TLF0FPYdyaKsZzG9j2yjEz/LsR0tErB26iXqvNybL1+KQPfluEauM17u7Z1S5mAk3riJg/OasETjuX2v+i7p1rg51v2P2m7n3oBdD17oLYDmkUxZvRgVfDsx9ohw/ucIuaeVle2jTta4O+8DduThEueYBzt3l5doZsnxzW89e08qlQQbfM/Es3KP1BLAwQUAAIACABnUPhIFvREU74CAABVCgAAIQAAAHVuaXZlcnNhbC9mbGFzaF9za2luX3NldHRpbmdzLnhtbJVWbW/aMBD+vl+B2HfSvdJJKVJLmVSJrdVa9buTHImFY0f2hY5/P1/iNDYkwDhVwnfP4zvfG43NlsvFh8kkTpVQ+hkQucwNaTrdhGc306RGVHKWKokgcSaVLpmYLj7+bD5x1CDPsdQO9KWcDUuhdzNvPpdQnI9vc5IxQqrKisn9WuVqlrB0m2tVy+xsaMW+Ai243Frk1Y/5cjXqQHCDDwhlENPqmuQySqXBGKCQvq9IzrIES0B0nq6az4Wc3tXp1x/QdtxwbGi3n0jGaBXLIUzy9S3JOF7a28OqzElOExD+ooV++UwyChVsDzq8/P4ryShDVXX1Pz1SaZVTQkPO6SK+c4RimR0/iuqK5CyBHkSOzlbBpad5670Hcl/9uY9pXLUST5TXg4VARU8ELFDXEEfdqbWZQr091mjnAxYbJowF+Koe9GSDfmK16a4JdT3uD7xxmfl3OU0PeVWiLmHZBuwjQ0NPWC7vmmXhuX5XeRFq2Dmld6en7aG/bWKPoZ62hz4LnsGjFPtj/KGpJXVlvmOuoKcrYK0gmT1mztqdOit5WtPwGu/5TtFhSpXBwlA4L7wEqlwcNbo2pOgopliyHc8ZciV/ES7ZPyNUJo4O9K7ZhlsrRo4ChjquCdHuaT9iOob96FIZNmT7s9A/rT1P0G7xmylDZGlR2p8lM504nh0T62QaDTNoT1o46Ae5URdySqa3oF+UEr6XJtoxilQIF4NVO1xj8DjychBHw0mO3SVD2Zd1mYBe2aJx6Jom1LW4gueFsH/4yuENss7oyjJibalY2Psk4+9N6SlcCwDTadE1QHtoLWUtkAvYgXBWT9G8eOxpsbENPtZut7iGDfrj6TQHHekBvJZ0m6JvlYMV4hkGCK82rmFGazm/hpElpnlZMPbdFu6nKNjL3TKj3gv2WKNwvRTcbO3HKbRK+nfyH1BLAwQUAAIACABnUPhIhFv6tL0DAADtDwAAJgAAAHVuaXZlcnNhbC9odG1sX3B1Ymxpc2hpbmdfc2V0dGluZ3MueG1s1Vfvbts2EP/upyA09GOtpH+W1JAdBImCGHXtzFawFsMQ0OLZ4kKRGknZdT/tafZgfZIeRduJ6ySVu6TbYASOjne/u/vdHc+Kjj7mgsxAG65kO9hv7gUEZKoYl9N2cJmcPT8MiLFUMiqUhHYgVUCOOo2oKMeCm2wE1qKqIQgjTauw7SCztmiF4Xw+b3JTaHeqRGkR3zRTlYeFBgPSgg4LQRf4ZRcFmGCJUAMA/3Ill2adRoOQyCO9U6wUQDjDyCV3SVFxbnMRhF5rTNPrqValZCdKKE30dNwOfjo8dp+Vjkc65TlIR4npoNCJbYsyxl0QVIz4JyAZ8GmG0R68CsicM5u1g5d7LxwMqofbMBW4T506mBOFHEi7xM/BUkYt9Y/eoYWP1qwEXsQWkuY8TfCEuPzbwWlyNep1T+Or/iCJR1fnybuej2EHoyR+n+xglHSTXryLfl348w8X8bDX7b+9SgaDXtK9uLFCRjcIicJNxiJkVpU6hTVhkc3KfCwpF9ijX9FowGKXC6qnkKgzjlWcUGEgIH8UMP2lpILbBQ7DHg7DNUBxbApI7dCVrR1YXUJwA+cBMTCs5bonXr9Z98TB4Ubqofd+k9adUUbUWppm2Dwoq0KLwtuildpEyY3U3DMZK8HWCU2QZYG5HGtORUC4xdzS9al1DNgzLpB/Z7vfnEi7lVyaUW02OFzz6Fo57fzWVxbM7z45L7pP9VdVCkYWqiSCXwOximDhyhz/y4DcHg8y0SqvpIIaS4zgDMiMwxzYUR1HH9BFXqIl3haFAOs9/FnyT2QME6URF+gM7xaUc+PxmzsBF9SYG1C6ivGZb/pu/zR+/8wlSNmMynRHcKw25IV9Eny6IFLZlR3SkdLSQFUUxll1Vie35veXwfC8FL7Mj12MW9BPWJKn8bJLYb4ZQW23GZ1Vg+iGq4LGEeRYEo+JByneDFyWUBcwpZIoKRaEpngfGzfWM65KgxI/wB7afH+E3p5wWT1NcdWjR81A14Lc23/x8tXrnw8O37Sa4ee//n7+oNFyU10I6tz5VXVy7yqsZ/XVQvyG0QNrccv2TOncNSrbcnr3ql+upO0rPgrdQrh7t1Qr8MesllF8PDw5J8N4dNlLRq065e0rnCSbZtggE/dbr47N4DJBguNa8I7HWp1bT60/qBXg2zpaQ79LL27t0Voh4N079XcJ3r6C5xwb6H8xSfc19T8fwh8ySA//SPNj9liDBFSnGdboyer67189j0rYf4kD/7R+9dl414nCO98qGyjffEXvNL4AUEsDBBQAAgAIAGdQ+EjjgzzrngEAACEGAAAfAAAAdW5pdmVyc2FsL2h0bWxfc2tpbl9zZXR0aW5ncy5qc42Uy27CMBBF93xF5G4rRJ+h3aFCJSQWldpd1YUThhDh2JbtpKSIf2/s8IgfofVs4quTO+OxPLtB1CyUoug52plvs3+z90YDrSlRwrWtkx690DqSJF/CR14AySkgB6mOv57k/ZlojVeYyI4zosY1qd8VcNnxQyxEc782JEKgDIlV4O/vELgNgD8ncNA5WHuoTqeTUilGhymjCqgaUiYKbBh09WpW94wOzCoQf6ArnIJlGpvVR54dH2IdXS5lBce0XrCMDROcbjLBSrrsy7+uOYjmzjctMHqKX2aWHcmlmiso3MSzsY5+kguQEg55H2c6gjDBCZCO78isC6hl7B/Ioatc5upIT250dGmOM/C6NJ7osDHaeHndjHX4nIKtaom7Wx0WQXANwrOa3uuwQMZL/o8L5IJluiMe6vf8hBKGlznNDqlHOoKcLlbb9nXvfFBT/hRZT4g5T2gdepJF4EnSgCYDmrLG0jGtdNIuQmn7Z5YrskBifnEKWdUod47o/WeEsFI4XRfNeGimo245yOYbxJyumoxfbqlOAZUztAb7X1BLAwQUAAIACABnUPhIPTwv0cEAAADlAQAAGgAAAHVuaXZlcnNhbC9pMThuX3ByZXNldHMueG1snZGxCsIwEIb3PkW43cRupSR1E9wcdJaaphppLyWXWh/flIp0kYBDIP/xfT8kJ3evvmNP48k6VJDzLTCD2jUWbwrOp/2mAEahxqbuHBoF6IDtqkzavMCjN2QCsViBpOAewlAKMU0TtzT42ECuG0MsJq5dL+LpHYrZFMOiwuKW9i/7M4MqyxiT19F24YBVvMe0IIy8VjA7F43cYutA/AIakwBMqsFQAmh9AngMCcCPK0CK75vnpEcK8aNikGK1nip7A1BLAwQUAAIACABnUPhIsuC9bWQAAABlAAAAHAAAAHVuaXZlcnNhbC9sb2NhbF9zZXR0aW5ncy54bWyzsa/IzVEoSy0qzszPs1Uy1DNQUkjNS85PycxLt1UKDXHTtVBSKC5JzEtJzMnPS7VVystXUrC347LJyU9OzAlOLSkBKixWKMhJrEwtCknNBTJKUv0Sc4Eqn61Y+GzufiV9Oy4AUEsDBBQAAgAIAPeSU0cjtE77+wIAALAIAAAUAAAAdW5pdmVyc2FsL3BsYXllci54bWytVd9P2zAQfi7S/ofI79gtHQOqBMSQ0B7GhNSx7a0yiZt4TeLMdgjlr9/Zzu+lbEh7aJWc7/vufPfdxb96zlLviUnFRR6gBZ4jj+WhiHgeB+jh6+3xObq6fHfkFyndM+nxKEBlzg2ApsiLmAolLzSA76lOAtQzYGBGXiG5kFzvgfsUuNtIJ0v07mgGLrkKUKJ1sSKkqirMFSDyWIm0NCQKhyIjhWSK5ZpJ4tJAXoNd6b+j4ZeJnOh9wVQPWei3B65JWo5nxQck1RILGZOT+XxBftx9XocJy+gxz5WmeciQB5Wc2VI+0nB3J6IyZcrYZr5Lcs20NklY28zXK744zz0lwwA5h03GlKIxUzjNY0QclkyA/W1KVVLzqAGt4VU7XvNav4153zRutnOkcy7Kx5SrBI76kM46CfTJMKqf2etaBT00Cro1TMiT7FfJJYvs67dWjPMFcgFbxdk8sapCOICnWxpqIfc3AAMV1R3EbdOwaxq2oJYDt9HXHQVqbrtlVJeSNaWa+U88YuILlZIaWVxqWTKfjIw1lgzBPnFXrpvUNcRPdJae/kNvjN+oNT/Va52xgP/RmE9A1NaE5xF7vuXgo1kGNdUMim1sWBcpNjG7nFT5mPV0PTC5HOumwEU8TWXMYAwjqinp7OQQlEmqwCUs5QjbOzgITnicpPDTkwzj04M0GZW7SYbewUFwKsLdBLQ1t2Uk4zqOxNQqyCcT68QPS6VFxl+sPAd7Rq+sDl8buebouuDtwdn8j1EcxGgGc4smVpd56u2r5vDezKlWnc+mcJaBWmEemC4L59XMQlmMfCK2pWWqb/o5NfuwBx3lPDUd01zfQe+iWvMX5lU8Ml+6xdLUJGFGMwH6cL7sMUA/YbsMwlvToYhbkTd1wJjYN/dvK9ps+bp1ruuHOuxDDZ84qxzGzdRHUEcsRZlHox7iovuIqBR22rVk1EvZFm60OAGRiiJA7+GhvvPF6UV35bPFRYO1ed27wC6XN6z0OuFOQaTWdXsRv94N8PgbUEsDBBQAAgAIAGdQ+EiIplZk2QgAAOk9AAApAAAAdW5pdmVyc2FsL3NraW5fY3VzdG9taXphdGlvbl9zZXR0aW5ncy54bWztW81u48gRvucpGgoW2AUC64f6c6BRQJEtmxiZ0oq0PZMgECixbREm2QrZ0owWOuRFcsglyFvkXXLY50h1k7RIWZJJexaLYGmOB8Pq+qqqu366m4XphU+Or6xDRj3nJ4s51DcIY47/GPZ/h1BvQV0aTAISEhZW95R7x7fpF81/oJwG1JBZvm0FtsJHw34NDcUP6nbkrtqFt+ag2UCdJm7gLlJxS4GxS0m9lBQYUxt1pVc9EBHJDciC+Oy41F41M/oSoPkhCZjm2+RrX8pyp4eyM7gKLNsBvrDfbvJnl2jdqU3+oGa91WnhXUOWJKmNlJZaV2u7TueyI9cRrjVbNWk36DakhoTqrVb9sr2rdxotCd6Gl22Q0sSXbdTsNJsNddfADUAjWR6oDWXXkS7rdRm04e6lshsOB51aDdXrdamp7lptaTioIeCWQIYsdfkCSqo0kNo7eSDXuxIaKsPBsLnDKm4rLdRt4HattmsOBlKttl/c/ezSy7Wn5p5OspyvCDzqgqOjPLaqR4Krt1gHATCbxFu5FiPItzzyofLzv//58z/+U4ljUsRvwpGYkqVGRCBzfD+C96riJRkR2tPhn6Yjx/5Qma8Zo/7FgvoMTLrwaeBZbqX/+yhCYvvzIOmGBEVwD9aC7NV1xE9eWKwLohaec6AF9VaWvx3RR3oxtxZPjwFd+3YuM5fbFQlcx38C7tplR8FnFblOyDRGvIx9uMuf/LAVVKWQcPPamD+5kK41J26isSZ+CuD2Kl9fkQPoxgkdJqBynT/noCvrkWQd0JX5cx7jg5as1zr8eR3EyFcG7BJP8sZZdtfakiCrJCqKZ1F0tV4VjadVQB/5Ymdxrzv6GedSqDH+I7ewxp9cID5BrjCXl+JlE/NXDxjj18Na0vNACzg3XVxikhA5GcyU8c1E1j/PRuOr8WygXVX6SpSViKfl941292u91f6hV41xOSUZN/JolJWFhLBWLZ8s3ZyORzMQiEczHX8yK33+d2Ho+NYcaTqu9ON/FBYwmeK7Sp//nQd6O51i3ZwZI03FM82Y6WNTrMsIm1it9D/TNVpaG4IYRRuHfEFsSRCUZycgKHQdWwzwku34a5JDnzq+kTV9NsWGOdUUUxvrlb5Bg2D7ByHZWrMlBM/SCpHthNbcJbZQCyEixnl5Ae3iFIbgD1s6wEk9y/Ev8mifyveafjUzx+ORMcO6mlAqfezbSA0srqm4oKls4CnICCzYrd8Gn4noExKQ7LqFhVxrV9cj+DW5IdfO49KFX/YGayYYXDIhfg4gBA6eQtQZxv14qvI1BIXIQisrDL/QwM4ETdp1OWRrujKG0FTMlHyTi0lkg+MdfwGhQxYsh7wbbBjyFZ4Nxp8gxiE3xwVB44+Qkh8Lgj5jA3IIGzlgunynXck8I3gaJgmS5ODC4vHubpG1WACOr+bGoesQKHyFIU1ENoYXhTUZ+MdbcKQmj05keyQYFlu8PTobAqYENmxzOXRBGVKwyqPrx1vtz7OhrI2wOoNwU8f3M1NUSa7Us7bIpwxZ9sbyFwTNycJaQyZsYcx2bDHGPS9M+Nva+QlZLK4/38WlS1fxp+/eYFKm4B2xDI7IoAyOKSv2mna+bPEM3mgIj/WTVuRZgDebYChYl6fa+Nu4KHS8tRtV6W/hqGfjijrrVTvev1753fYLGGNEJXigQUUbOLQQCMNOzLcc2DzdQkBNH4K6SVTPoeDze2ghAfo4lqFT9A4xd7ByGUPuYEWLibjHA0Mz4bB1T+b89pEDLHI18tpxf/M7okvgGv6cqnPyQOG85BJrEx1kYO8S7s/j5dRRKbO1mJo5AsN1kPkYBRVIdR2P36Hyib29wclSRLtBZj73dO3aIrtd50nsCLDOa4+8PIc9BNQTVNcKk7iONqU/vdOQaIrTSO+k2AHiOUFz+yqVn+/ymIHlqXI9U2RdwfxGwfPZzY+D7OBrMjKN2UgecAmQJp7FFkvYhR/4PS+/rOhGoOKhDPLiyRvEChbL//79X/nFHNgTUVFM/WNROZD8vGriZ3l/0Skj4V9zyDHlQRYqXnIC4wtVAs1/vzI1CNBvcmWxom3Jox7/xJVLNaRA7EbZNGXl+gayxBBJQdcBnAULCrmRpx+h8ImzfqV/YwVPUDhNSt2igsTK89hkhW3YX3HXzHV8UhD+7p2IT97UJjNZVcXdH3LUdRZP0fZrwwUm/syHXPpYRJ5yLetQnQ9EEtthxWWKzS2pWlASovd9Qdgc3eueCfsPKq4FNZxlvs/4LKDuhH/ZevkpFxj4hzgI4z4L+JU+eUtzhEv6JfZd/8FyQ2BLkw5ZJ2DDhB8WY5FZ2iH3lOeOnZYbUw4Z76gL+4ISTSfNnx04hCnKQHz6TRnzTHphOVyz4qGU/BT1EKCTr+wlIEU9BBh8VxnDze4l6nAoDU0+yA2sIE3P4z3gIb6oUzFP8pbl4RaM+IfZMLVQMSHL6VGb9MXuaDoeiROa09IGV09Y3POfDzA3HDPfGoysQt53yND38Vs9H8A95jCXnI5uMQ3IwfSs+OuxDIidcSwFovbB4VJEVMS2K/KhAhcRa7HklT6soFjGhwpXGzVlTuFWST3j5awQ0hPlXFTzFE7M4jzQ51W8GIRGyX4e1Ku+WKde9ZyDerHY0/7z196cBBhCwCFJaGZpae5l8iXsThxIE5bYsSdG0wLYEmT7cEVKdKUImbASp6okqKKX9DgcLZnjkg1xY54UIbU256ffCyHJzoe2zEbkgaXLSEw5mgMpthdJEFe6fSgelMDUwEmYuJEdxUUjxbYdZs1DMfsjpSrZe/ZZfWQ3Soo0j/ZMfabswO3VI7qA99Ty96rpbRZK1JHGao5uK/p+QVfbH8qma9l0LZuuZdO1bLqWTdey6Vo2Xcuma9l0LZuuZdO1bLqWTdey6Vo2Xcuma9l0LZuuZdO1bLqWTddft+m6F52z55pSkKfpmjI9V891z1+g5boH/VY7ruKyWbZcf9WW6+uqfnsd1xhUtlx/4ZbrmaT7f+65HtIACvJO/m/u/wFQSwMEFAACAAgAaFD4SO+PBMGnGAAAi0MAABcAAAB1bml2ZXJzYWwvdW5pdmVyc2FsLnBuZ+18C1RT19YuHnvE66lwentaqwbSXttaHy0ipohAose2VKtSq5Aihl0P1agIUcIz5EFrb+0DiFURBSX1WqQlkC1FEnkk0VKJEGJUDBsIEG1IImxCTEIeOzvJ/hM89XnOuOfef/xj/P+9MAYjydrrm48155pz7qzM/fWHm+Jmz5o3KyAgYPa699/5KCDgj0BAwHTazBm+kc6vaw75XqbRP4r7a4DgGm7E9+EZ6pqNawIC6rl/cu/4o+/zf9v/fhI9ICCozf8/TUb78dOAgLUvr3tnzda8FOMghX/OkSAzS14HCsNW3/368xfN7+g3vBq6Z/cL8Npv3nyj/t03Sl5cfGzrrc9/+v4vZ19g7r4SuvuNvzbuCe7v39b9l43PV2zrEzRGYHmK0kaovGlh7i59MwlwLiuwSxxtKxqgy2BuztCBxhEVGRC7RslShq0qjDXSbyBh+QH+v4zzwlsDCXRg0N7udNEwO00XPd0/vp+WSaVQuGCYeOIjZPXk1PH48TpIC6eB4kTi5EBh9/C4q8Sd9Ixq/jT/55UbxwUm5y9zJB9Knnt4fXT25OSYl7RL/K+X5r4ETM6+dsk5a5LTjHby5OyIZZI/+N+c+sz8gu/ldkkY2/wt2SfATVWuxHp6ybrO5MORr9DWZke8PokovKfE3EoyKLb3n+5494hX2jo7f0GN+kb4JJkvfNew1oiG929WyOdvHiwpmST68vs3t2ZHr7qPf3ndFpXx7n1xPn91Y4LobCrTb6+ZR1Yk/G8Bvxy0F9OY2lHEwJMeD6MVILoyEMB++VPYQL4CNgI8qYC7uUMGKhswnLpHS0Y1YAZjexXKvFm19QHtU/0NSmKBTZArhkdPm5gGSoZGwjI8B3LLkeZcKTqYm2JloJABVHPry7gc/UmqALgG0PbGshvZ2ABdOejjNDhxcb0D+eGDn5pDQiYXePXKKlwK/USXmSDr2FlcnzbWCpkJeCmxvS5ZJNDYJ7rjpeZmpn2PtxxUArTFmspE2IFk6xqo5MjYDJakzr2t6gPwAbGLmsyZlAUwlWg9GQ2yxG6WhBh4ayxFBqXDSefRGxGHrjNZXsYWxH5hmzReTR0emli5LvvhGnmElbbmGT0s+CQfNlzUy4MLmBSg24XURca+RTJUvjrJ5NK6cRHh88S2PcKQ+C223ooU3ulUJkV5lcIznZMlvDp3ktSmTGlsiTbNfmtLPEXa+mXv6AE4bejIp5P2WtnhEbbLPZxfF8s1IC+wIsyQdzKMNEsLu5Ia4bg/D/hkogkeWR/CJ0TPRLd/cRGU6cnZSmnb5X22V8XYTvihMo2p6JGdCF04Mv7Qk7Z0vpId22b7emHlxdANVsi3COzoC4Jwgk6u1pCxbdgKSaKF9bMNVXkdfa5VfFlCj+z4W02jOVlFoN+f79yyyGbtO3SLsHWc85c1QvwmekDdl9CY3aiG8NTo27uUsY4BG7wEIfa5PHsxdCnJtJHLr+W+Scn8v/fO/6qA6zaxiWUaVWu8dtUHYeIsmwnzmi5dHnbksLkGB4P8yEQ8ZsaTwVZLp8oXkXIMhCMlW9k0gyOPDeY+5ENBulauk9FcKWBGnGwy3vy5uQi8ufPvjnPwLS0/a+59D7v2vdy5mPLeffIRd5dL1pd9dz8QPfskZOKuY9DEdkzufddREnI0kjm6hdfs8oW+/Ybn6L+TYPDbIZBlTKPlndAZlGfWr1qP2QAs23aDy54Y9Zm/iuQ6S2q2XiXe3wZzs2KvOssXGDSeQQ0leHVUkG7mMak+YiL0vaiPdNAR6fq4N6QyC7oYS+GM03ktMPbxVakBGYOY6mqSZyQaFEc9RiethKTOfLkz/O6OmOl2OeC12JxLQqpsnqzui80h1GrTY7NJuct5SHMYIPUkHYuapfvqmJ10djlPLBo6Lpz+keRNvHSII34zsBrHduDDODweemUOsJRUOXHR1hWh3I7hZ6mpreNyqdZhGSM/IHs3AqBPdAC0eYcyTymm7Sk+gzhxcWSkVnyMlsyl6GSKNYtk1bgEepHizCIODwTwYTxzuS7VklqnLJPG39Ru83okZdI2h2Xlo5Kmc/Qw+wvF5hUaoWduLeK0nZ1lSeKj+OTDbSMM4d6gWgS1eZF6q7W2niDn1leyKmjJYVR47mc3teX3zfkcZPtemyZkP7s6qArp6rZ19RgbPizDfSVcsDnoB7XI8NWFdoiJGbkvXC2zZidEXdejGbyECrwvGH3AXYs4IrGUXFLOJx4eTo1pz3ROOtX+GZTqEjBqXwbvRvM20n9/Wb5mtyevsM4YkUzf3gnpCi+wi9YcT+1mZ3XKNCuW6VDD9ZY344b2HD4SqrMUpLLwCTqHbN5uESZbW/q7y20KAehjHfVZQNCatDf6sa8Kcd9kbui8IZz3gdUXe+v9YtHkIl1qInLAkg1rxwNr3PNEPICBS9aOuloknfUE6SFL+iK8iIU+8K/TqyT66ye1u71vFOLWdzP0o4xdad4YiDCzyrisgqtwAMoeOWBlQT4H+RsZWdpD6BXcyWa1epa1EIdyijrBRtcJtUMuM6Seoz63nkZGcpdLy3qu9o/M+PhRDpcaZvQa7zVwzsE5K/pLTiVJMEZyyfdRVwXUbn2qiGQiJLfdZfDcvWm7O8uguxU6qP7LvgR2lwe2aNOlevdL6GeJjL90SquRXHqHVI7E/uwJ3RA5+/zvu2pVNrN0Yvcx5c2hoPNq6jFaxGSQPrWmzJzAcCdPH9vYlrbr37W7/wmEMVJVJkjJ15VGS49m/WopiJFCLQ9zhMAXtgrIGrc+EuS9EIjb8kS4+k8em3+5xQclDNscjnkOWYq2SAtssNQLk6X3/iQNiNFbCqKk1daCaKms+hGF5wBM82jHQl4r47evFxYe7DSZ3Smmmodhlmiv55amzt6/FBEPPZQgK79nyfYvH59Z892MlecED/LlGf683YWpo49O+Ox1z71gbFkg2UM39DY/IsTe79dFXWPByZrfviciHfHHsYEo4eOUjphtvUVg2U/8BwXA3ZoZ5Z8yY9/WwjufYDIX4CqcjJNPMGiHUiMkKeemyE6RnSI7SbbgsNmWikd7G0fTCzBLGGZ5needqNbkqb3mo8Gsu2t1MO0ID56Od16yySNZEhSxLo0nIsPz8bmoVzrxgTQrHXPFvftIMZcwe0WHk7HPl0N5zl8XCrAh9wjPuwexi5cGdtcRtg2ZDpf/PGqL7LiczaqsIALepHGbsmGfhhp9MYOkWYR3DDwtY/ROpqea46rmg0zdEkg6BP/Y6wlRl5Qhz97QIKc1TaFvQQ3robyTUqVMl/rzKN2QajEiQvdK2IaGZ4mJJKqEjeb3qC3ZiNDWWAuFIRLkACQbYpivzAGJaJ8yhbQLOyDiqtmtoi3/QJMiEJ7LRzfXH02Pk12YoVjKUUC63Sczr3fdsZSSU5q8OCR1ukXHpLC9S/FSD25RoJIwy7C61XNjBmxO8pbzOMU/LErmVDJ30dgSJmar7+EVdDgAU0tIklXHZLKLmF0MliSenY5EQbBFt7c3VvS0nUOHqZKMuCvrhJWvNdeGR8gBOk7R89JJ7c6SUjh160FjStA5WCs48zYgaIfc/SLSt4S4WzZDx+YsTHiBLd2HRfZKWj1M2IbYPkVgBuYx5LdkPVJaq1YfLQJl9pwSUAV3+1J8adQ2AQRSj+u/Lwc1Jcdglt0SN3u4YRMUsQ26nlQMqqEqI696L9qYYGpg5aP1EGx1JMCsoU2UB3nor2TC9Ve1cH1spxZOlLwZpyJcEjia1pUIkK4+3A6rQ+Us147ZDb9kYDFw+FEjug+Q7GGKR5SOHPgp1zXW4QD6vQEvm49GC4eE+IU+7S9ne4icZ9YE1SCZwnbFTk+aJ+1DBT7qsLJcUcY3Z3s+Pmgb68XthSApO2PMFR6IZNfy8C2l3CTleUUZhBoMfLY+jR0Lw3LRTvU0p/HmI4ktYfrG5ZJQ9cEiEFl6y8j9w9V66zlqTo7SuZ0md2iCTkVt0t9t6pTVha+Q3TCaytyMxKgsARhGGrcbpAKZAYZS6e9QuEpuBS81YTa46FC3Oy/qQgbmuFpPAHg0jYQo/dJG7WezaP/I0p8ydWbVU8JUmG3Ls5+y2C6meMPTSz4XCPsHftwOyW9NkZ0iO0X2n5DtNJdqXfV4tN7Ci5b1PHItFhk+qnt/Ou6Dx7+P8GVNWeeZGSuPP14CpzDN7yrZ//Og/Ikq+pzEUgpu96VU/OK4+bfNxzVqJJb4H3EDsMijAjwvBC5M5z/gvWmRrInmq61xtxaSkI5o7Icq6JGLk8tBNk6NTI38iyO+mkjjbI8UVBaMN/Gplfn6/j+Fte43vBnpOKlk6kd/qq5sZjhaNCyj3ajOHbLc6wRRtqTEqLVCFd4BxFBw6ml6oozB5lCAx/EisNmW0t6+sDLvN8b5Lsc6JLOkPrjBvWqc+sYgkXgIKgPYiEvHMjEN0abWibzEh1/B+9PneC5TMc0yUs2TWFugivZ25rl9xNc5g8IQIv3q9rYx79wqhB0pThez0Xr6n1NMDSkp6aT45j1MhbKhsq/lvR6jls4cYg/YzJZ6NRYrBFC7mZv5yN7yVyNrOPq0ksMOy9gNpj6N+BbHfUmCW2rtu4DYcdEi5TcUmvxypMbuPwoonkYAUkClLAYda4BMR7VUXwXIYp9iqheT4nwlXwkTG01TfrdCI5QcZ+YX/wibkTQvUS6rU5bx0orBqNt6OZzW5UgCtGe3P9jr+9ffL9sJsiu4+Q7le3Wdl7OKj0W9r0frzMsDB4yry9dSfSorHB0iMLNVoSw7qLfb0ooUFpbVWtfzUjm3w5E8uAJnWN3s+W4mwk67V9cO+aSw0I0kje8+f+8Tyt4yZ8/+2rG8NVEXsZ7+Q9e0iMAeZj6t+HTa8ECimKihovBeD5EUv62OKw071IPbCEWkQldbWG6XWyX7mBcG8MJMsaMPI1i17/5EuKUdwi2ApN9wwnRaPnaxx0W2Oc7eFRIyBRadOw9xGbnLrl7OQrugdNiBFPXgWGTV/uYw/FGAyr5m1EJQKTZ/WC2qU4qwfnzZI1/u+4s2TwkIA3zlKxGHruwU183bDC1rrlxTrtvfPGPAww3rlaR7ZhYyo+RrIkgyrw3ZoCLUDq2QCJQNQws10nmANTU9UMUccFnHZdBSaQ/hGQPvQLQ9Q9rudtnXGs9+/LgVWjRmQuAVXKjjZ1wkJEczC7vuhB/qOHZ22B73Yu1lgkaIHZgR9aXAoSbSs1GXOw82tI5LvzSafOUrV0rssWvrLNp90h4m5rt52OgzPuyaZ4Vs4Y6DGUFXUK71R/Ljvh06TLpYlfqEwxeB/eT/85HQLCYFu4KxIsUpXPYTFj9mzkYBq3RE5wZR2Fz78LTlNV8yPb1cMrSiNgOgMVnMJzaxI1oyJGGhjI8pykzKAngjqKxk2ftgqLq6ktHJfTXv1yfmB7u6oBHdnJS8Oy4d4aLepLEJcinS2riGh8ctx3xJPWfcbDtJrWxqzoZ7bKA8p0h1lvzEZoj23fQcmK42E1ja+ZqL7JZQ8RNO0SSDDL5YNeqPC+wo/wFfMcjNe8rTG13BaQmgsn7yfMgbnK67W07TlNQzJmqeClcIXtHJ6ytvG7VTRUMTrrE+Kk8cClhPnmdceDq2rcp5nJXCWcOaGpka+Q8b0Tk7D3jaSO6205ybN+H/P84bpwBTgCnAFGAKMAWYAkwBpgBTgCnAFGAKMAWYAkwBpgBTgCnAFGAKMAWYAvy/CtAg13LHu5YcmdBb3tv6YBRw/zYHlGAek+Zk0qsjmFx9OPJ//X6ueSkEcP4yR5DCsqmi6d++SqFovmidrVKc+Bd7GwNuP3v/sDKA+skks4CV0//l9sjL0V5UiqGTVwtFx//9BB/ItGkeIPUYaYCnj+fpUx0iue/wAbQRaGFYOhbio5BsHVQGUNliFW+yRfT29vECpscFSdm2IYdEhIvBJyA2PUTx3O8svXZHIoO4HLdWdwn5UQ62uKwxP8Yzf3seqhEZPW4l5laVSSaqIsVef9cpyIZFbLg/juS6ESk+bc33IgaNU+PdwnPdotDUXnqHLF0jLMW6erQSREEbsgltrgKPgdGt+U70G30DtwBDNRpvFP5WsqcoX5kR6GMfmu2IlRAzlAyKBRZ4Y4L/R1wt3vkZ/mLohRqRabA5G94Iyu+8DfDWAq4zeNcZGHBwtTEWDoqjWDlWHnKSl59aqPiM7ml439+lxdDurzSVSfWoXtujtpjeDSpHhDaLnbVENSlBFldOSmO73S2naBqJJlk3oDzhGMvxr9HmLI02jcCMeauGpPwps7bzuaUcRTif0ZUYlKtadlyZNRCUgtSP67Tm2xaOw3j4pNLVdZkADAUfi7pgIPGZUYFWm3JfsQg+gDh2xD6/StZlbNjKuRfIOY/bX1bhLTnlirIoz6eMh5Zx9DYHsl0Lq81FCD22JcTPfGs79HwdJxZNkd3EmYTT+zfGWG3Go9gGOzaW+UMX4DibJ2mtLC2fPjKPRP91O3cdbFobVIFS6/WmFo4w0hMSZaMPyxFHFmNg3g4RWMAXhyhPkGQNar8/hX5htk2re6WWoU4kNuxHu9rWB7HhvtJTgE2ZUQyiryz3KXFiTyw7Cd/AcK/IGJrIHV5DkomJGS5X6Ds2T16QyuDvn877uAgM3j17h0ottGuhxKAMJKcNVvNdVMcyGTSqXaiFxXxipN+P2/7GZK1Om8kfEg5L17O7UzPzFLzGJE9t/LUlnKxLOfeGvF2Qzx1v/GEPGgGILGYYUMfDhno93CPb1sxD+j0h+deVB0Du/X6h1sbQfmezKUVjf9lnmYPNZWbCIZUt4m+OzOvJ2JmzO0nfHAhFpPSSwzBvo7fh4+lpJRWI8jWZmXAYDH+bQ1mgs7Ms2n1xClyMyNSAXy06J11QzSxxF+STgG/v9xXV7fTJG/Vp3Wb4dZSjK0giZXxCc+W1Zls4sBtydc9LhtSZ97bT5NQKAUTDDiannaBw1d6G5LV7JESO8UuF25AiJp722TdVsMaRIjmeEcD+UOXQWiCOByKHtd77ZT7R0aSkeOy+/TOfpgSXACLWBkm8hI0e+MjWNGmiF7VL9ueoHKmdr9jODaFDjpQCm4psatWPpzBGqiJZraN0/0aOWdpOvj1WY5KRnAdJF60hXtfh5kpVOcuYBrSwNxC12aWgXGQAk4hoNhbOV/rbue+dfwn4rIEvwUNflXv0NK9+PoiJNagYxkcf9u04XQMgMlW0pUtYaPNWVoY/2By64px1imLzXOwP5n8QdJ5PwqykMHwD+cHVfqdfMb5aRAOwQyyh/3f3o6zCSB8PMnL2mRoRTQYZOYX8LQ8A267uIMT1+H/xNervNFAFkpyXW1pNLFOL6yee6ydY9tKOHYkskl6ZT0nnfLGaDehMVkhlIGFIy1CkRujxfPSAVLO1jsaCR6kcOxUM7HH3HY1ErsYRMz0nmPsk8bb6QihBw/UJkYhYAatjUVyfOzhdl9rDKVwin/a2phI7U7eUMw57UxN58/2G3xEuGR+OSNZYKx3HDqa9hq8wbWEtvZ3tswOxJRvFD/YfJwX6Ya8ImE01rgN/fLgR5itJmNvGff7H93quxbt/jd/uMeMxs4rk1ZIsJxD/0TyMD7usyAyokwDjcb7FrKX+LMjcOuh96XNmPvps71INFQ0//sCqULE7eI9OmTfI5SPgKkyhcSsamfmYHfCoALFLB3h1mQPaG+TZJQN1LnYT3udcUVv/rkL+bi3c9qEnX8h2VXNcLmmNJCSRhHTES/bUyqF0vPVOMMc5KuO4ZZqJlaHBqt6rgzWmMnQzi1S59oHvwf6W8/F5CVsIPVUeLXs4jv0DE8eV7N03nKFyyD0/SvDKM64Bf6oI/tac3eZknKyp/64lQRPmOOtixxx6RI1RWdCwX41slIf63scM/T4xFcVfX1Xmxj2yhHj37UA5drvHpx0gCb+lk6MiA2c/HGvKV1IOhnK5v7N3OmWkFHa8pNRC/13pJpPZZsyboY4akDf8NtnjEbwRPZBt8Xf4kn0ZVwoEFcT0e70mzLtx7YJctImHNllQHZvpgQESbLzKPc07+3eF5CwuSJNF9F67k8J7wfGt1Pkt2VSgQTu/azzCVTh+Ir54D5O4dWEA9lXJKGpdMyzr4lJYmybdccSXNumkg0bcuCHpAOAZJYMcOwy6O8FjqbDlOy5z2BWO9DJ5o6mTWb0M9k3PElDPn25bpPxGHk7geNO8cA8Cs/M8xRpnMcwJidbsypssCRYvLAbLfuvmeSdUqAbz8pNFGYOvAWU0/pA/YQa8PPefFQp5Mv/TCCz3H+Rw6vVcKJfp02aJZuZkgbEnM5clw3yrcpz2zGRdsKKpRaJdbBm7jxa9N17XZ3OWe3wpP/73R0lsHK/lR7ZDY345/P3biZLnJy80+p9F4cEEAm/w63hZSFLAOM0/vO7dTe8I/vrJ5/8GUEsDBBQAAgAIAGhQ+EgrC8BtSgAAAGsAAAAbAAAAdW5pdmVyc2FsL3VuaXZlcnNhbC5wbmcueG1ss7GvyM1RKEstKs7Mz7NVMtQzULK34+WyKShKLctMLVeoAIoZ6RlAgJJCJSq3PDOlJAMoZGBujBDMSM1MzyixVbIwMIUL6gPNBABQSwECAAAUAAIACABnUPhIDmokTmIEAAAFEQAAHQAAAAAAAAABAAAAAAAAAAAAdW5pdmVyc2FsL2NvbW1vbl9tZXNzYWdlcy5sbmdQSwECAAAUAAIACABnUPhIs5FTHuYDAADcEAAAJwAAAAAAAAABAAAAAACdBAAAdW5pdmVyc2FsL2ZsYXNoX3B1Ymxpc2hpbmdfc2V0dGluZ3MueG1sUEsBAgAAFAACAAgAZ1D4SBb0RFO+AgAAVQoAACEAAAAAAAAAAQAAAAAAyAgAAHVuaXZlcnNhbC9mbGFzaF9za2luX3NldHRpbmdzLnhtbFBLAQIAABQAAgAIAGdQ+EiEW/q0vQMAAO0PAAAmAAAAAAAAAAEAAAAAAMULAAB1bml2ZXJzYWwvaHRtbF9wdWJsaXNoaW5nX3NldHRpbmdzLnhtbFBLAQIAABQAAgAIAGdQ+EjjgzzrngEAACEGAAAfAAAAAAAAAAEAAAAAAMYPAAB1bml2ZXJzYWwvaHRtbF9za2luX3NldHRpbmdzLmpzUEsBAgAAFAACAAgAZ1D4SD08L9HBAAAA5QEAABoAAAAAAAAAAQAAAAAAoREAAHVuaXZlcnNhbC9pMThuX3ByZXNldHMueG1sUEsBAgAAFAACAAgAZ1D4SLLgvW1kAAAAZQAAABwAAAAAAAAAAQAAAAAAmhIAAHVuaXZlcnNhbC9sb2NhbF9zZXR0aW5ncy54bWxQSwECAAAUAAIACAD3klNHI7RO+/sCAACwCAAAFAAAAAAAAAABAAAAAAA4EwAAdW5pdmVyc2FsL3BsYXllci54bWxQSwECAAAUAAIACABnUPhIiKZWZNkIAADpPQAAKQAAAAAAAAABAAAAAABlFgAAdW5pdmVyc2FsL3NraW5fY3VzdG9taXphdGlvbl9zZXR0aW5ncy54bWxQSwECAAAUAAIACABoUPhI748EwacYAACLQwAAFwAAAAAAAAAAAAAAAACFHwAAdW5pdmVyc2FsL3VuaXZlcnNhbC5wbmdQSwECAAAUAAIACABoUPhIKwvAbUoAAABrAAAAGwAAAAAAAAABAAAAAABhOAAAdW5pdmVyc2FsL3VuaXZlcnNhbC5wbmcueG1sUEsFBgAAAAALAAsASQMAAOQ4AAAAAA=="/>
  <p:tag name="ISPRING_PRESENTATION_TITLE" val="PPT-2016011"/>
</p:tagLst>
</file>

<file path=ppt/tags/tag2.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15"/>
</p:tagLst>
</file>

<file path=ppt/tags/tag3.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15"/>
</p:tagLst>
</file>

<file path=ppt/tags/tag4.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15"/>
</p:tagLst>
</file>

<file path=ppt/tags/tag5.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15"/>
</p:tagLst>
</file>

<file path=ppt/tags/tag6.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15"/>
</p:tagLst>
</file>

<file path=ppt/tags/tag7.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15"/>
</p:tagLst>
</file>

<file path=ppt/tags/tag8.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15"/>
</p:tagLst>
</file>

<file path=ppt/tags/tag9.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15"/>
</p:tagLst>
</file>

<file path=ppt/tags/tag10.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15"/>
</p:tagLst>
</file>

<file path=ppt/tags/tag11.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16"/>
</p:tagLst>
</file>

<file path=ppt/tags/tag12.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11"/>
</p:tagLst>
</file>

<file path=ppt/tags/tag13.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12"/>
</p:tagLst>
</file>

<file path=ppt/tags/tag14.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7"/>
</p:tagLst>
</file>

<file path=ppt/tags/tag15.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8"/>
</p:tagLst>
</file>

<file path=ppt/tags/tag16.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2"/>
</p:tagLst>
</file>

<file path=ppt/tags/tag17.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3"/>
</p:tagLst>
</file>

<file path=ppt/tags/tag18.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15"/>
</p:tagLst>
</file>

<file path=ppt/tags/tag19.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15"/>
</p:tagLst>
</file>

<file path=ppt/tags/tag20.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15"/>
</p:tagLst>
</file>

<file path=ppt/tags/tag21.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15"/>
</p:tagLst>
</file>

<file path=ppt/tags/tag22.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15"/>
</p:tagLst>
</file>

<file path=ppt/tags/tag23.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15"/>
</p:tagLst>
</file>

<file path=ppt/tags/tag24.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15"/>
</p:tagLst>
</file>

<file path=ppt/tags/tag25.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15"/>
</p:tagLst>
</file>

<file path=ppt/tags/tag26.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15"/>
</p:tagLst>
</file>

<file path=ppt/tags/tag27.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16"/>
</p:tagLst>
</file>

<file path=ppt/tags/tag28.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11"/>
</p:tagLst>
</file>

<file path=ppt/tags/tag29.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12"/>
</p:tagLst>
</file>

<file path=ppt/tags/tag30.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7"/>
</p:tagLst>
</file>

<file path=ppt/tags/tag31.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8"/>
</p:tagLst>
</file>

<file path=ppt/tags/tag32.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2"/>
</p:tagLst>
</file>

<file path=ppt/tags/tag33.xml><?xml version="1.0" encoding="utf-8"?>
<p:tagLst xmlns:a="http://schemas.openxmlformats.org/drawingml/2006/main" xmlns:r="http://schemas.openxmlformats.org/officeDocument/2006/relationships" xmlns:p="http://schemas.openxmlformats.org/presentationml/2006/main">
  <p:tag name="MH" val="20151223201907"/>
  <p:tag name="MH_LIBRARY" val="GRAPHIC"/>
  <p:tag name="MH_ORDER" val="Diamond 3"/>
</p:tagLst>
</file>

<file path=ppt/theme/theme1.xml><?xml version="1.0" encoding="utf-8"?>
<a:theme xmlns:a="http://schemas.openxmlformats.org/drawingml/2006/main" name="第一PPT，www.1ppt.com">
  <a:themeElements>
    <a:clrScheme name="中国国电">
      <a:dk1>
        <a:sysClr val="windowText" lastClr="000000"/>
      </a:dk1>
      <a:lt1>
        <a:sysClr val="window" lastClr="FFFFFF"/>
      </a:lt1>
      <a:dk2>
        <a:srgbClr val="44546A"/>
      </a:dk2>
      <a:lt2>
        <a:srgbClr val="E7E6E6"/>
      </a:lt2>
      <a:accent1>
        <a:srgbClr val="0068B7"/>
      </a:accent1>
      <a:accent2>
        <a:srgbClr val="2AA738"/>
      </a:accent2>
      <a:accent3>
        <a:srgbClr val="0068B7"/>
      </a:accent3>
      <a:accent4>
        <a:srgbClr val="2AA738"/>
      </a:accent4>
      <a:accent5>
        <a:srgbClr val="0068B7"/>
      </a:accent5>
      <a:accent6>
        <a:srgbClr val="2AA738"/>
      </a:accent6>
      <a:hlink>
        <a:srgbClr val="0563C1"/>
      </a:hlink>
      <a:folHlink>
        <a:srgbClr val="954F72"/>
      </a:folHlink>
    </a:clrScheme>
    <a:fontScheme name="视点">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2546</TotalTime>
  <Words>3838</Words>
  <Application>Microsoft Office PowerPoint</Application>
  <PresentationFormat>全屏显示(16:9)</PresentationFormat>
  <Paragraphs>399</Paragraphs>
  <Slides>31</Slides>
  <Notes>30</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31</vt:i4>
      </vt:variant>
    </vt:vector>
  </HeadingPairs>
  <TitlesOfParts>
    <vt:vector size="47" baseType="lpstr">
      <vt:lpstr>Agency FB Bold</vt:lpstr>
      <vt:lpstr>ITC Avant Garde Std Bk</vt:lpstr>
      <vt:lpstr>LiHei Pro</vt:lpstr>
      <vt:lpstr>等线</vt:lpstr>
      <vt:lpstr>黑体</vt:lpstr>
      <vt:lpstr>华文细黑</vt:lpstr>
      <vt:lpstr>宋体</vt:lpstr>
      <vt:lpstr>微软雅黑</vt:lpstr>
      <vt:lpstr>Arial</vt:lpstr>
      <vt:lpstr>Calibri</vt:lpstr>
      <vt:lpstr>Helvetica</vt:lpstr>
      <vt:lpstr>Impact</vt:lpstr>
      <vt:lpstr>Verdana</vt:lpstr>
      <vt:lpstr>Wingdings</vt:lpstr>
      <vt:lpstr>第一PPT，www.1ppt.com</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www.1ppt.com</dc:title>
  <dc:creator>www.1ppt.com</dc:creator>
  <cp:keywords>www.1ppt.com</cp:keywords>
  <cp:lastModifiedBy>孙 一凡</cp:lastModifiedBy>
  <cp:revision>235</cp:revision>
  <dcterms:created xsi:type="dcterms:W3CDTF">2015-10-30T14:26:48Z</dcterms:created>
  <dcterms:modified xsi:type="dcterms:W3CDTF">2021-03-21T01:35:48Z</dcterms:modified>
</cp:coreProperties>
</file>